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7"/>
  </p:notesMasterIdLst>
  <p:sldIdLst>
    <p:sldId id="343" r:id="rId2"/>
    <p:sldId id="256" r:id="rId3"/>
    <p:sldId id="259" r:id="rId4"/>
    <p:sldId id="260" r:id="rId5"/>
    <p:sldId id="261" r:id="rId6"/>
    <p:sldId id="262" r:id="rId7"/>
    <p:sldId id="263" r:id="rId8"/>
    <p:sldId id="264" r:id="rId9"/>
    <p:sldId id="266" r:id="rId10"/>
    <p:sldId id="267" r:id="rId11"/>
    <p:sldId id="268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90" r:id="rId32"/>
    <p:sldId id="291" r:id="rId33"/>
    <p:sldId id="292" r:id="rId34"/>
    <p:sldId id="293" r:id="rId35"/>
    <p:sldId id="294" r:id="rId36"/>
    <p:sldId id="295" r:id="rId37"/>
    <p:sldId id="296" r:id="rId38"/>
    <p:sldId id="297" r:id="rId39"/>
    <p:sldId id="298" r:id="rId40"/>
    <p:sldId id="299" r:id="rId41"/>
    <p:sldId id="300" r:id="rId42"/>
    <p:sldId id="301" r:id="rId43"/>
    <p:sldId id="302" r:id="rId44"/>
    <p:sldId id="303" r:id="rId45"/>
    <p:sldId id="304" r:id="rId46"/>
    <p:sldId id="305" r:id="rId47"/>
    <p:sldId id="306" r:id="rId48"/>
    <p:sldId id="307" r:id="rId49"/>
    <p:sldId id="308" r:id="rId50"/>
    <p:sldId id="309" r:id="rId51"/>
    <p:sldId id="310" r:id="rId52"/>
    <p:sldId id="311" r:id="rId53"/>
    <p:sldId id="312" r:id="rId54"/>
    <p:sldId id="313" r:id="rId55"/>
    <p:sldId id="314" r:id="rId56"/>
    <p:sldId id="315" r:id="rId57"/>
    <p:sldId id="316" r:id="rId58"/>
    <p:sldId id="317" r:id="rId59"/>
    <p:sldId id="318" r:id="rId60"/>
    <p:sldId id="319" r:id="rId61"/>
    <p:sldId id="320" r:id="rId62"/>
    <p:sldId id="321" r:id="rId63"/>
    <p:sldId id="322" r:id="rId64"/>
    <p:sldId id="323" r:id="rId65"/>
    <p:sldId id="324" r:id="rId66"/>
    <p:sldId id="325" r:id="rId67"/>
    <p:sldId id="326" r:id="rId68"/>
    <p:sldId id="327" r:id="rId69"/>
    <p:sldId id="328" r:id="rId70"/>
    <p:sldId id="329" r:id="rId71"/>
    <p:sldId id="330" r:id="rId72"/>
    <p:sldId id="331" r:id="rId73"/>
    <p:sldId id="257" r:id="rId74"/>
    <p:sldId id="258" r:id="rId75"/>
    <p:sldId id="332" r:id="rId76"/>
    <p:sldId id="333" r:id="rId77"/>
    <p:sldId id="334" r:id="rId78"/>
    <p:sldId id="335" r:id="rId79"/>
    <p:sldId id="336" r:id="rId80"/>
    <p:sldId id="337" r:id="rId81"/>
    <p:sldId id="338" r:id="rId82"/>
    <p:sldId id="339" r:id="rId83"/>
    <p:sldId id="340" r:id="rId84"/>
    <p:sldId id="341" r:id="rId85"/>
    <p:sldId id="342" r:id="rId86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840" y="8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heme" Target="theme/theme1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notesMaster" Target="notesMasters/notes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svg"/><Relationship Id="rId1" Type="http://schemas.openxmlformats.org/officeDocument/2006/relationships/image" Target="../media/image37.png"/><Relationship Id="rId6" Type="http://schemas.openxmlformats.org/officeDocument/2006/relationships/image" Target="../media/image42.svg"/><Relationship Id="rId5" Type="http://schemas.openxmlformats.org/officeDocument/2006/relationships/image" Target="../media/image41.png"/><Relationship Id="rId4" Type="http://schemas.openxmlformats.org/officeDocument/2006/relationships/image" Target="../media/image40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svg"/><Relationship Id="rId1" Type="http://schemas.openxmlformats.org/officeDocument/2006/relationships/image" Target="../media/image37.png"/><Relationship Id="rId6" Type="http://schemas.openxmlformats.org/officeDocument/2006/relationships/image" Target="../media/image42.svg"/><Relationship Id="rId5" Type="http://schemas.openxmlformats.org/officeDocument/2006/relationships/image" Target="../media/image41.png"/><Relationship Id="rId4" Type="http://schemas.openxmlformats.org/officeDocument/2006/relationships/image" Target="../media/image4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C8866EA-280F-47AE-A076-DB1223A73E3E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9DEC4F7-D042-4F9E-ABDB-927ABC2AD8AF}">
      <dgm:prSet/>
      <dgm:spPr/>
      <dgm:t>
        <a:bodyPr/>
        <a:lstStyle/>
        <a:p>
          <a:r>
            <a:rPr lang="en-US" b="1" i="0"/>
            <a:t>ordered sequence </a:t>
          </a:r>
          <a:r>
            <a:rPr lang="en-US" b="0" i="0"/>
            <a:t>of information, accessible by index</a:t>
          </a:r>
          <a:endParaRPr lang="en-US"/>
        </a:p>
      </dgm:t>
    </dgm:pt>
    <dgm:pt modelId="{A6DABA56-92CE-43C8-8E53-386EA95A99D5}" type="parTrans" cxnId="{9941161B-0FBC-4E13-A1A1-D705DFB3C495}">
      <dgm:prSet/>
      <dgm:spPr/>
      <dgm:t>
        <a:bodyPr/>
        <a:lstStyle/>
        <a:p>
          <a:endParaRPr lang="en-US"/>
        </a:p>
      </dgm:t>
    </dgm:pt>
    <dgm:pt modelId="{167584A1-A884-4BEA-910E-9FDE8EFE1CA2}" type="sibTrans" cxnId="{9941161B-0FBC-4E13-A1A1-D705DFB3C495}">
      <dgm:prSet/>
      <dgm:spPr/>
      <dgm:t>
        <a:bodyPr/>
        <a:lstStyle/>
        <a:p>
          <a:endParaRPr lang="en-US"/>
        </a:p>
      </dgm:t>
    </dgm:pt>
    <dgm:pt modelId="{89DA388B-B093-4283-90C4-FF5087F345D9}">
      <dgm:prSet/>
      <dgm:spPr/>
      <dgm:t>
        <a:bodyPr/>
        <a:lstStyle/>
        <a:p>
          <a:r>
            <a:rPr lang="en-US" b="0" i="0"/>
            <a:t>a list is denoted by </a:t>
          </a:r>
          <a:r>
            <a:rPr lang="en-US" b="1" i="0"/>
            <a:t>square brackets</a:t>
          </a:r>
          <a:r>
            <a:rPr lang="en-US" b="0" i="0"/>
            <a:t>, []</a:t>
          </a:r>
          <a:endParaRPr lang="en-US"/>
        </a:p>
      </dgm:t>
    </dgm:pt>
    <dgm:pt modelId="{445D731A-C719-4E8E-AD3A-3EC833C5287F}" type="parTrans" cxnId="{8C876D57-1CB9-476D-B49C-01493403BFF8}">
      <dgm:prSet/>
      <dgm:spPr/>
      <dgm:t>
        <a:bodyPr/>
        <a:lstStyle/>
        <a:p>
          <a:endParaRPr lang="en-US"/>
        </a:p>
      </dgm:t>
    </dgm:pt>
    <dgm:pt modelId="{AC672ABA-6540-4C6E-8C5A-9A8599FABB76}" type="sibTrans" cxnId="{8C876D57-1CB9-476D-B49C-01493403BFF8}">
      <dgm:prSet/>
      <dgm:spPr/>
      <dgm:t>
        <a:bodyPr/>
        <a:lstStyle/>
        <a:p>
          <a:endParaRPr lang="en-US"/>
        </a:p>
      </dgm:t>
    </dgm:pt>
    <dgm:pt modelId="{AAC68D92-C518-41A5-82F7-C8DAEAF559A7}">
      <dgm:prSet/>
      <dgm:spPr/>
      <dgm:t>
        <a:bodyPr/>
        <a:lstStyle/>
        <a:p>
          <a:r>
            <a:rPr lang="en-US" b="0" i="0"/>
            <a:t>a list contains </a:t>
          </a:r>
          <a:r>
            <a:rPr lang="en-US" b="1" i="0"/>
            <a:t>elements</a:t>
          </a:r>
          <a:endParaRPr lang="en-US"/>
        </a:p>
      </dgm:t>
    </dgm:pt>
    <dgm:pt modelId="{0957DBAA-BF07-4C8D-A74E-B970E3323685}" type="parTrans" cxnId="{C435F0FA-2090-4B51-B2BF-58B4D72991BB}">
      <dgm:prSet/>
      <dgm:spPr/>
      <dgm:t>
        <a:bodyPr/>
        <a:lstStyle/>
        <a:p>
          <a:endParaRPr lang="en-US"/>
        </a:p>
      </dgm:t>
    </dgm:pt>
    <dgm:pt modelId="{C546D20E-8CD4-4D98-AABC-5624466EB9CA}" type="sibTrans" cxnId="{C435F0FA-2090-4B51-B2BF-58B4D72991BB}">
      <dgm:prSet/>
      <dgm:spPr/>
      <dgm:t>
        <a:bodyPr/>
        <a:lstStyle/>
        <a:p>
          <a:endParaRPr lang="en-US"/>
        </a:p>
      </dgm:t>
    </dgm:pt>
    <dgm:pt modelId="{B7A42ADF-843C-417F-8B74-52D1D29B4B96}">
      <dgm:prSet/>
      <dgm:spPr/>
      <dgm:t>
        <a:bodyPr/>
        <a:lstStyle/>
        <a:p>
          <a:r>
            <a:rPr lang="en-US"/>
            <a:t>usually homogeneous (ie, all integers)</a:t>
          </a:r>
        </a:p>
      </dgm:t>
    </dgm:pt>
    <dgm:pt modelId="{AD332DC0-43C7-4D2F-956E-C99E5B4E5534}" type="parTrans" cxnId="{E9C943EE-81C1-48DE-A803-F9A7C8018B3C}">
      <dgm:prSet/>
      <dgm:spPr/>
      <dgm:t>
        <a:bodyPr/>
        <a:lstStyle/>
        <a:p>
          <a:endParaRPr lang="en-US"/>
        </a:p>
      </dgm:t>
    </dgm:pt>
    <dgm:pt modelId="{28B5E818-B31A-4378-B868-B2C9A7B45265}" type="sibTrans" cxnId="{E9C943EE-81C1-48DE-A803-F9A7C8018B3C}">
      <dgm:prSet/>
      <dgm:spPr/>
      <dgm:t>
        <a:bodyPr/>
        <a:lstStyle/>
        <a:p>
          <a:endParaRPr lang="en-US"/>
        </a:p>
      </dgm:t>
    </dgm:pt>
    <dgm:pt modelId="{279A0B0E-E77E-4E78-B291-998B1B46C030}">
      <dgm:prSet/>
      <dgm:spPr/>
      <dgm:t>
        <a:bodyPr/>
        <a:lstStyle/>
        <a:p>
          <a:r>
            <a:rPr lang="en-US"/>
            <a:t>can contain mixed types (not common)</a:t>
          </a:r>
        </a:p>
      </dgm:t>
    </dgm:pt>
    <dgm:pt modelId="{464DB052-E91D-4119-890C-C8830A8552B9}" type="parTrans" cxnId="{D09E57F5-0264-47E6-96A6-5C87A14871CA}">
      <dgm:prSet/>
      <dgm:spPr/>
      <dgm:t>
        <a:bodyPr/>
        <a:lstStyle/>
        <a:p>
          <a:endParaRPr lang="en-US"/>
        </a:p>
      </dgm:t>
    </dgm:pt>
    <dgm:pt modelId="{7FA10C85-D55D-4CE6-B25F-CD71A54EFF4A}" type="sibTrans" cxnId="{D09E57F5-0264-47E6-96A6-5C87A14871CA}">
      <dgm:prSet/>
      <dgm:spPr/>
      <dgm:t>
        <a:bodyPr/>
        <a:lstStyle/>
        <a:p>
          <a:endParaRPr lang="en-US"/>
        </a:p>
      </dgm:t>
    </dgm:pt>
    <dgm:pt modelId="{77E66FEE-5B9F-4171-8225-A543403CD2F9}">
      <dgm:prSet/>
      <dgm:spPr/>
      <dgm:t>
        <a:bodyPr/>
        <a:lstStyle/>
        <a:p>
          <a:r>
            <a:rPr lang="en-US" b="0" i="0"/>
            <a:t>list elements can be changed so a list is </a:t>
          </a:r>
          <a:r>
            <a:rPr lang="en-US" b="1" i="0"/>
            <a:t>mutable</a:t>
          </a:r>
          <a:endParaRPr lang="en-US"/>
        </a:p>
      </dgm:t>
    </dgm:pt>
    <dgm:pt modelId="{A470D777-9B91-4FF7-9815-97D9067955B2}" type="parTrans" cxnId="{D5506BEC-4D65-494F-9437-FC3D223D14A9}">
      <dgm:prSet/>
      <dgm:spPr/>
      <dgm:t>
        <a:bodyPr/>
        <a:lstStyle/>
        <a:p>
          <a:endParaRPr lang="en-US"/>
        </a:p>
      </dgm:t>
    </dgm:pt>
    <dgm:pt modelId="{0A287D0D-9D98-474E-BAEF-8481FCD89277}" type="sibTrans" cxnId="{D5506BEC-4D65-494F-9437-FC3D223D14A9}">
      <dgm:prSet/>
      <dgm:spPr/>
      <dgm:t>
        <a:bodyPr/>
        <a:lstStyle/>
        <a:p>
          <a:endParaRPr lang="en-US"/>
        </a:p>
      </dgm:t>
    </dgm:pt>
    <dgm:pt modelId="{EAC8FB44-64A4-49B3-90DB-473C31B96593}" type="pres">
      <dgm:prSet presAssocID="{FC8866EA-280F-47AE-A076-DB1223A73E3E}" presName="root" presStyleCnt="0">
        <dgm:presLayoutVars>
          <dgm:dir/>
          <dgm:resizeHandles val="exact"/>
        </dgm:presLayoutVars>
      </dgm:prSet>
      <dgm:spPr/>
    </dgm:pt>
    <dgm:pt modelId="{BC99D865-3759-417A-8DD0-E2D70BA8AD5E}" type="pres">
      <dgm:prSet presAssocID="{19DEC4F7-D042-4F9E-ABDB-927ABC2AD8AF}" presName="compNode" presStyleCnt="0"/>
      <dgm:spPr/>
    </dgm:pt>
    <dgm:pt modelId="{FC01675D-64BC-46B1-B8AD-1256A9500004}" type="pres">
      <dgm:prSet presAssocID="{19DEC4F7-D042-4F9E-ABDB-927ABC2AD8AF}" presName="bgRect" presStyleLbl="bgShp" presStyleIdx="0" presStyleCnt="4" custLinFactX="-3013" custLinFactNeighborX="-100000" custLinFactNeighborY="-3707"/>
      <dgm:spPr/>
    </dgm:pt>
    <dgm:pt modelId="{F29FEB1C-905D-421D-83E6-7C8332195C63}" type="pres">
      <dgm:prSet presAssocID="{19DEC4F7-D042-4F9E-ABDB-927ABC2AD8A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15690A64-EC9D-4AE1-9B01-9E3C23E30E1F}" type="pres">
      <dgm:prSet presAssocID="{19DEC4F7-D042-4F9E-ABDB-927ABC2AD8AF}" presName="spaceRect" presStyleCnt="0"/>
      <dgm:spPr/>
    </dgm:pt>
    <dgm:pt modelId="{C3452710-032F-47B1-A074-EC482F571A66}" type="pres">
      <dgm:prSet presAssocID="{19DEC4F7-D042-4F9E-ABDB-927ABC2AD8AF}" presName="parTx" presStyleLbl="revTx" presStyleIdx="0" presStyleCnt="5">
        <dgm:presLayoutVars>
          <dgm:chMax val="0"/>
          <dgm:chPref val="0"/>
        </dgm:presLayoutVars>
      </dgm:prSet>
      <dgm:spPr/>
    </dgm:pt>
    <dgm:pt modelId="{E017EBFE-998C-4708-8295-CFF6EEFE406F}" type="pres">
      <dgm:prSet presAssocID="{167584A1-A884-4BEA-910E-9FDE8EFE1CA2}" presName="sibTrans" presStyleCnt="0"/>
      <dgm:spPr/>
    </dgm:pt>
    <dgm:pt modelId="{0C293712-86AA-4D25-9B88-631871CDCAF9}" type="pres">
      <dgm:prSet presAssocID="{89DA388B-B093-4283-90C4-FF5087F345D9}" presName="compNode" presStyleCnt="0"/>
      <dgm:spPr/>
    </dgm:pt>
    <dgm:pt modelId="{57A6D2CA-281E-4919-ADBB-A0E51CA06844}" type="pres">
      <dgm:prSet presAssocID="{89DA388B-B093-4283-90C4-FF5087F345D9}" presName="bgRect" presStyleLbl="bgShp" presStyleIdx="1" presStyleCnt="4"/>
      <dgm:spPr/>
    </dgm:pt>
    <dgm:pt modelId="{601E37E1-55ED-4F14-8307-48FF9F9F25F4}" type="pres">
      <dgm:prSet presAssocID="{89DA388B-B093-4283-90C4-FF5087F345D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sed Quotation Mark"/>
        </a:ext>
      </dgm:extLst>
    </dgm:pt>
    <dgm:pt modelId="{198FB825-7014-4E1D-8E8E-9E81C7159ACB}" type="pres">
      <dgm:prSet presAssocID="{89DA388B-B093-4283-90C4-FF5087F345D9}" presName="spaceRect" presStyleCnt="0"/>
      <dgm:spPr/>
    </dgm:pt>
    <dgm:pt modelId="{08114479-AAA0-4C2D-B1D3-6F0B61741E1D}" type="pres">
      <dgm:prSet presAssocID="{89DA388B-B093-4283-90C4-FF5087F345D9}" presName="parTx" presStyleLbl="revTx" presStyleIdx="1" presStyleCnt="5">
        <dgm:presLayoutVars>
          <dgm:chMax val="0"/>
          <dgm:chPref val="0"/>
        </dgm:presLayoutVars>
      </dgm:prSet>
      <dgm:spPr/>
    </dgm:pt>
    <dgm:pt modelId="{B68D7F74-B183-45CA-AEB7-9AE3EBA4218C}" type="pres">
      <dgm:prSet presAssocID="{AC672ABA-6540-4C6E-8C5A-9A8599FABB76}" presName="sibTrans" presStyleCnt="0"/>
      <dgm:spPr/>
    </dgm:pt>
    <dgm:pt modelId="{C1E2F594-3F1B-4E64-82EE-E6D66496B0C4}" type="pres">
      <dgm:prSet presAssocID="{AAC68D92-C518-41A5-82F7-C8DAEAF559A7}" presName="compNode" presStyleCnt="0"/>
      <dgm:spPr/>
    </dgm:pt>
    <dgm:pt modelId="{8F5B1D5E-770C-4FF4-9624-5AC625F5E4B4}" type="pres">
      <dgm:prSet presAssocID="{AAC68D92-C518-41A5-82F7-C8DAEAF559A7}" presName="bgRect" presStyleLbl="bgShp" presStyleIdx="2" presStyleCnt="4"/>
      <dgm:spPr/>
    </dgm:pt>
    <dgm:pt modelId="{4AFB07A3-F355-4ED7-B550-42F88CFC8096}" type="pres">
      <dgm:prSet presAssocID="{AAC68D92-C518-41A5-82F7-C8DAEAF559A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thematics"/>
        </a:ext>
      </dgm:extLst>
    </dgm:pt>
    <dgm:pt modelId="{C3C36D9B-508C-4C83-A697-B5E79D011198}" type="pres">
      <dgm:prSet presAssocID="{AAC68D92-C518-41A5-82F7-C8DAEAF559A7}" presName="spaceRect" presStyleCnt="0"/>
      <dgm:spPr/>
    </dgm:pt>
    <dgm:pt modelId="{AC597596-4E51-405E-9535-1302DF9E4ABE}" type="pres">
      <dgm:prSet presAssocID="{AAC68D92-C518-41A5-82F7-C8DAEAF559A7}" presName="parTx" presStyleLbl="revTx" presStyleIdx="2" presStyleCnt="5">
        <dgm:presLayoutVars>
          <dgm:chMax val="0"/>
          <dgm:chPref val="0"/>
        </dgm:presLayoutVars>
      </dgm:prSet>
      <dgm:spPr/>
    </dgm:pt>
    <dgm:pt modelId="{389A2672-0E21-4207-89DF-5C7C734FADCE}" type="pres">
      <dgm:prSet presAssocID="{AAC68D92-C518-41A5-82F7-C8DAEAF559A7}" presName="desTx" presStyleLbl="revTx" presStyleIdx="3" presStyleCnt="5">
        <dgm:presLayoutVars/>
      </dgm:prSet>
      <dgm:spPr/>
    </dgm:pt>
    <dgm:pt modelId="{A35F173D-FC6A-4A94-A9F8-471233F7F3D9}" type="pres">
      <dgm:prSet presAssocID="{C546D20E-8CD4-4D98-AABC-5624466EB9CA}" presName="sibTrans" presStyleCnt="0"/>
      <dgm:spPr/>
    </dgm:pt>
    <dgm:pt modelId="{00048388-5FF3-427F-ADCE-2E6A026448B5}" type="pres">
      <dgm:prSet presAssocID="{77E66FEE-5B9F-4171-8225-A543403CD2F9}" presName="compNode" presStyleCnt="0"/>
      <dgm:spPr/>
    </dgm:pt>
    <dgm:pt modelId="{541FCCE2-6420-471D-A47B-0F495DAABAD2}" type="pres">
      <dgm:prSet presAssocID="{77E66FEE-5B9F-4171-8225-A543403CD2F9}" presName="bgRect" presStyleLbl="bgShp" presStyleIdx="3" presStyleCnt="4"/>
      <dgm:spPr/>
    </dgm:pt>
    <dgm:pt modelId="{93B008C0-5C96-46FC-942C-AFF5CFFDFD1C}" type="pres">
      <dgm:prSet presAssocID="{77E66FEE-5B9F-4171-8225-A543403CD2F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23FAD0E4-C6AD-4BB1-B67C-2C1C851F7613}" type="pres">
      <dgm:prSet presAssocID="{77E66FEE-5B9F-4171-8225-A543403CD2F9}" presName="spaceRect" presStyleCnt="0"/>
      <dgm:spPr/>
    </dgm:pt>
    <dgm:pt modelId="{02696C81-5AE6-46BD-9AAA-86B5C692D488}" type="pres">
      <dgm:prSet presAssocID="{77E66FEE-5B9F-4171-8225-A543403CD2F9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A79AE106-D41A-4842-8E4D-5871C7FBD581}" type="presOf" srcId="{279A0B0E-E77E-4E78-B291-998B1B46C030}" destId="{389A2672-0E21-4207-89DF-5C7C734FADCE}" srcOrd="0" destOrd="1" presId="urn:microsoft.com/office/officeart/2018/2/layout/IconVerticalSolidList"/>
    <dgm:cxn modelId="{DE4B270F-94DE-4435-9006-7785C5B7E6F7}" type="presOf" srcId="{FC8866EA-280F-47AE-A076-DB1223A73E3E}" destId="{EAC8FB44-64A4-49B3-90DB-473C31B96593}" srcOrd="0" destOrd="0" presId="urn:microsoft.com/office/officeart/2018/2/layout/IconVerticalSolidList"/>
    <dgm:cxn modelId="{9941161B-0FBC-4E13-A1A1-D705DFB3C495}" srcId="{FC8866EA-280F-47AE-A076-DB1223A73E3E}" destId="{19DEC4F7-D042-4F9E-ABDB-927ABC2AD8AF}" srcOrd="0" destOrd="0" parTransId="{A6DABA56-92CE-43C8-8E53-386EA95A99D5}" sibTransId="{167584A1-A884-4BEA-910E-9FDE8EFE1CA2}"/>
    <dgm:cxn modelId="{E098ED28-D431-4951-968E-74974B437B8C}" type="presOf" srcId="{B7A42ADF-843C-417F-8B74-52D1D29B4B96}" destId="{389A2672-0E21-4207-89DF-5C7C734FADCE}" srcOrd="0" destOrd="0" presId="urn:microsoft.com/office/officeart/2018/2/layout/IconVerticalSolidList"/>
    <dgm:cxn modelId="{3B1BBB31-09D0-4619-984F-2868550E5412}" type="presOf" srcId="{77E66FEE-5B9F-4171-8225-A543403CD2F9}" destId="{02696C81-5AE6-46BD-9AAA-86B5C692D488}" srcOrd="0" destOrd="0" presId="urn:microsoft.com/office/officeart/2018/2/layout/IconVerticalSolidList"/>
    <dgm:cxn modelId="{48A57269-B9A3-4BB0-A380-48397D50B4A8}" type="presOf" srcId="{19DEC4F7-D042-4F9E-ABDB-927ABC2AD8AF}" destId="{C3452710-032F-47B1-A074-EC482F571A66}" srcOrd="0" destOrd="0" presId="urn:microsoft.com/office/officeart/2018/2/layout/IconVerticalSolidList"/>
    <dgm:cxn modelId="{8C876D57-1CB9-476D-B49C-01493403BFF8}" srcId="{FC8866EA-280F-47AE-A076-DB1223A73E3E}" destId="{89DA388B-B093-4283-90C4-FF5087F345D9}" srcOrd="1" destOrd="0" parTransId="{445D731A-C719-4E8E-AD3A-3EC833C5287F}" sibTransId="{AC672ABA-6540-4C6E-8C5A-9A8599FABB76}"/>
    <dgm:cxn modelId="{48302D7F-54C9-4777-81DF-4D116ED391D8}" type="presOf" srcId="{AAC68D92-C518-41A5-82F7-C8DAEAF559A7}" destId="{AC597596-4E51-405E-9535-1302DF9E4ABE}" srcOrd="0" destOrd="0" presId="urn:microsoft.com/office/officeart/2018/2/layout/IconVerticalSolidList"/>
    <dgm:cxn modelId="{1928EEE3-81DC-4DC2-AE3D-B8544E73F593}" type="presOf" srcId="{89DA388B-B093-4283-90C4-FF5087F345D9}" destId="{08114479-AAA0-4C2D-B1D3-6F0B61741E1D}" srcOrd="0" destOrd="0" presId="urn:microsoft.com/office/officeart/2018/2/layout/IconVerticalSolidList"/>
    <dgm:cxn modelId="{D5506BEC-4D65-494F-9437-FC3D223D14A9}" srcId="{FC8866EA-280F-47AE-A076-DB1223A73E3E}" destId="{77E66FEE-5B9F-4171-8225-A543403CD2F9}" srcOrd="3" destOrd="0" parTransId="{A470D777-9B91-4FF7-9815-97D9067955B2}" sibTransId="{0A287D0D-9D98-474E-BAEF-8481FCD89277}"/>
    <dgm:cxn modelId="{E9C943EE-81C1-48DE-A803-F9A7C8018B3C}" srcId="{AAC68D92-C518-41A5-82F7-C8DAEAF559A7}" destId="{B7A42ADF-843C-417F-8B74-52D1D29B4B96}" srcOrd="0" destOrd="0" parTransId="{AD332DC0-43C7-4D2F-956E-C99E5B4E5534}" sibTransId="{28B5E818-B31A-4378-B868-B2C9A7B45265}"/>
    <dgm:cxn modelId="{D09E57F5-0264-47E6-96A6-5C87A14871CA}" srcId="{AAC68D92-C518-41A5-82F7-C8DAEAF559A7}" destId="{279A0B0E-E77E-4E78-B291-998B1B46C030}" srcOrd="1" destOrd="0" parTransId="{464DB052-E91D-4119-890C-C8830A8552B9}" sibTransId="{7FA10C85-D55D-4CE6-B25F-CD71A54EFF4A}"/>
    <dgm:cxn modelId="{C435F0FA-2090-4B51-B2BF-58B4D72991BB}" srcId="{FC8866EA-280F-47AE-A076-DB1223A73E3E}" destId="{AAC68D92-C518-41A5-82F7-C8DAEAF559A7}" srcOrd="2" destOrd="0" parTransId="{0957DBAA-BF07-4C8D-A74E-B970E3323685}" sibTransId="{C546D20E-8CD4-4D98-AABC-5624466EB9CA}"/>
    <dgm:cxn modelId="{2008AED9-870B-48A0-96EF-B80F823DF8D7}" type="presParOf" srcId="{EAC8FB44-64A4-49B3-90DB-473C31B96593}" destId="{BC99D865-3759-417A-8DD0-E2D70BA8AD5E}" srcOrd="0" destOrd="0" presId="urn:microsoft.com/office/officeart/2018/2/layout/IconVerticalSolidList"/>
    <dgm:cxn modelId="{DC1EC511-948E-4248-95C6-AC0ACA1D4348}" type="presParOf" srcId="{BC99D865-3759-417A-8DD0-E2D70BA8AD5E}" destId="{FC01675D-64BC-46B1-B8AD-1256A9500004}" srcOrd="0" destOrd="0" presId="urn:microsoft.com/office/officeart/2018/2/layout/IconVerticalSolidList"/>
    <dgm:cxn modelId="{7146EBAB-7D29-4CD0-AA2C-9E3978F67D91}" type="presParOf" srcId="{BC99D865-3759-417A-8DD0-E2D70BA8AD5E}" destId="{F29FEB1C-905D-421D-83E6-7C8332195C63}" srcOrd="1" destOrd="0" presId="urn:microsoft.com/office/officeart/2018/2/layout/IconVerticalSolidList"/>
    <dgm:cxn modelId="{3887CC39-6C35-4D7A-A60E-D285F7D2D639}" type="presParOf" srcId="{BC99D865-3759-417A-8DD0-E2D70BA8AD5E}" destId="{15690A64-EC9D-4AE1-9B01-9E3C23E30E1F}" srcOrd="2" destOrd="0" presId="urn:microsoft.com/office/officeart/2018/2/layout/IconVerticalSolidList"/>
    <dgm:cxn modelId="{B3DAF1A0-46D1-48DA-8C72-68BCE97E4EB5}" type="presParOf" srcId="{BC99D865-3759-417A-8DD0-E2D70BA8AD5E}" destId="{C3452710-032F-47B1-A074-EC482F571A66}" srcOrd="3" destOrd="0" presId="urn:microsoft.com/office/officeart/2018/2/layout/IconVerticalSolidList"/>
    <dgm:cxn modelId="{907CEDC8-0A2F-4854-BDDF-A7466CB33EDB}" type="presParOf" srcId="{EAC8FB44-64A4-49B3-90DB-473C31B96593}" destId="{E017EBFE-998C-4708-8295-CFF6EEFE406F}" srcOrd="1" destOrd="0" presId="urn:microsoft.com/office/officeart/2018/2/layout/IconVerticalSolidList"/>
    <dgm:cxn modelId="{FD339CF9-F883-406B-BA49-92A99225875E}" type="presParOf" srcId="{EAC8FB44-64A4-49B3-90DB-473C31B96593}" destId="{0C293712-86AA-4D25-9B88-631871CDCAF9}" srcOrd="2" destOrd="0" presId="urn:microsoft.com/office/officeart/2018/2/layout/IconVerticalSolidList"/>
    <dgm:cxn modelId="{A8AD5A04-C383-43B3-9CF8-AB811A72A0AC}" type="presParOf" srcId="{0C293712-86AA-4D25-9B88-631871CDCAF9}" destId="{57A6D2CA-281E-4919-ADBB-A0E51CA06844}" srcOrd="0" destOrd="0" presId="urn:microsoft.com/office/officeart/2018/2/layout/IconVerticalSolidList"/>
    <dgm:cxn modelId="{723BB5B1-9D3A-4D25-82A6-31E80E9FD57D}" type="presParOf" srcId="{0C293712-86AA-4D25-9B88-631871CDCAF9}" destId="{601E37E1-55ED-4F14-8307-48FF9F9F25F4}" srcOrd="1" destOrd="0" presId="urn:microsoft.com/office/officeart/2018/2/layout/IconVerticalSolidList"/>
    <dgm:cxn modelId="{DB5A8A99-F114-42A7-92D0-53F4496A7305}" type="presParOf" srcId="{0C293712-86AA-4D25-9B88-631871CDCAF9}" destId="{198FB825-7014-4E1D-8E8E-9E81C7159ACB}" srcOrd="2" destOrd="0" presId="urn:microsoft.com/office/officeart/2018/2/layout/IconVerticalSolidList"/>
    <dgm:cxn modelId="{5BF57B5E-6DEF-4459-900A-1079876218E6}" type="presParOf" srcId="{0C293712-86AA-4D25-9B88-631871CDCAF9}" destId="{08114479-AAA0-4C2D-B1D3-6F0B61741E1D}" srcOrd="3" destOrd="0" presId="urn:microsoft.com/office/officeart/2018/2/layout/IconVerticalSolidList"/>
    <dgm:cxn modelId="{553E064F-0CC3-4E55-B56F-BFD3EE5642D7}" type="presParOf" srcId="{EAC8FB44-64A4-49B3-90DB-473C31B96593}" destId="{B68D7F74-B183-45CA-AEB7-9AE3EBA4218C}" srcOrd="3" destOrd="0" presId="urn:microsoft.com/office/officeart/2018/2/layout/IconVerticalSolidList"/>
    <dgm:cxn modelId="{3D68A2B7-18D8-43D2-850A-86A0DDDE5368}" type="presParOf" srcId="{EAC8FB44-64A4-49B3-90DB-473C31B96593}" destId="{C1E2F594-3F1B-4E64-82EE-E6D66496B0C4}" srcOrd="4" destOrd="0" presId="urn:microsoft.com/office/officeart/2018/2/layout/IconVerticalSolidList"/>
    <dgm:cxn modelId="{953AB8FB-FD37-40CA-910E-9E313A3F88E9}" type="presParOf" srcId="{C1E2F594-3F1B-4E64-82EE-E6D66496B0C4}" destId="{8F5B1D5E-770C-4FF4-9624-5AC625F5E4B4}" srcOrd="0" destOrd="0" presId="urn:microsoft.com/office/officeart/2018/2/layout/IconVerticalSolidList"/>
    <dgm:cxn modelId="{F2E6B76C-DF73-4312-922A-B2B4A9E5D91B}" type="presParOf" srcId="{C1E2F594-3F1B-4E64-82EE-E6D66496B0C4}" destId="{4AFB07A3-F355-4ED7-B550-42F88CFC8096}" srcOrd="1" destOrd="0" presId="urn:microsoft.com/office/officeart/2018/2/layout/IconVerticalSolidList"/>
    <dgm:cxn modelId="{ADCF0C60-327E-4240-B2D8-40DB132DC628}" type="presParOf" srcId="{C1E2F594-3F1B-4E64-82EE-E6D66496B0C4}" destId="{C3C36D9B-508C-4C83-A697-B5E79D011198}" srcOrd="2" destOrd="0" presId="urn:microsoft.com/office/officeart/2018/2/layout/IconVerticalSolidList"/>
    <dgm:cxn modelId="{C6E38A50-B2A3-48B3-85F8-59ABC7E1EF69}" type="presParOf" srcId="{C1E2F594-3F1B-4E64-82EE-E6D66496B0C4}" destId="{AC597596-4E51-405E-9535-1302DF9E4ABE}" srcOrd="3" destOrd="0" presId="urn:microsoft.com/office/officeart/2018/2/layout/IconVerticalSolidList"/>
    <dgm:cxn modelId="{E4EE4B0C-D360-4F07-8070-40185BF18113}" type="presParOf" srcId="{C1E2F594-3F1B-4E64-82EE-E6D66496B0C4}" destId="{389A2672-0E21-4207-89DF-5C7C734FADCE}" srcOrd="4" destOrd="0" presId="urn:microsoft.com/office/officeart/2018/2/layout/IconVerticalSolidList"/>
    <dgm:cxn modelId="{BCCABF0F-2A4E-496F-830F-7484ED2564AC}" type="presParOf" srcId="{EAC8FB44-64A4-49B3-90DB-473C31B96593}" destId="{A35F173D-FC6A-4A94-A9F8-471233F7F3D9}" srcOrd="5" destOrd="0" presId="urn:microsoft.com/office/officeart/2018/2/layout/IconVerticalSolidList"/>
    <dgm:cxn modelId="{DCA3D1CE-48EE-4C9B-BBC4-1CCAD31A8D58}" type="presParOf" srcId="{EAC8FB44-64A4-49B3-90DB-473C31B96593}" destId="{00048388-5FF3-427F-ADCE-2E6A026448B5}" srcOrd="6" destOrd="0" presId="urn:microsoft.com/office/officeart/2018/2/layout/IconVerticalSolidList"/>
    <dgm:cxn modelId="{42ED4790-4824-44E2-B2BB-9691DE44AF3D}" type="presParOf" srcId="{00048388-5FF3-427F-ADCE-2E6A026448B5}" destId="{541FCCE2-6420-471D-A47B-0F495DAABAD2}" srcOrd="0" destOrd="0" presId="urn:microsoft.com/office/officeart/2018/2/layout/IconVerticalSolidList"/>
    <dgm:cxn modelId="{607B074F-9C94-4D29-B69C-78CEDD986EA3}" type="presParOf" srcId="{00048388-5FF3-427F-ADCE-2E6A026448B5}" destId="{93B008C0-5C96-46FC-942C-AFF5CFFDFD1C}" srcOrd="1" destOrd="0" presId="urn:microsoft.com/office/officeart/2018/2/layout/IconVerticalSolidList"/>
    <dgm:cxn modelId="{C3A4504E-A12C-4977-889E-B1D61980B0E1}" type="presParOf" srcId="{00048388-5FF3-427F-ADCE-2E6A026448B5}" destId="{23FAD0E4-C6AD-4BB1-B67C-2C1C851F7613}" srcOrd="2" destOrd="0" presId="urn:microsoft.com/office/officeart/2018/2/layout/IconVerticalSolidList"/>
    <dgm:cxn modelId="{D6F21999-767A-45F2-9950-CFC24A5B69A6}" type="presParOf" srcId="{00048388-5FF3-427F-ADCE-2E6A026448B5}" destId="{02696C81-5AE6-46BD-9AAA-86B5C692D48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01675D-64BC-46B1-B8AD-1256A9500004}">
      <dsp:nvSpPr>
        <dsp:cNvPr id="0" name=""/>
        <dsp:cNvSpPr/>
      </dsp:nvSpPr>
      <dsp:spPr>
        <a:xfrm>
          <a:off x="0" y="0"/>
          <a:ext cx="3977640" cy="95118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9FEB1C-905D-421D-83E6-7C8332195C63}">
      <dsp:nvSpPr>
        <dsp:cNvPr id="0" name=""/>
        <dsp:cNvSpPr/>
      </dsp:nvSpPr>
      <dsp:spPr>
        <a:xfrm>
          <a:off x="287732" y="218102"/>
          <a:ext cx="523149" cy="5231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452710-032F-47B1-A074-EC482F571A66}">
      <dsp:nvSpPr>
        <dsp:cNvPr id="0" name=""/>
        <dsp:cNvSpPr/>
      </dsp:nvSpPr>
      <dsp:spPr>
        <a:xfrm>
          <a:off x="1098613" y="4086"/>
          <a:ext cx="2877952" cy="951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667" tIns="100667" rIns="100667" bIns="100667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/>
            <a:t>ordered sequence </a:t>
          </a:r>
          <a:r>
            <a:rPr lang="en-US" sz="1700" b="0" i="0" kern="1200"/>
            <a:t>of information, accessible by index</a:t>
          </a:r>
          <a:endParaRPr lang="en-US" sz="1700" kern="1200"/>
        </a:p>
      </dsp:txBody>
      <dsp:txXfrm>
        <a:off x="1098613" y="4086"/>
        <a:ext cx="2877952" cy="951180"/>
      </dsp:txXfrm>
    </dsp:sp>
    <dsp:sp modelId="{57A6D2CA-281E-4919-ADBB-A0E51CA06844}">
      <dsp:nvSpPr>
        <dsp:cNvPr id="0" name=""/>
        <dsp:cNvSpPr/>
      </dsp:nvSpPr>
      <dsp:spPr>
        <a:xfrm>
          <a:off x="0" y="1193062"/>
          <a:ext cx="3977640" cy="95118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1E37E1-55ED-4F14-8307-48FF9F9F25F4}">
      <dsp:nvSpPr>
        <dsp:cNvPr id="0" name=""/>
        <dsp:cNvSpPr/>
      </dsp:nvSpPr>
      <dsp:spPr>
        <a:xfrm>
          <a:off x="287732" y="1407077"/>
          <a:ext cx="523149" cy="5231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114479-AAA0-4C2D-B1D3-6F0B61741E1D}">
      <dsp:nvSpPr>
        <dsp:cNvPr id="0" name=""/>
        <dsp:cNvSpPr/>
      </dsp:nvSpPr>
      <dsp:spPr>
        <a:xfrm>
          <a:off x="1098613" y="1193062"/>
          <a:ext cx="2877952" cy="951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667" tIns="100667" rIns="100667" bIns="100667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a list is denoted by </a:t>
          </a:r>
          <a:r>
            <a:rPr lang="en-US" sz="1700" b="1" i="0" kern="1200"/>
            <a:t>square brackets</a:t>
          </a:r>
          <a:r>
            <a:rPr lang="en-US" sz="1700" b="0" i="0" kern="1200"/>
            <a:t>, []</a:t>
          </a:r>
          <a:endParaRPr lang="en-US" sz="1700" kern="1200"/>
        </a:p>
      </dsp:txBody>
      <dsp:txXfrm>
        <a:off x="1098613" y="1193062"/>
        <a:ext cx="2877952" cy="951180"/>
      </dsp:txXfrm>
    </dsp:sp>
    <dsp:sp modelId="{8F5B1D5E-770C-4FF4-9624-5AC625F5E4B4}">
      <dsp:nvSpPr>
        <dsp:cNvPr id="0" name=""/>
        <dsp:cNvSpPr/>
      </dsp:nvSpPr>
      <dsp:spPr>
        <a:xfrm>
          <a:off x="0" y="2382037"/>
          <a:ext cx="3977640" cy="95118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FB07A3-F355-4ED7-B550-42F88CFC8096}">
      <dsp:nvSpPr>
        <dsp:cNvPr id="0" name=""/>
        <dsp:cNvSpPr/>
      </dsp:nvSpPr>
      <dsp:spPr>
        <a:xfrm>
          <a:off x="287732" y="2596053"/>
          <a:ext cx="523149" cy="5231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597596-4E51-405E-9535-1302DF9E4ABE}">
      <dsp:nvSpPr>
        <dsp:cNvPr id="0" name=""/>
        <dsp:cNvSpPr/>
      </dsp:nvSpPr>
      <dsp:spPr>
        <a:xfrm>
          <a:off x="1098613" y="2382037"/>
          <a:ext cx="1789938" cy="951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667" tIns="100667" rIns="100667" bIns="100667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a list contains </a:t>
          </a:r>
          <a:r>
            <a:rPr lang="en-US" sz="1700" b="1" i="0" kern="1200"/>
            <a:t>elements</a:t>
          </a:r>
          <a:endParaRPr lang="en-US" sz="1700" kern="1200"/>
        </a:p>
      </dsp:txBody>
      <dsp:txXfrm>
        <a:off x="1098613" y="2382037"/>
        <a:ext cx="1789938" cy="951180"/>
      </dsp:txXfrm>
    </dsp:sp>
    <dsp:sp modelId="{389A2672-0E21-4207-89DF-5C7C734FADCE}">
      <dsp:nvSpPr>
        <dsp:cNvPr id="0" name=""/>
        <dsp:cNvSpPr/>
      </dsp:nvSpPr>
      <dsp:spPr>
        <a:xfrm>
          <a:off x="2888551" y="2382037"/>
          <a:ext cx="1088014" cy="951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667" tIns="100667" rIns="100667" bIns="100667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usually homogeneous (ie, all integers)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can contain mixed types (not common)</a:t>
          </a:r>
        </a:p>
      </dsp:txBody>
      <dsp:txXfrm>
        <a:off x="2888551" y="2382037"/>
        <a:ext cx="1088014" cy="951180"/>
      </dsp:txXfrm>
    </dsp:sp>
    <dsp:sp modelId="{541FCCE2-6420-471D-A47B-0F495DAABAD2}">
      <dsp:nvSpPr>
        <dsp:cNvPr id="0" name=""/>
        <dsp:cNvSpPr/>
      </dsp:nvSpPr>
      <dsp:spPr>
        <a:xfrm>
          <a:off x="0" y="3571012"/>
          <a:ext cx="3977640" cy="95118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B008C0-5C96-46FC-942C-AFF5CFFDFD1C}">
      <dsp:nvSpPr>
        <dsp:cNvPr id="0" name=""/>
        <dsp:cNvSpPr/>
      </dsp:nvSpPr>
      <dsp:spPr>
        <a:xfrm>
          <a:off x="287732" y="3785028"/>
          <a:ext cx="523149" cy="52314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696C81-5AE6-46BD-9AAA-86B5C692D488}">
      <dsp:nvSpPr>
        <dsp:cNvPr id="0" name=""/>
        <dsp:cNvSpPr/>
      </dsp:nvSpPr>
      <dsp:spPr>
        <a:xfrm>
          <a:off x="1098613" y="3571012"/>
          <a:ext cx="2877952" cy="951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667" tIns="100667" rIns="100667" bIns="100667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list elements can be changed so a list is </a:t>
          </a:r>
          <a:r>
            <a:rPr lang="en-US" sz="1700" b="1" i="0" kern="1200"/>
            <a:t>mutable</a:t>
          </a:r>
          <a:endParaRPr lang="en-US" sz="1700" kern="1200"/>
        </a:p>
      </dsp:txBody>
      <dsp:txXfrm>
        <a:off x="1098613" y="3571012"/>
        <a:ext cx="2877952" cy="9511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5C766F-0E40-4FB8-9609-43FD9AC42D6C}" type="datetimeFigureOut">
              <a:rPr lang="en-PK" smtClean="0"/>
              <a:t>23/06/2025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EA2F32-5A94-4392-AB6D-7313494AFE7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9395133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286" y="6400799"/>
            <a:ext cx="9142095" cy="457200"/>
          </a:xfrm>
          <a:custGeom>
            <a:avLst/>
            <a:gdLst/>
            <a:ahLst/>
            <a:cxnLst/>
            <a:rect l="l" t="t" r="r" b="b"/>
            <a:pathLst>
              <a:path w="9142095" h="457200">
                <a:moveTo>
                  <a:pt x="9141714" y="0"/>
                </a:moveTo>
                <a:lnTo>
                  <a:pt x="0" y="0"/>
                </a:lnTo>
                <a:lnTo>
                  <a:pt x="0" y="457200"/>
                </a:lnTo>
                <a:lnTo>
                  <a:pt x="9141714" y="457200"/>
                </a:lnTo>
                <a:lnTo>
                  <a:pt x="9141714" y="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334505"/>
            <a:ext cx="9142095" cy="64135"/>
          </a:xfrm>
          <a:custGeom>
            <a:avLst/>
            <a:gdLst/>
            <a:ahLst/>
            <a:cxnLst/>
            <a:rect l="l" t="t" r="r" b="b"/>
            <a:pathLst>
              <a:path w="9142095" h="64135">
                <a:moveTo>
                  <a:pt x="9141714" y="0"/>
                </a:moveTo>
                <a:lnTo>
                  <a:pt x="0" y="0"/>
                </a:lnTo>
                <a:lnTo>
                  <a:pt x="0" y="64008"/>
                </a:lnTo>
                <a:lnTo>
                  <a:pt x="9141714" y="64008"/>
                </a:lnTo>
                <a:lnTo>
                  <a:pt x="9141714" y="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06017" y="4343400"/>
            <a:ext cx="7406640" cy="0"/>
          </a:xfrm>
          <a:custGeom>
            <a:avLst/>
            <a:gdLst/>
            <a:ahLst/>
            <a:cxnLst/>
            <a:rect l="l" t="t" r="r" b="b"/>
            <a:pathLst>
              <a:path w="7406640">
                <a:moveTo>
                  <a:pt x="0" y="0"/>
                </a:moveTo>
                <a:lnTo>
                  <a:pt x="740664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01700" y="1644904"/>
            <a:ext cx="5227955" cy="2280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901700" y="3702304"/>
            <a:ext cx="5596890" cy="11220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rgbClr val="404040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dirty="0"/>
              <a:t>6.0001</a:t>
            </a:r>
            <a:r>
              <a:rPr spc="-30" dirty="0"/>
              <a:t> </a:t>
            </a:r>
            <a:r>
              <a:rPr dirty="0"/>
              <a:t>LECTURE</a:t>
            </a:r>
            <a:r>
              <a:rPr spc="-20" dirty="0"/>
              <a:t> </a:t>
            </a:r>
            <a:r>
              <a:rPr spc="-60" dirty="0"/>
              <a:t>2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1D1739-58D8-4190-A4E0-BBB353168D3F}" type="datetime1">
              <a:rPr lang="en-US" smtClean="0"/>
              <a:t>6/23/2025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05410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rgbClr val="404040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dirty="0"/>
              <a:t>6.0001</a:t>
            </a:r>
            <a:r>
              <a:rPr spc="-30" dirty="0"/>
              <a:t> </a:t>
            </a:r>
            <a:r>
              <a:rPr dirty="0"/>
              <a:t>LECTURE</a:t>
            </a:r>
            <a:r>
              <a:rPr spc="-20" dirty="0"/>
              <a:t> </a:t>
            </a:r>
            <a:r>
              <a:rPr spc="-60" dirty="0"/>
              <a:t>2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833141-A3BF-41E1-90BF-074CDEFF985B}" type="datetime1">
              <a:rPr lang="en-US" smtClean="0"/>
              <a:t>6/23/2025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05410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dirty="0"/>
              <a:t>6.0001</a:t>
            </a:r>
            <a:r>
              <a:rPr spc="-30" dirty="0"/>
              <a:t> </a:t>
            </a:r>
            <a:r>
              <a:rPr dirty="0"/>
              <a:t>LECTURE</a:t>
            </a:r>
            <a:r>
              <a:rPr spc="-20" dirty="0"/>
              <a:t> </a:t>
            </a:r>
            <a:r>
              <a:rPr spc="-60" dirty="0"/>
              <a:t>2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98D6EB-48CF-4693-9497-B47B3B427295}" type="datetime1">
              <a:rPr lang="en-US" smtClean="0"/>
              <a:t>6/23/2025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05410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858260"/>
            <a:ext cx="9144000" cy="399973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2858261"/>
            <a:ext cx="9144000" cy="3957066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601598" y="193167"/>
            <a:ext cx="1123315" cy="1122680"/>
          </a:xfrm>
          <a:custGeom>
            <a:avLst/>
            <a:gdLst/>
            <a:ahLst/>
            <a:cxnLst/>
            <a:rect l="l" t="t" r="r" b="b"/>
            <a:pathLst>
              <a:path w="1123314" h="1122680">
                <a:moveTo>
                  <a:pt x="0" y="1122425"/>
                </a:moveTo>
                <a:lnTo>
                  <a:pt x="1123188" y="1122425"/>
                </a:lnTo>
                <a:lnTo>
                  <a:pt x="1123188" y="0"/>
                </a:lnTo>
                <a:lnTo>
                  <a:pt x="0" y="0"/>
                </a:lnTo>
                <a:lnTo>
                  <a:pt x="0" y="1122425"/>
                </a:lnTo>
                <a:close/>
              </a:path>
            </a:pathLst>
          </a:custGeom>
          <a:ln w="160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2911982" y="193167"/>
            <a:ext cx="1123315" cy="1122680"/>
          </a:xfrm>
          <a:custGeom>
            <a:avLst/>
            <a:gdLst/>
            <a:ahLst/>
            <a:cxnLst/>
            <a:rect l="l" t="t" r="r" b="b"/>
            <a:pathLst>
              <a:path w="1123314" h="1122680">
                <a:moveTo>
                  <a:pt x="0" y="1122425"/>
                </a:moveTo>
                <a:lnTo>
                  <a:pt x="1123188" y="1122425"/>
                </a:lnTo>
                <a:lnTo>
                  <a:pt x="1123188" y="0"/>
                </a:lnTo>
                <a:lnTo>
                  <a:pt x="0" y="0"/>
                </a:lnTo>
                <a:lnTo>
                  <a:pt x="0" y="1122425"/>
                </a:lnTo>
                <a:close/>
              </a:path>
            </a:pathLst>
          </a:custGeom>
          <a:ln w="160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dirty="0"/>
              <a:t>6.0001</a:t>
            </a:r>
            <a:r>
              <a:rPr spc="-30" dirty="0"/>
              <a:t> </a:t>
            </a:r>
            <a:r>
              <a:rPr dirty="0"/>
              <a:t>LECTURE</a:t>
            </a:r>
            <a:r>
              <a:rPr spc="-20" dirty="0"/>
              <a:t> </a:t>
            </a:r>
            <a:r>
              <a:rPr spc="-60" dirty="0"/>
              <a:t>2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E97CB2-E35A-4FC6-A90D-932CE25A53D4}" type="datetime1">
              <a:rPr lang="en-US" smtClean="0"/>
              <a:t>6/23/2025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05410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286" y="6400799"/>
            <a:ext cx="9142095" cy="457200"/>
          </a:xfrm>
          <a:custGeom>
            <a:avLst/>
            <a:gdLst/>
            <a:ahLst/>
            <a:cxnLst/>
            <a:rect l="l" t="t" r="r" b="b"/>
            <a:pathLst>
              <a:path w="9142095" h="457200">
                <a:moveTo>
                  <a:pt x="9141714" y="0"/>
                </a:moveTo>
                <a:lnTo>
                  <a:pt x="0" y="0"/>
                </a:lnTo>
                <a:lnTo>
                  <a:pt x="0" y="457200"/>
                </a:lnTo>
                <a:lnTo>
                  <a:pt x="9141714" y="457200"/>
                </a:lnTo>
                <a:lnTo>
                  <a:pt x="9141714" y="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334505"/>
            <a:ext cx="9142095" cy="64135"/>
          </a:xfrm>
          <a:custGeom>
            <a:avLst/>
            <a:gdLst/>
            <a:ahLst/>
            <a:cxnLst/>
            <a:rect l="l" t="t" r="r" b="b"/>
            <a:pathLst>
              <a:path w="9142095" h="64135">
                <a:moveTo>
                  <a:pt x="9141714" y="0"/>
                </a:moveTo>
                <a:lnTo>
                  <a:pt x="0" y="0"/>
                </a:lnTo>
                <a:lnTo>
                  <a:pt x="0" y="64008"/>
                </a:lnTo>
                <a:lnTo>
                  <a:pt x="9141714" y="64008"/>
                </a:lnTo>
                <a:lnTo>
                  <a:pt x="9141714" y="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dirty="0"/>
              <a:t>6.0001</a:t>
            </a:r>
            <a:r>
              <a:rPr spc="-30" dirty="0"/>
              <a:t> </a:t>
            </a:r>
            <a:r>
              <a:rPr dirty="0"/>
              <a:t>LECTURE</a:t>
            </a:r>
            <a:r>
              <a:rPr spc="-20" dirty="0"/>
              <a:t> </a:t>
            </a:r>
            <a:r>
              <a:rPr spc="-60" dirty="0"/>
              <a:t>2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47C829-8550-4120-B93C-8DBB9736DEC4}" type="datetime1">
              <a:rPr lang="en-US" smtClean="0"/>
              <a:t>6/23/2025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05410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400799"/>
            <a:ext cx="9144000" cy="457200"/>
          </a:xfrm>
          <a:custGeom>
            <a:avLst/>
            <a:gdLst/>
            <a:ahLst/>
            <a:cxnLst/>
            <a:rect l="l" t="t" r="r" b="b"/>
            <a:pathLst>
              <a:path w="9144000" h="457200">
                <a:moveTo>
                  <a:pt x="9144000" y="0"/>
                </a:moveTo>
                <a:lnTo>
                  <a:pt x="0" y="0"/>
                </a:lnTo>
                <a:lnTo>
                  <a:pt x="0" y="457200"/>
                </a:lnTo>
                <a:lnTo>
                  <a:pt x="9144000" y="4572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334505"/>
            <a:ext cx="9144000" cy="66040"/>
          </a:xfrm>
          <a:custGeom>
            <a:avLst/>
            <a:gdLst/>
            <a:ahLst/>
            <a:cxnLst/>
            <a:rect l="l" t="t" r="r" b="b"/>
            <a:pathLst>
              <a:path w="9144000" h="66039">
                <a:moveTo>
                  <a:pt x="9144000" y="0"/>
                </a:moveTo>
                <a:lnTo>
                  <a:pt x="0" y="0"/>
                </a:lnTo>
                <a:lnTo>
                  <a:pt x="0" y="65532"/>
                </a:lnTo>
                <a:lnTo>
                  <a:pt x="9144000" y="65532"/>
                </a:lnTo>
                <a:lnTo>
                  <a:pt x="9144000" y="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895350" y="1738122"/>
            <a:ext cx="7475220" cy="0"/>
          </a:xfrm>
          <a:custGeom>
            <a:avLst/>
            <a:gdLst/>
            <a:ahLst/>
            <a:cxnLst/>
            <a:rect l="l" t="t" r="r" b="b"/>
            <a:pathLst>
              <a:path w="7475220">
                <a:moveTo>
                  <a:pt x="0" y="0"/>
                </a:moveTo>
                <a:lnTo>
                  <a:pt x="747522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6250685"/>
            <a:ext cx="9144000" cy="325755"/>
          </a:xfrm>
          <a:custGeom>
            <a:avLst/>
            <a:gdLst/>
            <a:ahLst/>
            <a:cxnLst/>
            <a:rect l="l" t="t" r="r" b="b"/>
            <a:pathLst>
              <a:path w="9144000" h="325754">
                <a:moveTo>
                  <a:pt x="9144000" y="0"/>
                </a:moveTo>
                <a:lnTo>
                  <a:pt x="0" y="0"/>
                </a:lnTo>
                <a:lnTo>
                  <a:pt x="0" y="325373"/>
                </a:lnTo>
                <a:lnTo>
                  <a:pt x="9144000" y="325373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01700" y="291845"/>
            <a:ext cx="7340600" cy="13773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55641" y="1684451"/>
            <a:ext cx="3871595" cy="40868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rgbClr val="404040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4009" y="6645275"/>
            <a:ext cx="859154" cy="139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dirty="0"/>
              <a:t>6.0001</a:t>
            </a:r>
            <a:r>
              <a:rPr spc="-30" dirty="0"/>
              <a:t> </a:t>
            </a:r>
            <a:r>
              <a:rPr dirty="0"/>
              <a:t>LECTURE</a:t>
            </a:r>
            <a:r>
              <a:rPr spc="-20" dirty="0"/>
              <a:t> </a:t>
            </a:r>
            <a:r>
              <a:rPr spc="-60" dirty="0"/>
              <a:t>2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49EF36-B4F9-4185-ABC8-D0B9CE9A89E1}" type="datetime1">
              <a:rPr lang="en-US" smtClean="0"/>
              <a:t>6/23/2025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143747" y="6575107"/>
            <a:ext cx="224790" cy="2216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05410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png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7" Type="http://schemas.openxmlformats.org/officeDocument/2006/relationships/image" Target="../media/image85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D5DE47F-AF38-586B-6023-00CA5A2233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1700" y="1644904"/>
            <a:ext cx="5227955" cy="1477328"/>
          </a:xfrm>
        </p:spPr>
        <p:txBody>
          <a:bodyPr/>
          <a:lstStyle/>
          <a:p>
            <a:r>
              <a:rPr lang="en-US" dirty="0"/>
              <a:t>Introduction to Python</a:t>
            </a:r>
            <a:endParaRPr lang="en-PK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88962617-389D-2760-2261-0B74403062A0}"/>
              </a:ext>
            </a:extLst>
          </p:cNvPr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F47319-9978-5DC4-2557-38630C99E70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05410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lang="en-PK" spc="-50" smtClean="0"/>
              <a:t>1</a:t>
            </a:fld>
            <a:endParaRPr lang="en-PK" spc="-50" dirty="0"/>
          </a:p>
        </p:txBody>
      </p:sp>
    </p:spTree>
    <p:extLst>
      <p:ext uri="{BB962C8B-B14F-4D97-AF65-F5344CB8AC3E}">
        <p14:creationId xmlns:p14="http://schemas.microsoft.com/office/powerpoint/2010/main" val="1303570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1644904"/>
            <a:ext cx="5227955" cy="2280920"/>
          </a:xfrm>
          <a:prstGeom prst="rect">
            <a:avLst/>
          </a:prstGeom>
        </p:spPr>
        <p:txBody>
          <a:bodyPr vert="horz" wrap="square" lIns="0" tIns="199390" rIns="0" bIns="0" rtlCol="0">
            <a:spAutoFit/>
          </a:bodyPr>
          <a:lstStyle/>
          <a:p>
            <a:pPr marL="12700" marR="5080">
              <a:lnSpc>
                <a:spcPts val="8159"/>
              </a:lnSpc>
              <a:spcBef>
                <a:spcPts val="1570"/>
              </a:spcBef>
            </a:pPr>
            <a:r>
              <a:rPr sz="8000" spc="-60" dirty="0">
                <a:solidFill>
                  <a:srgbClr val="252525"/>
                </a:solidFill>
                <a:latin typeface="Calibri Light"/>
                <a:cs typeface="Calibri Light"/>
              </a:rPr>
              <a:t>BRANCHING, </a:t>
            </a:r>
            <a:r>
              <a:rPr sz="8000" spc="55" dirty="0">
                <a:solidFill>
                  <a:srgbClr val="252525"/>
                </a:solidFill>
                <a:latin typeface="Calibri Light"/>
                <a:cs typeface="Calibri Light"/>
              </a:rPr>
              <a:t>I</a:t>
            </a:r>
            <a:r>
              <a:rPr sz="8000" spc="50" dirty="0">
                <a:solidFill>
                  <a:srgbClr val="252525"/>
                </a:solidFill>
                <a:latin typeface="Calibri Light"/>
                <a:cs typeface="Calibri Light"/>
              </a:rPr>
              <a:t>TER</a:t>
            </a:r>
            <a:r>
              <a:rPr sz="8000" spc="-585" dirty="0">
                <a:solidFill>
                  <a:srgbClr val="252525"/>
                </a:solidFill>
                <a:latin typeface="Calibri Light"/>
                <a:cs typeface="Calibri Light"/>
              </a:rPr>
              <a:t>A</a:t>
            </a:r>
            <a:r>
              <a:rPr sz="8000" spc="50" dirty="0">
                <a:solidFill>
                  <a:srgbClr val="252525"/>
                </a:solidFill>
                <a:latin typeface="Calibri Light"/>
                <a:cs typeface="Calibri Light"/>
              </a:rPr>
              <a:t>T</a:t>
            </a:r>
            <a:r>
              <a:rPr sz="8000" spc="55" dirty="0">
                <a:solidFill>
                  <a:srgbClr val="252525"/>
                </a:solidFill>
                <a:latin typeface="Calibri Light"/>
                <a:cs typeface="Calibri Light"/>
              </a:rPr>
              <a:t>I</a:t>
            </a:r>
            <a:r>
              <a:rPr sz="8000" spc="45" dirty="0">
                <a:solidFill>
                  <a:srgbClr val="252525"/>
                </a:solidFill>
                <a:latin typeface="Calibri Light"/>
                <a:cs typeface="Calibri Light"/>
              </a:rPr>
              <a:t>O</a:t>
            </a:r>
            <a:r>
              <a:rPr sz="8000" spc="105" dirty="0">
                <a:solidFill>
                  <a:srgbClr val="252525"/>
                </a:solidFill>
                <a:latin typeface="Calibri Light"/>
                <a:cs typeface="Calibri Light"/>
              </a:rPr>
              <a:t>N</a:t>
            </a:r>
            <a:endParaRPr sz="8000">
              <a:latin typeface="Calibri Light"/>
              <a:cs typeface="Calibri Ligh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05410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926846"/>
            <a:ext cx="207772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STRINGS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05410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810259" y="1679849"/>
            <a:ext cx="7938770" cy="4107815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237490" indent="-224790">
              <a:lnSpc>
                <a:spcPct val="100000"/>
              </a:lnSpc>
              <a:spcBef>
                <a:spcPts val="1190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sz="2600" spc="-10" dirty="0">
                <a:latin typeface="Calibri"/>
                <a:cs typeface="Calibri"/>
              </a:rPr>
              <a:t>letters,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special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characters,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spaces,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digits</a:t>
            </a:r>
            <a:endParaRPr sz="2600">
              <a:latin typeface="Calibri"/>
              <a:cs typeface="Calibri"/>
            </a:endParaRPr>
          </a:p>
          <a:p>
            <a:pPr marL="237490" indent="-224790">
              <a:lnSpc>
                <a:spcPts val="3095"/>
              </a:lnSpc>
              <a:spcBef>
                <a:spcPts val="1085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sz="2600" dirty="0">
                <a:latin typeface="Calibri"/>
                <a:cs typeface="Calibri"/>
              </a:rPr>
              <a:t>enclose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quotation</a:t>
            </a:r>
            <a:r>
              <a:rPr sz="2600" b="1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marks</a:t>
            </a:r>
            <a:r>
              <a:rPr sz="2600" b="1" spc="-7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or</a:t>
            </a:r>
            <a:r>
              <a:rPr sz="2600" b="1" spc="-7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single</a:t>
            </a:r>
            <a:r>
              <a:rPr sz="2600" b="1" spc="-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quotes</a:t>
            </a:r>
            <a:endParaRPr sz="2600">
              <a:latin typeface="Calibri"/>
              <a:cs typeface="Calibri"/>
            </a:endParaRPr>
          </a:p>
          <a:p>
            <a:pPr marL="317500">
              <a:lnSpc>
                <a:spcPts val="2375"/>
              </a:lnSpc>
            </a:pPr>
            <a:r>
              <a:rPr sz="2000" dirty="0">
                <a:latin typeface="Courier New"/>
                <a:cs typeface="Courier New"/>
              </a:rPr>
              <a:t>hi</a:t>
            </a:r>
            <a:r>
              <a:rPr sz="2000" spc="-4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=</a:t>
            </a:r>
            <a:r>
              <a:rPr sz="2000" spc="-3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"hello</a:t>
            </a:r>
            <a:r>
              <a:rPr sz="2000" spc="-3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there"</a:t>
            </a:r>
            <a:endParaRPr sz="2000">
              <a:latin typeface="Courier New"/>
              <a:cs typeface="Courier New"/>
            </a:endParaRPr>
          </a:p>
          <a:p>
            <a:pPr marL="237490" indent="-224790">
              <a:lnSpc>
                <a:spcPts val="3095"/>
              </a:lnSpc>
              <a:spcBef>
                <a:spcPts val="894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sz="2600" b="1" spc="-20" dirty="0">
                <a:solidFill>
                  <a:srgbClr val="C00000"/>
                </a:solidFill>
                <a:latin typeface="Calibri"/>
                <a:cs typeface="Calibri"/>
              </a:rPr>
              <a:t>concatenate</a:t>
            </a:r>
            <a:r>
              <a:rPr sz="2600" b="1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strings</a:t>
            </a:r>
            <a:endParaRPr sz="2600">
              <a:latin typeface="Calibri"/>
              <a:cs typeface="Calibri"/>
            </a:endParaRPr>
          </a:p>
          <a:p>
            <a:pPr marL="317500">
              <a:lnSpc>
                <a:spcPts val="2375"/>
              </a:lnSpc>
            </a:pPr>
            <a:r>
              <a:rPr sz="2000" dirty="0">
                <a:latin typeface="Courier New"/>
                <a:cs typeface="Courier New"/>
              </a:rPr>
              <a:t>name</a:t>
            </a:r>
            <a:r>
              <a:rPr sz="2000" spc="-3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=</a:t>
            </a:r>
            <a:r>
              <a:rPr sz="2000" spc="-3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"ana"</a:t>
            </a:r>
            <a:endParaRPr sz="2000">
              <a:latin typeface="Courier New"/>
              <a:cs typeface="Courier New"/>
            </a:endParaRPr>
          </a:p>
          <a:p>
            <a:pPr marL="317500">
              <a:lnSpc>
                <a:spcPct val="100000"/>
              </a:lnSpc>
              <a:spcBef>
                <a:spcPts val="1920"/>
              </a:spcBef>
            </a:pPr>
            <a:r>
              <a:rPr sz="2000" dirty="0">
                <a:latin typeface="Courier New"/>
                <a:cs typeface="Courier New"/>
              </a:rPr>
              <a:t>greet</a:t>
            </a:r>
            <a:r>
              <a:rPr sz="2000" spc="-3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=</a:t>
            </a:r>
            <a:r>
              <a:rPr sz="2000" spc="-2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hi</a:t>
            </a:r>
            <a:r>
              <a:rPr sz="2000" spc="-3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+</a:t>
            </a:r>
            <a:r>
              <a:rPr sz="2000" spc="-2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name</a:t>
            </a:r>
            <a:endParaRPr sz="2000">
              <a:latin typeface="Courier New"/>
              <a:cs typeface="Courier New"/>
            </a:endParaRPr>
          </a:p>
          <a:p>
            <a:pPr marL="317500">
              <a:lnSpc>
                <a:spcPct val="100000"/>
              </a:lnSpc>
              <a:spcBef>
                <a:spcPts val="1920"/>
              </a:spcBef>
            </a:pPr>
            <a:r>
              <a:rPr sz="2000" dirty="0">
                <a:latin typeface="Courier New"/>
                <a:cs typeface="Courier New"/>
              </a:rPr>
              <a:t>greeting</a:t>
            </a:r>
            <a:r>
              <a:rPr sz="2000" spc="-2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=</a:t>
            </a:r>
            <a:r>
              <a:rPr sz="2000" spc="-1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hi</a:t>
            </a:r>
            <a:r>
              <a:rPr sz="2000" spc="-1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+</a:t>
            </a:r>
            <a:r>
              <a:rPr sz="2000" spc="-1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"</a:t>
            </a:r>
            <a:r>
              <a:rPr sz="2000" spc="-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"</a:t>
            </a:r>
            <a:r>
              <a:rPr sz="2000" spc="-1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+</a:t>
            </a:r>
            <a:r>
              <a:rPr sz="2000" spc="-1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name</a:t>
            </a:r>
            <a:endParaRPr sz="2000">
              <a:latin typeface="Courier New"/>
              <a:cs typeface="Courier New"/>
            </a:endParaRPr>
          </a:p>
          <a:p>
            <a:pPr marL="237490" indent="-224790">
              <a:lnSpc>
                <a:spcPts val="3095"/>
              </a:lnSpc>
              <a:spcBef>
                <a:spcPts val="905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sz="2600" dirty="0">
                <a:latin typeface="Calibri"/>
                <a:cs typeface="Calibri"/>
              </a:rPr>
              <a:t>do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some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operations </a:t>
            </a:r>
            <a:r>
              <a:rPr sz="2600" dirty="0">
                <a:latin typeface="Calibri"/>
                <a:cs typeface="Calibri"/>
              </a:rPr>
              <a:t>on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string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defined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Python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docs</a:t>
            </a:r>
            <a:endParaRPr sz="2600">
              <a:latin typeface="Calibri"/>
              <a:cs typeface="Calibri"/>
            </a:endParaRPr>
          </a:p>
          <a:p>
            <a:pPr marL="317500">
              <a:lnSpc>
                <a:spcPts val="2375"/>
              </a:lnSpc>
            </a:pPr>
            <a:r>
              <a:rPr sz="2000" dirty="0">
                <a:latin typeface="Courier New"/>
                <a:cs typeface="Courier New"/>
              </a:rPr>
              <a:t>silly</a:t>
            </a:r>
            <a:r>
              <a:rPr sz="2000" spc="-2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=</a:t>
            </a:r>
            <a:r>
              <a:rPr sz="2000" spc="-2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hi</a:t>
            </a:r>
            <a:r>
              <a:rPr sz="2000" spc="-2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+</a:t>
            </a:r>
            <a:r>
              <a:rPr sz="2000" spc="-2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"</a:t>
            </a:r>
            <a:r>
              <a:rPr sz="2000" spc="-2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"</a:t>
            </a:r>
            <a:r>
              <a:rPr sz="2000" spc="-2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+</a:t>
            </a:r>
            <a:r>
              <a:rPr sz="2000" spc="-2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name</a:t>
            </a:r>
            <a:r>
              <a:rPr sz="2000" spc="-2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*</a:t>
            </a:r>
            <a:r>
              <a:rPr sz="2000" spc="-20" dirty="0">
                <a:latin typeface="Courier New"/>
                <a:cs typeface="Courier New"/>
              </a:rPr>
              <a:t> </a:t>
            </a:r>
            <a:r>
              <a:rPr sz="2000" spc="-50" dirty="0">
                <a:latin typeface="Courier New"/>
                <a:cs typeface="Courier New"/>
              </a:rPr>
              <a:t>3</a:t>
            </a:r>
            <a:endParaRPr sz="2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911859"/>
            <a:ext cx="578675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5" dirty="0"/>
              <a:t>INPUT/OUTPUT:</a:t>
            </a:r>
            <a:r>
              <a:rPr spc="-175" dirty="0"/>
              <a:t> </a:t>
            </a:r>
            <a:r>
              <a:rPr spc="-10" dirty="0">
                <a:latin typeface="Courier New"/>
                <a:cs typeface="Courier New"/>
              </a:rPr>
              <a:t>print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05410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810259" y="1683662"/>
            <a:ext cx="4399915" cy="1087120"/>
          </a:xfrm>
          <a:prstGeom prst="rect">
            <a:avLst/>
          </a:prstGeom>
        </p:spPr>
        <p:txBody>
          <a:bodyPr vert="horz" wrap="square" lIns="0" tIns="147320" rIns="0" bIns="0" rtlCol="0">
            <a:spAutoFit/>
          </a:bodyPr>
          <a:lstStyle/>
          <a:p>
            <a:pPr marL="237490" indent="-224790">
              <a:lnSpc>
                <a:spcPct val="100000"/>
              </a:lnSpc>
              <a:spcBef>
                <a:spcPts val="1160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sz="2600" dirty="0">
                <a:latin typeface="Calibri"/>
                <a:cs typeface="Calibri"/>
              </a:rPr>
              <a:t>used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output</a:t>
            </a:r>
            <a:r>
              <a:rPr sz="2600" b="1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stuff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console</a:t>
            </a:r>
            <a:endParaRPr sz="2600">
              <a:latin typeface="Calibri"/>
              <a:cs typeface="Calibri"/>
            </a:endParaRPr>
          </a:p>
          <a:p>
            <a:pPr marL="237490" indent="-224790">
              <a:lnSpc>
                <a:spcPct val="100000"/>
              </a:lnSpc>
              <a:spcBef>
                <a:spcPts val="1055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sz="2600" spc="-20" dirty="0">
                <a:latin typeface="Calibri"/>
                <a:cs typeface="Calibri"/>
              </a:rPr>
              <a:t>keyword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ourier New"/>
                <a:cs typeface="Courier New"/>
              </a:rPr>
              <a:t>print</a:t>
            </a:r>
            <a:endParaRPr sz="2600">
              <a:latin typeface="Courier New"/>
              <a:cs typeface="Courier New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91209" y="3232981"/>
          <a:ext cx="8011795" cy="20142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835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63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71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22375">
                <a:tc>
                  <a:txBody>
                    <a:bodyPr/>
                    <a:lstStyle/>
                    <a:p>
                      <a:pPr marL="31750">
                        <a:lnSpc>
                          <a:spcPts val="1964"/>
                        </a:lnSpc>
                      </a:pPr>
                      <a:r>
                        <a:rPr sz="1900" dirty="0">
                          <a:latin typeface="Courier New"/>
                          <a:cs typeface="Courier New"/>
                        </a:rPr>
                        <a:t>x =</a:t>
                      </a:r>
                      <a:r>
                        <a:rPr sz="1900" spc="-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00" spc="-50" dirty="0">
                          <a:latin typeface="Courier New"/>
                          <a:cs typeface="Courier New"/>
                        </a:rPr>
                        <a:t>1</a:t>
                      </a:r>
                      <a:endParaRPr sz="1900">
                        <a:latin typeface="Courier New"/>
                        <a:cs typeface="Courier New"/>
                      </a:endParaRPr>
                    </a:p>
                    <a:p>
                      <a:pPr marL="31750" marR="1219835">
                        <a:lnSpc>
                          <a:spcPct val="150000"/>
                        </a:lnSpc>
                      </a:pPr>
                      <a:r>
                        <a:rPr sz="1900" spc="-10" dirty="0">
                          <a:latin typeface="Courier New"/>
                          <a:cs typeface="Courier New"/>
                        </a:rPr>
                        <a:t>print(x)</a:t>
                      </a:r>
                      <a:r>
                        <a:rPr sz="1900" spc="50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00" dirty="0">
                          <a:latin typeface="Courier New"/>
                          <a:cs typeface="Courier New"/>
                        </a:rPr>
                        <a:t>x_str</a:t>
                      </a:r>
                      <a:r>
                        <a:rPr sz="1900" spc="-2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00" dirty="0"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1900" spc="-2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00" spc="-10" dirty="0">
                          <a:latin typeface="Courier New"/>
                          <a:cs typeface="Courier New"/>
                        </a:rPr>
                        <a:t>str(x)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245">
                <a:tc>
                  <a:txBody>
                    <a:bodyPr/>
                    <a:lstStyle/>
                    <a:p>
                      <a:pPr marR="32384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900" dirty="0">
                          <a:latin typeface="Courier New"/>
                          <a:cs typeface="Courier New"/>
                        </a:rPr>
                        <a:t>print("my</a:t>
                      </a:r>
                      <a:r>
                        <a:rPr sz="1900" spc="-4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00" dirty="0">
                          <a:latin typeface="Courier New"/>
                          <a:cs typeface="Courier New"/>
                        </a:rPr>
                        <a:t>fav</a:t>
                      </a:r>
                      <a:r>
                        <a:rPr sz="1900" spc="-3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00" dirty="0">
                          <a:latin typeface="Courier New"/>
                          <a:cs typeface="Courier New"/>
                        </a:rPr>
                        <a:t>num</a:t>
                      </a:r>
                      <a:r>
                        <a:rPr sz="1900" spc="-3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00" spc="-20" dirty="0">
                          <a:latin typeface="Courier New"/>
                          <a:cs typeface="Courier New"/>
                        </a:rPr>
                        <a:t>is",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4000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900" dirty="0">
                          <a:latin typeface="Courier New"/>
                          <a:cs typeface="Courier New"/>
                        </a:rPr>
                        <a:t>x,</a:t>
                      </a:r>
                      <a:r>
                        <a:rPr sz="1900" spc="-2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00" spc="-20" dirty="0">
                          <a:latin typeface="Courier New"/>
                          <a:cs typeface="Courier New"/>
                        </a:rPr>
                        <a:t>".",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40005" marB="0"/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900" dirty="0">
                          <a:latin typeface="Courier New"/>
                          <a:cs typeface="Courier New"/>
                        </a:rPr>
                        <a:t>"x</a:t>
                      </a:r>
                      <a:r>
                        <a:rPr sz="1900" spc="-2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00" dirty="0">
                          <a:latin typeface="Courier New"/>
                          <a:cs typeface="Courier New"/>
                        </a:rPr>
                        <a:t>=",</a:t>
                      </a:r>
                      <a:r>
                        <a:rPr sz="1900" spc="-25" dirty="0">
                          <a:latin typeface="Courier New"/>
                          <a:cs typeface="Courier New"/>
                        </a:rPr>
                        <a:t> x)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4000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R="32384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900" dirty="0">
                          <a:latin typeface="Courier New"/>
                          <a:cs typeface="Courier New"/>
                        </a:rPr>
                        <a:t>print("my</a:t>
                      </a:r>
                      <a:r>
                        <a:rPr sz="1900" spc="-3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00" dirty="0">
                          <a:latin typeface="Courier New"/>
                          <a:cs typeface="Courier New"/>
                        </a:rPr>
                        <a:t>fav</a:t>
                      </a:r>
                      <a:r>
                        <a:rPr sz="1900" spc="-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00" dirty="0">
                          <a:latin typeface="Courier New"/>
                          <a:cs typeface="Courier New"/>
                        </a:rPr>
                        <a:t>num</a:t>
                      </a:r>
                      <a:r>
                        <a:rPr sz="1900" spc="-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00" dirty="0">
                          <a:latin typeface="Courier New"/>
                          <a:cs typeface="Courier New"/>
                        </a:rPr>
                        <a:t>is</a:t>
                      </a:r>
                      <a:r>
                        <a:rPr sz="1900" spc="-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00" spc="-50" dirty="0">
                          <a:latin typeface="Courier New"/>
                          <a:cs typeface="Courier New"/>
                        </a:rPr>
                        <a:t>"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900" dirty="0">
                          <a:latin typeface="Courier New"/>
                          <a:cs typeface="Courier New"/>
                        </a:rPr>
                        <a:t>+</a:t>
                      </a:r>
                      <a:r>
                        <a:rPr sz="1900" spc="-10" dirty="0">
                          <a:latin typeface="Courier New"/>
                          <a:cs typeface="Courier New"/>
                        </a:rPr>
                        <a:t> x_str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900" dirty="0">
                          <a:latin typeface="Courier New"/>
                          <a:cs typeface="Courier New"/>
                        </a:rPr>
                        <a:t>+</a:t>
                      </a:r>
                      <a:r>
                        <a:rPr sz="1900" spc="-2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00" dirty="0">
                          <a:latin typeface="Courier New"/>
                          <a:cs typeface="Courier New"/>
                        </a:rPr>
                        <a:t>".</a:t>
                      </a:r>
                      <a:r>
                        <a:rPr sz="1900" spc="-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00" dirty="0">
                          <a:latin typeface="Courier New"/>
                          <a:cs typeface="Courier New"/>
                        </a:rPr>
                        <a:t>"</a:t>
                      </a:r>
                      <a:r>
                        <a:rPr sz="1900" spc="-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00" dirty="0">
                          <a:latin typeface="Courier New"/>
                          <a:cs typeface="Courier New"/>
                        </a:rPr>
                        <a:t>+</a:t>
                      </a:r>
                      <a:r>
                        <a:rPr sz="1900" spc="-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00" dirty="0">
                          <a:latin typeface="Courier New"/>
                          <a:cs typeface="Courier New"/>
                        </a:rPr>
                        <a:t>"x</a:t>
                      </a:r>
                      <a:r>
                        <a:rPr sz="1900" spc="-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00" dirty="0"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1900" spc="-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00" dirty="0">
                          <a:latin typeface="Courier New"/>
                          <a:cs typeface="Courier New"/>
                        </a:rPr>
                        <a:t>" +</a:t>
                      </a:r>
                      <a:r>
                        <a:rPr sz="1900" spc="-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00" spc="-10" dirty="0">
                          <a:latin typeface="Courier New"/>
                          <a:cs typeface="Courier New"/>
                        </a:rPr>
                        <a:t>x_str)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914146"/>
            <a:ext cx="667194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5" dirty="0"/>
              <a:t>INPUT/OUTPUT:</a:t>
            </a:r>
            <a:r>
              <a:rPr spc="-175" dirty="0"/>
              <a:t> </a:t>
            </a:r>
            <a:r>
              <a:rPr sz="4000" spc="-35" dirty="0">
                <a:latin typeface="Courier New"/>
                <a:cs typeface="Courier New"/>
              </a:rPr>
              <a:t>input("")</a:t>
            </a:r>
            <a:endParaRPr sz="40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05410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810259" y="1687500"/>
            <a:ext cx="6950709" cy="4481195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237490" indent="-224790">
              <a:lnSpc>
                <a:spcPct val="100000"/>
              </a:lnSpc>
              <a:spcBef>
                <a:spcPts val="875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sz="2600" dirty="0">
                <a:latin typeface="Calibri"/>
                <a:cs typeface="Calibri"/>
              </a:rPr>
              <a:t>prints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whatever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quotes</a:t>
            </a:r>
            <a:endParaRPr sz="2600">
              <a:latin typeface="Calibri"/>
              <a:cs typeface="Calibri"/>
            </a:endParaRPr>
          </a:p>
          <a:p>
            <a:pPr marL="237490" indent="-224790">
              <a:lnSpc>
                <a:spcPct val="100000"/>
              </a:lnSpc>
              <a:spcBef>
                <a:spcPts val="780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sz="2600" dirty="0">
                <a:latin typeface="Calibri"/>
                <a:cs typeface="Calibri"/>
              </a:rPr>
              <a:t>user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types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something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hits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enter</a:t>
            </a:r>
            <a:endParaRPr sz="2600">
              <a:latin typeface="Calibri"/>
              <a:cs typeface="Calibri"/>
            </a:endParaRPr>
          </a:p>
          <a:p>
            <a:pPr marL="237490" indent="-224790">
              <a:lnSpc>
                <a:spcPct val="100000"/>
              </a:lnSpc>
              <a:spcBef>
                <a:spcPts val="780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sz="2600" dirty="0">
                <a:latin typeface="Calibri"/>
                <a:cs typeface="Calibri"/>
              </a:rPr>
              <a:t>binds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that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value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variable</a:t>
            </a:r>
            <a:endParaRPr sz="2600">
              <a:latin typeface="Calibri"/>
              <a:cs typeface="Calibri"/>
            </a:endParaRPr>
          </a:p>
          <a:p>
            <a:pPr marL="317500" marR="1595120">
              <a:lnSpc>
                <a:spcPts val="3600"/>
              </a:lnSpc>
              <a:spcBef>
                <a:spcPts val="85"/>
              </a:spcBef>
            </a:pPr>
            <a:r>
              <a:rPr sz="2000" dirty="0">
                <a:latin typeface="Courier New"/>
                <a:cs typeface="Courier New"/>
              </a:rPr>
              <a:t>text</a:t>
            </a:r>
            <a:r>
              <a:rPr sz="2000" spc="-8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=</a:t>
            </a:r>
            <a:r>
              <a:rPr sz="2000" spc="-8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input("Type</a:t>
            </a:r>
            <a:r>
              <a:rPr sz="2000" spc="-8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anything...</a:t>
            </a:r>
            <a:r>
              <a:rPr sz="2000" spc="-80" dirty="0">
                <a:latin typeface="Courier New"/>
                <a:cs typeface="Courier New"/>
              </a:rPr>
              <a:t> </a:t>
            </a:r>
            <a:r>
              <a:rPr sz="2000" spc="-25" dirty="0">
                <a:latin typeface="Courier New"/>
                <a:cs typeface="Courier New"/>
              </a:rPr>
              <a:t>") </a:t>
            </a:r>
            <a:r>
              <a:rPr sz="2000" spc="-10" dirty="0">
                <a:latin typeface="Courier New"/>
                <a:cs typeface="Courier New"/>
              </a:rPr>
              <a:t>print(5*text)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685"/>
              </a:spcBef>
            </a:pPr>
            <a:endParaRPr sz="2000">
              <a:latin typeface="Courier New"/>
              <a:cs typeface="Courier New"/>
            </a:endParaRPr>
          </a:p>
          <a:p>
            <a:pPr marL="104139" marR="5080" indent="-91440">
              <a:lnSpc>
                <a:spcPts val="2590"/>
              </a:lnSpc>
              <a:buClr>
                <a:srgbClr val="585858"/>
              </a:buClr>
              <a:buFont typeface="Wingdings"/>
              <a:buChar char=""/>
              <a:tabLst>
                <a:tab pos="104139" algn="l"/>
                <a:tab pos="237490" algn="l"/>
              </a:tabLst>
            </a:pPr>
            <a:r>
              <a:rPr sz="2600" dirty="0">
                <a:latin typeface="Courier New"/>
                <a:cs typeface="Courier New"/>
              </a:rPr>
              <a:t>	input</a:t>
            </a:r>
            <a:r>
              <a:rPr sz="2600" spc="-15" dirty="0">
                <a:latin typeface="Courier New"/>
                <a:cs typeface="Courier New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gives</a:t>
            </a:r>
            <a:r>
              <a:rPr sz="2600" b="1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you</a:t>
            </a:r>
            <a:r>
              <a:rPr sz="2600" b="1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600" b="1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string</a:t>
            </a:r>
            <a:r>
              <a:rPr sz="2600" b="1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must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cast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if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working </a:t>
            </a:r>
            <a:r>
              <a:rPr sz="2600" dirty="0">
                <a:latin typeface="Calibri"/>
                <a:cs typeface="Calibri"/>
              </a:rPr>
              <a:t>with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numbers</a:t>
            </a:r>
            <a:endParaRPr sz="2600">
              <a:latin typeface="Calibri"/>
              <a:cs typeface="Calibri"/>
            </a:endParaRPr>
          </a:p>
          <a:p>
            <a:pPr marL="317500" marR="985519">
              <a:lnSpc>
                <a:spcPts val="3600"/>
              </a:lnSpc>
            </a:pPr>
            <a:r>
              <a:rPr sz="2000" dirty="0">
                <a:latin typeface="Courier New"/>
                <a:cs typeface="Courier New"/>
              </a:rPr>
              <a:t>num</a:t>
            </a:r>
            <a:r>
              <a:rPr sz="2000" spc="-7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=</a:t>
            </a:r>
            <a:r>
              <a:rPr sz="2000" spc="-7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int(input("Type</a:t>
            </a:r>
            <a:r>
              <a:rPr sz="2000" spc="-7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a</a:t>
            </a:r>
            <a:r>
              <a:rPr sz="2000" spc="-7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number...</a:t>
            </a:r>
            <a:r>
              <a:rPr sz="2000" spc="-70" dirty="0">
                <a:latin typeface="Courier New"/>
                <a:cs typeface="Courier New"/>
              </a:rPr>
              <a:t> </a:t>
            </a:r>
            <a:r>
              <a:rPr sz="2000" spc="-25" dirty="0">
                <a:latin typeface="Courier New"/>
                <a:cs typeface="Courier New"/>
              </a:rPr>
              <a:t>")) </a:t>
            </a:r>
            <a:r>
              <a:rPr sz="2000" spc="-10" dirty="0">
                <a:latin typeface="Courier New"/>
                <a:cs typeface="Courier New"/>
              </a:rPr>
              <a:t>print(5*num)</a:t>
            </a:r>
            <a:endParaRPr sz="2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5320"/>
              </a:lnSpc>
              <a:spcBef>
                <a:spcPts val="100"/>
              </a:spcBef>
            </a:pPr>
            <a:r>
              <a:rPr spc="-90" dirty="0"/>
              <a:t>COMPARISON</a:t>
            </a:r>
            <a:r>
              <a:rPr spc="-150" dirty="0"/>
              <a:t> </a:t>
            </a:r>
            <a:r>
              <a:rPr spc="-120" dirty="0"/>
              <a:t>OPERATORS</a:t>
            </a:r>
            <a:r>
              <a:rPr spc="-145" dirty="0"/>
              <a:t> </a:t>
            </a:r>
            <a:r>
              <a:rPr spc="-25" dirty="0"/>
              <a:t>ON</a:t>
            </a:r>
          </a:p>
          <a:p>
            <a:pPr marL="12700">
              <a:lnSpc>
                <a:spcPts val="5320"/>
              </a:lnSpc>
            </a:pPr>
            <a:r>
              <a:rPr spc="-45" dirty="0">
                <a:latin typeface="Courier New"/>
                <a:cs typeface="Courier New"/>
              </a:rPr>
              <a:t>int,</a:t>
            </a:r>
            <a:r>
              <a:rPr spc="-1925" dirty="0">
                <a:latin typeface="Courier New"/>
                <a:cs typeface="Courier New"/>
              </a:rPr>
              <a:t> </a:t>
            </a:r>
            <a:r>
              <a:rPr dirty="0">
                <a:latin typeface="Courier New"/>
                <a:cs typeface="Courier New"/>
              </a:rPr>
              <a:t>float,</a:t>
            </a:r>
            <a:r>
              <a:rPr spc="-370" dirty="0">
                <a:latin typeface="Courier New"/>
                <a:cs typeface="Courier New"/>
              </a:rPr>
              <a:t> </a:t>
            </a:r>
            <a:r>
              <a:rPr spc="-10" dirty="0">
                <a:latin typeface="Courier New"/>
                <a:cs typeface="Courier New"/>
              </a:rPr>
              <a:t>string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05410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810259" y="1672226"/>
            <a:ext cx="7603490" cy="4307205"/>
          </a:xfrm>
          <a:prstGeom prst="rect">
            <a:avLst/>
          </a:prstGeom>
        </p:spPr>
        <p:txBody>
          <a:bodyPr vert="horz" wrap="square" lIns="0" tIns="154940" rIns="0" bIns="0" rtlCol="0">
            <a:spAutoFit/>
          </a:bodyPr>
          <a:lstStyle/>
          <a:p>
            <a:pPr marL="237490" indent="-224790">
              <a:lnSpc>
                <a:spcPct val="100000"/>
              </a:lnSpc>
              <a:spcBef>
                <a:spcPts val="1220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sz="2600" spc="-25" dirty="0">
                <a:latin typeface="Courier New"/>
                <a:cs typeface="Courier New"/>
              </a:rPr>
              <a:t>i</a:t>
            </a:r>
            <a:r>
              <a:rPr sz="2600" spc="-975" dirty="0">
                <a:latin typeface="Courier New"/>
                <a:cs typeface="Courier New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spc="-25" dirty="0">
                <a:latin typeface="Courier New"/>
                <a:cs typeface="Courier New"/>
              </a:rPr>
              <a:t>j</a:t>
            </a:r>
            <a:r>
              <a:rPr sz="2600" spc="-975" dirty="0">
                <a:latin typeface="Courier New"/>
                <a:cs typeface="Courier New"/>
              </a:rPr>
              <a:t> </a:t>
            </a:r>
            <a:r>
              <a:rPr sz="2600" dirty="0">
                <a:latin typeface="Calibri"/>
                <a:cs typeface="Calibri"/>
              </a:rPr>
              <a:t>are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variable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names</a:t>
            </a:r>
            <a:endParaRPr sz="2600">
              <a:latin typeface="Calibri"/>
              <a:cs typeface="Calibri"/>
            </a:endParaRPr>
          </a:p>
          <a:p>
            <a:pPr marL="237490" indent="-224790">
              <a:lnSpc>
                <a:spcPct val="100000"/>
              </a:lnSpc>
              <a:spcBef>
                <a:spcPts val="1115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sz="2600" spc="-10" dirty="0">
                <a:latin typeface="Calibri"/>
                <a:cs typeface="Calibri"/>
              </a:rPr>
              <a:t>comparisons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below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evaluate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Boolean</a:t>
            </a:r>
            <a:endParaRPr sz="2600">
              <a:latin typeface="Calibri"/>
              <a:cs typeface="Calibri"/>
            </a:endParaRPr>
          </a:p>
          <a:p>
            <a:pPr marL="12700" marR="6393815">
              <a:lnSpc>
                <a:spcPts val="4210"/>
              </a:lnSpc>
              <a:spcBef>
                <a:spcPts val="260"/>
              </a:spcBef>
            </a:pPr>
            <a:r>
              <a:rPr sz="2600" b="1" dirty="0">
                <a:latin typeface="Courier New"/>
                <a:cs typeface="Courier New"/>
              </a:rPr>
              <a:t>i</a:t>
            </a:r>
            <a:r>
              <a:rPr sz="2600" b="1" spc="-20" dirty="0">
                <a:latin typeface="Courier New"/>
                <a:cs typeface="Courier New"/>
              </a:rPr>
              <a:t> </a:t>
            </a:r>
            <a:r>
              <a:rPr sz="2600" b="1" dirty="0">
                <a:latin typeface="Courier New"/>
                <a:cs typeface="Courier New"/>
              </a:rPr>
              <a:t>&gt;</a:t>
            </a:r>
            <a:r>
              <a:rPr sz="2600" b="1" spc="-15" dirty="0">
                <a:latin typeface="Courier New"/>
                <a:cs typeface="Courier New"/>
              </a:rPr>
              <a:t> </a:t>
            </a:r>
            <a:r>
              <a:rPr sz="2600" b="1" spc="-50" dirty="0">
                <a:latin typeface="Courier New"/>
                <a:cs typeface="Courier New"/>
              </a:rPr>
              <a:t>j </a:t>
            </a:r>
            <a:r>
              <a:rPr sz="2600" b="1" dirty="0">
                <a:latin typeface="Courier New"/>
                <a:cs typeface="Courier New"/>
              </a:rPr>
              <a:t>i</a:t>
            </a:r>
            <a:r>
              <a:rPr sz="2600" b="1" spc="-30" dirty="0">
                <a:latin typeface="Courier New"/>
                <a:cs typeface="Courier New"/>
              </a:rPr>
              <a:t> </a:t>
            </a:r>
            <a:r>
              <a:rPr sz="2600" b="1" dirty="0">
                <a:latin typeface="Courier New"/>
                <a:cs typeface="Courier New"/>
              </a:rPr>
              <a:t>&gt;=</a:t>
            </a:r>
            <a:r>
              <a:rPr sz="2600" b="1" spc="-25" dirty="0">
                <a:latin typeface="Courier New"/>
                <a:cs typeface="Courier New"/>
              </a:rPr>
              <a:t> </a:t>
            </a:r>
            <a:r>
              <a:rPr sz="2600" b="1" spc="-50" dirty="0">
                <a:latin typeface="Courier New"/>
                <a:cs typeface="Courier New"/>
              </a:rPr>
              <a:t>j </a:t>
            </a:r>
            <a:r>
              <a:rPr sz="2600" b="1" dirty="0">
                <a:latin typeface="Courier New"/>
                <a:cs typeface="Courier New"/>
              </a:rPr>
              <a:t>i</a:t>
            </a:r>
            <a:r>
              <a:rPr sz="2600" b="1" spc="-20" dirty="0">
                <a:latin typeface="Courier New"/>
                <a:cs typeface="Courier New"/>
              </a:rPr>
              <a:t> </a:t>
            </a:r>
            <a:r>
              <a:rPr sz="2600" b="1" dirty="0">
                <a:latin typeface="Courier New"/>
                <a:cs typeface="Courier New"/>
              </a:rPr>
              <a:t>&lt;</a:t>
            </a:r>
            <a:r>
              <a:rPr sz="2600" b="1" spc="-15" dirty="0">
                <a:latin typeface="Courier New"/>
                <a:cs typeface="Courier New"/>
              </a:rPr>
              <a:t> </a:t>
            </a:r>
            <a:r>
              <a:rPr sz="2600" b="1" spc="-50" dirty="0">
                <a:latin typeface="Courier New"/>
                <a:cs typeface="Courier New"/>
              </a:rPr>
              <a:t>j</a:t>
            </a:r>
            <a:endParaRPr sz="2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sz="2600" b="1" dirty="0">
                <a:latin typeface="Courier New"/>
                <a:cs typeface="Courier New"/>
              </a:rPr>
              <a:t>i</a:t>
            </a:r>
            <a:r>
              <a:rPr sz="2600" b="1" spc="-30" dirty="0">
                <a:latin typeface="Courier New"/>
                <a:cs typeface="Courier New"/>
              </a:rPr>
              <a:t> </a:t>
            </a:r>
            <a:r>
              <a:rPr sz="2600" b="1" dirty="0">
                <a:latin typeface="Courier New"/>
                <a:cs typeface="Courier New"/>
              </a:rPr>
              <a:t>&lt;=</a:t>
            </a:r>
            <a:r>
              <a:rPr sz="2600" b="1" spc="-25" dirty="0">
                <a:latin typeface="Courier New"/>
                <a:cs typeface="Courier New"/>
              </a:rPr>
              <a:t> </a:t>
            </a:r>
            <a:r>
              <a:rPr sz="2600" b="1" spc="-50" dirty="0">
                <a:latin typeface="Courier New"/>
                <a:cs typeface="Courier New"/>
              </a:rPr>
              <a:t>j</a:t>
            </a:r>
            <a:endParaRPr sz="2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140"/>
              </a:spcBef>
            </a:pPr>
            <a:r>
              <a:rPr sz="2600" b="1" dirty="0">
                <a:latin typeface="Courier New"/>
                <a:cs typeface="Courier New"/>
              </a:rPr>
              <a:t>i</a:t>
            </a:r>
            <a:r>
              <a:rPr sz="2600" b="1" spc="-105" dirty="0">
                <a:latin typeface="Courier New"/>
                <a:cs typeface="Courier New"/>
              </a:rPr>
              <a:t> </a:t>
            </a:r>
            <a:r>
              <a:rPr sz="2600" b="1" dirty="0">
                <a:latin typeface="Courier New"/>
                <a:cs typeface="Courier New"/>
              </a:rPr>
              <a:t>==</a:t>
            </a:r>
            <a:r>
              <a:rPr sz="2600" b="1" spc="-45" dirty="0">
                <a:latin typeface="Courier New"/>
                <a:cs typeface="Courier New"/>
              </a:rPr>
              <a:t> </a:t>
            </a:r>
            <a:r>
              <a:rPr sz="2600" b="1" spc="-25" dirty="0">
                <a:latin typeface="Courier New"/>
                <a:cs typeface="Courier New"/>
              </a:rPr>
              <a:t>j</a:t>
            </a:r>
            <a:r>
              <a:rPr sz="2600" b="1" spc="-969" dirty="0">
                <a:latin typeface="Courier New"/>
                <a:cs typeface="Courier New"/>
              </a:rPr>
              <a:t> </a:t>
            </a:r>
            <a:r>
              <a:rPr sz="2600" dirty="0">
                <a:latin typeface="Wingdings"/>
                <a:cs typeface="Wingdings"/>
              </a:rPr>
              <a:t>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equality</a:t>
            </a:r>
            <a:r>
              <a:rPr sz="2600" b="1" spc="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test,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spc="-25" dirty="0">
                <a:latin typeface="Courier New"/>
                <a:cs typeface="Courier New"/>
              </a:rPr>
              <a:t>True</a:t>
            </a:r>
            <a:r>
              <a:rPr sz="2600" spc="-969" dirty="0">
                <a:latin typeface="Courier New"/>
                <a:cs typeface="Courier New"/>
              </a:rPr>
              <a:t> </a:t>
            </a:r>
            <a:r>
              <a:rPr sz="2600" dirty="0">
                <a:latin typeface="Calibri"/>
                <a:cs typeface="Calibri"/>
              </a:rPr>
              <a:t>if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spc="-25" dirty="0">
                <a:latin typeface="Courier New"/>
                <a:cs typeface="Courier New"/>
              </a:rPr>
              <a:t>i</a:t>
            </a:r>
            <a:r>
              <a:rPr sz="2600" spc="-975" dirty="0">
                <a:latin typeface="Courier New"/>
                <a:cs typeface="Courier New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same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50" dirty="0">
                <a:latin typeface="Courier New"/>
                <a:cs typeface="Courier New"/>
              </a:rPr>
              <a:t>j</a:t>
            </a:r>
            <a:endParaRPr sz="2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085"/>
              </a:spcBef>
            </a:pPr>
            <a:r>
              <a:rPr sz="2600" b="1" dirty="0">
                <a:latin typeface="Courier New"/>
                <a:cs typeface="Courier New"/>
              </a:rPr>
              <a:t>i</a:t>
            </a:r>
            <a:r>
              <a:rPr sz="2600" b="1" spc="-105" dirty="0">
                <a:latin typeface="Courier New"/>
                <a:cs typeface="Courier New"/>
              </a:rPr>
              <a:t> </a:t>
            </a:r>
            <a:r>
              <a:rPr sz="2600" b="1" dirty="0">
                <a:latin typeface="Courier New"/>
                <a:cs typeface="Courier New"/>
              </a:rPr>
              <a:t>!=</a:t>
            </a:r>
            <a:r>
              <a:rPr sz="2600" b="1" spc="-45" dirty="0">
                <a:latin typeface="Courier New"/>
                <a:cs typeface="Courier New"/>
              </a:rPr>
              <a:t> </a:t>
            </a:r>
            <a:r>
              <a:rPr sz="2600" b="1" spc="-25" dirty="0">
                <a:latin typeface="Courier New"/>
                <a:cs typeface="Courier New"/>
              </a:rPr>
              <a:t>j</a:t>
            </a:r>
            <a:r>
              <a:rPr sz="2600" b="1" spc="-969" dirty="0">
                <a:latin typeface="Courier New"/>
                <a:cs typeface="Courier New"/>
              </a:rPr>
              <a:t> </a:t>
            </a:r>
            <a:r>
              <a:rPr sz="2600" dirty="0">
                <a:latin typeface="Wingdings"/>
                <a:cs typeface="Wingdings"/>
              </a:rPr>
              <a:t>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inequality</a:t>
            </a:r>
            <a:r>
              <a:rPr sz="2600" b="1" spc="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test,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spc="-25" dirty="0">
                <a:latin typeface="Courier New"/>
                <a:cs typeface="Courier New"/>
              </a:rPr>
              <a:t>True</a:t>
            </a:r>
            <a:r>
              <a:rPr sz="2600" spc="-960" dirty="0">
                <a:latin typeface="Courier New"/>
                <a:cs typeface="Courier New"/>
              </a:rPr>
              <a:t> </a:t>
            </a:r>
            <a:r>
              <a:rPr sz="2600" dirty="0">
                <a:latin typeface="Calibri"/>
                <a:cs typeface="Calibri"/>
              </a:rPr>
              <a:t>if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25" dirty="0">
                <a:latin typeface="Courier New"/>
                <a:cs typeface="Courier New"/>
              </a:rPr>
              <a:t>i</a:t>
            </a:r>
            <a:r>
              <a:rPr sz="2600" spc="-975" dirty="0">
                <a:latin typeface="Courier New"/>
                <a:cs typeface="Courier New"/>
              </a:rPr>
              <a:t> </a:t>
            </a:r>
            <a:r>
              <a:rPr sz="2600" dirty="0">
                <a:latin typeface="Calibri"/>
                <a:cs typeface="Calibri"/>
              </a:rPr>
              <a:t>not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same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50" dirty="0">
                <a:latin typeface="Courier New"/>
                <a:cs typeface="Courier New"/>
              </a:rPr>
              <a:t>j</a:t>
            </a:r>
            <a:endParaRPr sz="26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50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5" dirty="0"/>
              <a:t>LOGIC</a:t>
            </a:r>
            <a:r>
              <a:rPr spc="-140" dirty="0"/>
              <a:t> </a:t>
            </a:r>
            <a:r>
              <a:rPr spc="-120" dirty="0"/>
              <a:t>OPERATORS</a:t>
            </a:r>
            <a:r>
              <a:rPr spc="-150" dirty="0"/>
              <a:t> </a:t>
            </a:r>
            <a:r>
              <a:rPr dirty="0"/>
              <a:t>ON</a:t>
            </a:r>
            <a:r>
              <a:rPr spc="-140" dirty="0"/>
              <a:t> </a:t>
            </a:r>
            <a:r>
              <a:rPr spc="-10" dirty="0"/>
              <a:t>bools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05410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50" dirty="0"/>
              <a:t>7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810259" y="1814576"/>
            <a:ext cx="687832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7490" indent="-224790">
              <a:lnSpc>
                <a:spcPct val="100000"/>
              </a:lnSpc>
              <a:spcBef>
                <a:spcPts val="100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sz="2600" spc="-25" dirty="0">
                <a:latin typeface="Courier New"/>
                <a:cs typeface="Courier New"/>
              </a:rPr>
              <a:t>a</a:t>
            </a:r>
            <a:r>
              <a:rPr sz="2600" spc="-975" dirty="0">
                <a:latin typeface="Courier New"/>
                <a:cs typeface="Courier New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120" dirty="0">
                <a:latin typeface="Calibri"/>
                <a:cs typeface="Calibri"/>
              </a:rPr>
              <a:t> </a:t>
            </a:r>
            <a:r>
              <a:rPr sz="2600" spc="-25" dirty="0">
                <a:latin typeface="Courier New"/>
                <a:cs typeface="Courier New"/>
              </a:rPr>
              <a:t>b</a:t>
            </a:r>
            <a:r>
              <a:rPr sz="2600" spc="-975" dirty="0">
                <a:latin typeface="Courier New"/>
                <a:cs typeface="Courier New"/>
              </a:rPr>
              <a:t> </a:t>
            </a:r>
            <a:r>
              <a:rPr sz="2600" dirty="0">
                <a:latin typeface="Calibri"/>
                <a:cs typeface="Calibri"/>
              </a:rPr>
              <a:t>are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variable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names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(with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Boolean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values)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0259" y="2350769"/>
            <a:ext cx="1887855" cy="18472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527175" algn="l"/>
              </a:tabLst>
            </a:pPr>
            <a:r>
              <a:rPr sz="2600" b="1" dirty="0">
                <a:latin typeface="Courier New"/>
                <a:cs typeface="Courier New"/>
              </a:rPr>
              <a:t>not</a:t>
            </a:r>
            <a:r>
              <a:rPr sz="2600" b="1" spc="-40" dirty="0">
                <a:latin typeface="Courier New"/>
                <a:cs typeface="Courier New"/>
              </a:rPr>
              <a:t> </a:t>
            </a:r>
            <a:r>
              <a:rPr sz="2600" b="1" spc="-50" dirty="0">
                <a:latin typeface="Courier New"/>
                <a:cs typeface="Courier New"/>
              </a:rPr>
              <a:t>a</a:t>
            </a:r>
            <a:r>
              <a:rPr sz="2600" b="1" dirty="0">
                <a:latin typeface="Courier New"/>
                <a:cs typeface="Courier New"/>
              </a:rPr>
              <a:t>	</a:t>
            </a:r>
            <a:r>
              <a:rPr sz="2600" spc="-50" dirty="0">
                <a:latin typeface="Wingdings"/>
                <a:cs typeface="Wingdings"/>
              </a:rPr>
              <a:t></a:t>
            </a:r>
            <a:endParaRPr sz="2600">
              <a:latin typeface="Wingdings"/>
              <a:cs typeface="Wingdings"/>
            </a:endParaRPr>
          </a:p>
          <a:p>
            <a:pPr>
              <a:lnSpc>
                <a:spcPct val="100000"/>
              </a:lnSpc>
              <a:spcBef>
                <a:spcPts val="1015"/>
              </a:spcBef>
            </a:pPr>
            <a:endParaRPr sz="2600">
              <a:latin typeface="Wingdings"/>
              <a:cs typeface="Wingdings"/>
            </a:endParaRPr>
          </a:p>
          <a:p>
            <a:pPr marL="12700">
              <a:lnSpc>
                <a:spcPct val="100000"/>
              </a:lnSpc>
            </a:pPr>
            <a:r>
              <a:rPr sz="2600" b="1" dirty="0">
                <a:latin typeface="Courier New"/>
                <a:cs typeface="Courier New"/>
              </a:rPr>
              <a:t>a</a:t>
            </a:r>
            <a:r>
              <a:rPr sz="2600" b="1" spc="-45" dirty="0">
                <a:latin typeface="Courier New"/>
                <a:cs typeface="Courier New"/>
              </a:rPr>
              <a:t> </a:t>
            </a:r>
            <a:r>
              <a:rPr sz="2600" b="1" dirty="0">
                <a:latin typeface="Courier New"/>
                <a:cs typeface="Courier New"/>
              </a:rPr>
              <a:t>and</a:t>
            </a:r>
            <a:r>
              <a:rPr sz="2600" b="1" spc="-20" dirty="0">
                <a:latin typeface="Courier New"/>
                <a:cs typeface="Courier New"/>
              </a:rPr>
              <a:t> </a:t>
            </a:r>
            <a:r>
              <a:rPr sz="2600" b="1" dirty="0">
                <a:latin typeface="Courier New"/>
                <a:cs typeface="Courier New"/>
              </a:rPr>
              <a:t>b</a:t>
            </a:r>
            <a:r>
              <a:rPr sz="2600" b="1" spc="-390" dirty="0">
                <a:latin typeface="Courier New"/>
                <a:cs typeface="Courier New"/>
              </a:rPr>
              <a:t> </a:t>
            </a:r>
            <a:r>
              <a:rPr sz="2600" spc="-50" dirty="0">
                <a:latin typeface="Wingdings"/>
                <a:cs typeface="Wingdings"/>
              </a:rPr>
              <a:t></a:t>
            </a:r>
            <a:endParaRPr sz="2600">
              <a:latin typeface="Wingdings"/>
              <a:cs typeface="Wingdings"/>
            </a:endParaRPr>
          </a:p>
          <a:p>
            <a:pPr marL="12700">
              <a:lnSpc>
                <a:spcPct val="100000"/>
              </a:lnSpc>
              <a:spcBef>
                <a:spcPts val="1085"/>
              </a:spcBef>
              <a:tabLst>
                <a:tab pos="1501775" algn="l"/>
              </a:tabLst>
            </a:pPr>
            <a:r>
              <a:rPr sz="2600" b="1" dirty="0">
                <a:latin typeface="Courier New"/>
                <a:cs typeface="Courier New"/>
              </a:rPr>
              <a:t>a</a:t>
            </a:r>
            <a:r>
              <a:rPr sz="2600" b="1" spc="-30" dirty="0">
                <a:latin typeface="Courier New"/>
                <a:cs typeface="Courier New"/>
              </a:rPr>
              <a:t> </a:t>
            </a:r>
            <a:r>
              <a:rPr sz="2600" b="1" dirty="0">
                <a:latin typeface="Courier New"/>
                <a:cs typeface="Courier New"/>
              </a:rPr>
              <a:t>or</a:t>
            </a:r>
            <a:r>
              <a:rPr sz="2600" b="1" spc="-20" dirty="0">
                <a:latin typeface="Courier New"/>
                <a:cs typeface="Courier New"/>
              </a:rPr>
              <a:t> </a:t>
            </a:r>
            <a:r>
              <a:rPr sz="2600" b="1" spc="-50" dirty="0">
                <a:latin typeface="Courier New"/>
                <a:cs typeface="Courier New"/>
              </a:rPr>
              <a:t>b</a:t>
            </a:r>
            <a:r>
              <a:rPr sz="2600" b="1" dirty="0">
                <a:latin typeface="Courier New"/>
                <a:cs typeface="Courier New"/>
              </a:rPr>
              <a:t>	</a:t>
            </a:r>
            <a:r>
              <a:rPr sz="2600" spc="-50" dirty="0">
                <a:latin typeface="Wingdings"/>
                <a:cs typeface="Wingdings"/>
              </a:rPr>
              <a:t></a:t>
            </a:r>
            <a:endParaRPr sz="2600">
              <a:latin typeface="Wingdings"/>
              <a:cs typeface="Wingding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25242" y="2350769"/>
            <a:ext cx="2884805" cy="776605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2700" marR="5080" indent="46990">
              <a:lnSpc>
                <a:spcPts val="2800"/>
              </a:lnSpc>
              <a:spcBef>
                <a:spcPts val="455"/>
              </a:spcBef>
            </a:pPr>
            <a:r>
              <a:rPr sz="2600" dirty="0">
                <a:latin typeface="Courier New"/>
                <a:cs typeface="Courier New"/>
              </a:rPr>
              <a:t>True</a:t>
            </a:r>
            <a:r>
              <a:rPr sz="2600" spc="160" dirty="0">
                <a:latin typeface="Courier New"/>
                <a:cs typeface="Courier New"/>
              </a:rPr>
              <a:t> </a:t>
            </a:r>
            <a:r>
              <a:rPr sz="2600" dirty="0">
                <a:latin typeface="Calibri"/>
                <a:cs typeface="Calibri"/>
              </a:rPr>
              <a:t>if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25" dirty="0">
                <a:latin typeface="Courier New"/>
                <a:cs typeface="Courier New"/>
              </a:rPr>
              <a:t>a</a:t>
            </a:r>
            <a:r>
              <a:rPr sz="2600" spc="-975" dirty="0">
                <a:latin typeface="Courier New"/>
                <a:cs typeface="Courier New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spc="-10" dirty="0">
                <a:latin typeface="Courier New"/>
                <a:cs typeface="Courier New"/>
              </a:rPr>
              <a:t>False </a:t>
            </a:r>
            <a:r>
              <a:rPr sz="2600" spc="-25" dirty="0">
                <a:latin typeface="Courier New"/>
                <a:cs typeface="Courier New"/>
              </a:rPr>
              <a:t>False</a:t>
            </a:r>
            <a:r>
              <a:rPr sz="2600" spc="-955" dirty="0">
                <a:latin typeface="Courier New"/>
                <a:cs typeface="Courier New"/>
              </a:rPr>
              <a:t> </a:t>
            </a:r>
            <a:r>
              <a:rPr sz="2600" dirty="0">
                <a:latin typeface="Calibri"/>
                <a:cs typeface="Calibri"/>
              </a:rPr>
              <a:t>if</a:t>
            </a:r>
            <a:r>
              <a:rPr sz="2600" spc="5" dirty="0">
                <a:latin typeface="Calibri"/>
                <a:cs typeface="Calibri"/>
              </a:rPr>
              <a:t> </a:t>
            </a:r>
            <a:r>
              <a:rPr sz="2600" spc="-25" dirty="0">
                <a:latin typeface="Courier New"/>
                <a:cs typeface="Courier New"/>
              </a:rPr>
              <a:t>a</a:t>
            </a:r>
            <a:r>
              <a:rPr sz="2600" spc="-969" dirty="0">
                <a:latin typeface="Courier New"/>
                <a:cs typeface="Courier New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10" dirty="0">
                <a:latin typeface="Calibri"/>
                <a:cs typeface="Calibri"/>
              </a:rPr>
              <a:t> </a:t>
            </a:r>
            <a:r>
              <a:rPr sz="2600" spc="-20" dirty="0">
                <a:latin typeface="Courier New"/>
                <a:cs typeface="Courier New"/>
              </a:rPr>
              <a:t>True</a:t>
            </a:r>
            <a:endParaRPr sz="26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47339" y="3104083"/>
            <a:ext cx="4395470" cy="1094105"/>
          </a:xfrm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62230">
              <a:lnSpc>
                <a:spcPct val="100000"/>
              </a:lnSpc>
              <a:spcBef>
                <a:spcPts val="1185"/>
              </a:spcBef>
            </a:pPr>
            <a:r>
              <a:rPr sz="2600" spc="-25" dirty="0">
                <a:latin typeface="Courier New"/>
                <a:cs typeface="Courier New"/>
              </a:rPr>
              <a:t>True</a:t>
            </a:r>
            <a:r>
              <a:rPr sz="2600" spc="-969" dirty="0">
                <a:latin typeface="Courier New"/>
                <a:cs typeface="Courier New"/>
              </a:rPr>
              <a:t> </a:t>
            </a:r>
            <a:r>
              <a:rPr sz="2600" dirty="0">
                <a:latin typeface="Calibri"/>
                <a:cs typeface="Calibri"/>
              </a:rPr>
              <a:t>if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both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are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spc="-20" dirty="0">
                <a:latin typeface="Courier New"/>
                <a:cs typeface="Courier New"/>
              </a:rPr>
              <a:t>True</a:t>
            </a:r>
            <a:endParaRPr sz="2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085"/>
              </a:spcBef>
            </a:pPr>
            <a:r>
              <a:rPr sz="2600" spc="-25" dirty="0">
                <a:latin typeface="Courier New"/>
                <a:cs typeface="Courier New"/>
              </a:rPr>
              <a:t>True</a:t>
            </a:r>
            <a:r>
              <a:rPr sz="2600" spc="-960" dirty="0">
                <a:latin typeface="Courier New"/>
                <a:cs typeface="Courier New"/>
              </a:rPr>
              <a:t> </a:t>
            </a:r>
            <a:r>
              <a:rPr sz="2600" dirty="0">
                <a:latin typeface="Calibri"/>
                <a:cs typeface="Calibri"/>
              </a:rPr>
              <a:t>if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either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or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both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are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20" dirty="0">
                <a:latin typeface="Courier New"/>
                <a:cs typeface="Courier New"/>
              </a:rPr>
              <a:t>True</a:t>
            </a:r>
            <a:endParaRPr sz="2600">
              <a:latin typeface="Courier New"/>
              <a:cs typeface="Courier New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0" y="4382515"/>
          <a:ext cx="9143362" cy="213169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996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47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5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9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313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125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60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8585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8585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sz="22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sz="22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2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8585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sz="22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or</a:t>
                      </a:r>
                      <a:r>
                        <a:rPr sz="22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2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8585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spc="-20" dirty="0">
                          <a:latin typeface="Calibri"/>
                          <a:cs typeface="Calibri"/>
                        </a:rPr>
                        <a:t>True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1D1D1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spc="-20" dirty="0">
                          <a:latin typeface="Calibri"/>
                          <a:cs typeface="Calibri"/>
                        </a:rPr>
                        <a:t>True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1D1D1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spc="-20" dirty="0">
                          <a:latin typeface="Calibri"/>
                          <a:cs typeface="Calibri"/>
                        </a:rPr>
                        <a:t>True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1D1D1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spc="-20" dirty="0">
                          <a:latin typeface="Calibri"/>
                          <a:cs typeface="Calibri"/>
                        </a:rPr>
                        <a:t>True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1D1D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0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spc="-20" dirty="0">
                          <a:latin typeface="Calibri"/>
                          <a:cs typeface="Calibri"/>
                        </a:rPr>
                        <a:t>True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spc="-10" dirty="0">
                          <a:latin typeface="Calibri"/>
                          <a:cs typeface="Calibri"/>
                        </a:rPr>
                        <a:t>False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spc="-10" dirty="0">
                          <a:latin typeface="Calibri"/>
                          <a:cs typeface="Calibri"/>
                        </a:rPr>
                        <a:t>False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spc="-20" dirty="0">
                          <a:latin typeface="Calibri"/>
                          <a:cs typeface="Calibri"/>
                        </a:rPr>
                        <a:t>True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0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spc="-10" dirty="0">
                          <a:latin typeface="Calibri"/>
                          <a:cs typeface="Calibri"/>
                        </a:rPr>
                        <a:t>False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1D1D1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spc="-20" dirty="0">
                          <a:latin typeface="Calibri"/>
                          <a:cs typeface="Calibri"/>
                        </a:rPr>
                        <a:t>True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1D1D1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spc="-10" dirty="0">
                          <a:latin typeface="Calibri"/>
                          <a:cs typeface="Calibri"/>
                        </a:rPr>
                        <a:t>False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1D1D1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spc="-20" dirty="0">
                          <a:latin typeface="Calibri"/>
                          <a:cs typeface="Calibri"/>
                        </a:rPr>
                        <a:t>True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1D1D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spc="-10" dirty="0">
                          <a:latin typeface="Calibri"/>
                          <a:cs typeface="Calibri"/>
                        </a:rPr>
                        <a:t>False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spc="-10" dirty="0">
                          <a:latin typeface="Calibri"/>
                          <a:cs typeface="Calibri"/>
                        </a:rPr>
                        <a:t>False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spc="-10" dirty="0">
                          <a:latin typeface="Calibri"/>
                          <a:cs typeface="Calibri"/>
                        </a:rPr>
                        <a:t>False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spc="-10" dirty="0">
                          <a:latin typeface="Calibri"/>
                          <a:cs typeface="Calibri"/>
                        </a:rPr>
                        <a:t>False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926846"/>
            <a:ext cx="575818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0" dirty="0"/>
              <a:t>COMPARISON</a:t>
            </a:r>
            <a:r>
              <a:rPr spc="-180" dirty="0"/>
              <a:t> </a:t>
            </a:r>
            <a:r>
              <a:rPr spc="-25" dirty="0"/>
              <a:t>EXAMPLE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05410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50" dirty="0"/>
              <a:t>8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810259" y="1674046"/>
            <a:ext cx="2947670" cy="2560955"/>
          </a:xfrm>
          <a:prstGeom prst="rect">
            <a:avLst/>
          </a:prstGeom>
        </p:spPr>
        <p:txBody>
          <a:bodyPr vert="horz" wrap="square" lIns="0" tIns="1543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15"/>
              </a:spcBef>
            </a:pPr>
            <a:r>
              <a:rPr sz="2400" dirty="0">
                <a:latin typeface="Courier New"/>
                <a:cs typeface="Courier New"/>
              </a:rPr>
              <a:t>pset_time</a:t>
            </a:r>
            <a:r>
              <a:rPr sz="2400" spc="-4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=</a:t>
            </a:r>
            <a:r>
              <a:rPr sz="2400" spc="-40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15</a:t>
            </a:r>
            <a:endParaRPr sz="2400">
              <a:latin typeface="Courier New"/>
              <a:cs typeface="Courier New"/>
            </a:endParaRPr>
          </a:p>
          <a:p>
            <a:pPr marL="12700" marR="5080">
              <a:lnSpc>
                <a:spcPct val="138600"/>
              </a:lnSpc>
            </a:pPr>
            <a:r>
              <a:rPr sz="2400" dirty="0">
                <a:latin typeface="Courier New"/>
                <a:cs typeface="Courier New"/>
              </a:rPr>
              <a:t>sleep_time</a:t>
            </a:r>
            <a:r>
              <a:rPr sz="2400" spc="-5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=</a:t>
            </a:r>
            <a:r>
              <a:rPr sz="2400" spc="-35" dirty="0">
                <a:latin typeface="Courier New"/>
                <a:cs typeface="Courier New"/>
              </a:rPr>
              <a:t> </a:t>
            </a:r>
            <a:r>
              <a:rPr sz="2400" spc="-50" dirty="0">
                <a:latin typeface="Courier New"/>
                <a:cs typeface="Courier New"/>
              </a:rPr>
              <a:t>8 </a:t>
            </a:r>
            <a:r>
              <a:rPr sz="2400" spc="-10" dirty="0">
                <a:latin typeface="Courier New"/>
                <a:cs typeface="Courier New"/>
              </a:rPr>
              <a:t>print(sleep_time </a:t>
            </a:r>
            <a:r>
              <a:rPr sz="2400" dirty="0">
                <a:latin typeface="Courier New"/>
                <a:cs typeface="Courier New"/>
              </a:rPr>
              <a:t>derive</a:t>
            </a:r>
            <a:r>
              <a:rPr sz="2400" spc="-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=</a:t>
            </a:r>
            <a:r>
              <a:rPr sz="2400" spc="-30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True </a:t>
            </a:r>
            <a:r>
              <a:rPr sz="2400" dirty="0">
                <a:latin typeface="Courier New"/>
                <a:cs typeface="Courier New"/>
              </a:rPr>
              <a:t>drink</a:t>
            </a:r>
            <a:r>
              <a:rPr sz="2400" spc="-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=</a:t>
            </a:r>
            <a:r>
              <a:rPr sz="2400" spc="-2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False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13378" y="2829305"/>
            <a:ext cx="22161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ourier New"/>
                <a:cs typeface="Courier New"/>
              </a:rPr>
              <a:t>&gt;</a:t>
            </a:r>
            <a:r>
              <a:rPr sz="2400" spc="-10" dirty="0">
                <a:latin typeface="Courier New"/>
                <a:cs typeface="Courier New"/>
              </a:rPr>
              <a:t> pset_time)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10259" y="4208271"/>
            <a:ext cx="4224020" cy="1041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8800"/>
              </a:lnSpc>
              <a:spcBef>
                <a:spcPts val="100"/>
              </a:spcBef>
            </a:pPr>
            <a:r>
              <a:rPr sz="2400" dirty="0">
                <a:latin typeface="Courier New"/>
                <a:cs typeface="Courier New"/>
              </a:rPr>
              <a:t>both</a:t>
            </a:r>
            <a:r>
              <a:rPr sz="2400" spc="-4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=</a:t>
            </a:r>
            <a:r>
              <a:rPr sz="2400" spc="-2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drink</a:t>
            </a:r>
            <a:r>
              <a:rPr sz="2400" spc="-3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and</a:t>
            </a:r>
            <a:r>
              <a:rPr sz="2400" spc="-2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derive print(both)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50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0" dirty="0"/>
              <a:t>CONTROL</a:t>
            </a:r>
            <a:r>
              <a:rPr spc="-165" dirty="0"/>
              <a:t> </a:t>
            </a:r>
            <a:r>
              <a:rPr spc="-65" dirty="0"/>
              <a:t>FLOW</a:t>
            </a:r>
            <a:r>
              <a:rPr spc="-155" dirty="0"/>
              <a:t> </a:t>
            </a:r>
            <a:r>
              <a:rPr dirty="0"/>
              <a:t>-</a:t>
            </a:r>
            <a:r>
              <a:rPr spc="-150" dirty="0"/>
              <a:t> </a:t>
            </a:r>
            <a:r>
              <a:rPr spc="-30" dirty="0"/>
              <a:t>BRANCHING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2738" rIns="0" bIns="0" rtlCol="0">
            <a:spAutoFit/>
          </a:bodyPr>
          <a:lstStyle/>
          <a:p>
            <a:pPr marL="38100">
              <a:lnSpc>
                <a:spcPts val="1095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72593" y="1845945"/>
            <a:ext cx="3266440" cy="1093470"/>
          </a:xfrm>
          <a:prstGeom prst="rect">
            <a:avLst/>
          </a:prstGeom>
          <a:ln w="16001">
            <a:solidFill>
              <a:srgbClr val="000000"/>
            </a:solidFill>
          </a:ln>
        </p:spPr>
        <p:txBody>
          <a:bodyPr vert="horz" wrap="square" lIns="0" tIns="21590" rIns="0" bIns="0" rtlCol="0">
            <a:spAutoFit/>
          </a:bodyPr>
          <a:lstStyle/>
          <a:p>
            <a:pPr marL="218440">
              <a:lnSpc>
                <a:spcPct val="100000"/>
              </a:lnSpc>
              <a:spcBef>
                <a:spcPts val="170"/>
              </a:spcBef>
            </a:pPr>
            <a:r>
              <a:rPr sz="1600" dirty="0">
                <a:latin typeface="Courier New"/>
                <a:cs typeface="Courier New"/>
              </a:rPr>
              <a:t>if</a:t>
            </a:r>
            <a:r>
              <a:rPr sz="1600" spc="-25" dirty="0">
                <a:latin typeface="Courier New"/>
                <a:cs typeface="Courier New"/>
              </a:rPr>
              <a:t> </a:t>
            </a:r>
            <a:r>
              <a:rPr sz="1600" spc="-10" dirty="0">
                <a:latin typeface="Courier New"/>
                <a:cs typeface="Courier New"/>
              </a:rPr>
              <a:t>&lt;condition&gt;:</a:t>
            </a:r>
            <a:endParaRPr sz="1600">
              <a:latin typeface="Courier New"/>
              <a:cs typeface="Courier New"/>
            </a:endParaRPr>
          </a:p>
          <a:p>
            <a:pPr marL="706755">
              <a:lnSpc>
                <a:spcPct val="100000"/>
              </a:lnSpc>
            </a:pPr>
            <a:r>
              <a:rPr sz="1600" spc="-10" dirty="0">
                <a:latin typeface="Courier New"/>
                <a:cs typeface="Courier New"/>
              </a:rPr>
              <a:t>&lt;expression&gt;</a:t>
            </a:r>
            <a:endParaRPr sz="1600">
              <a:latin typeface="Courier New"/>
              <a:cs typeface="Courier New"/>
            </a:endParaRPr>
          </a:p>
          <a:p>
            <a:pPr marL="706755">
              <a:lnSpc>
                <a:spcPct val="100000"/>
              </a:lnSpc>
            </a:pPr>
            <a:r>
              <a:rPr sz="1600" spc="-10" dirty="0">
                <a:latin typeface="Courier New"/>
                <a:cs typeface="Courier New"/>
              </a:rPr>
              <a:t>&lt;expression&gt;</a:t>
            </a:r>
            <a:endParaRPr sz="1600">
              <a:latin typeface="Courier New"/>
              <a:cs typeface="Courier New"/>
            </a:endParaRPr>
          </a:p>
          <a:p>
            <a:pPr marL="706755">
              <a:lnSpc>
                <a:spcPct val="100000"/>
              </a:lnSpc>
            </a:pPr>
            <a:r>
              <a:rPr sz="1600" spc="-25" dirty="0">
                <a:latin typeface="Courier New"/>
                <a:cs typeface="Courier New"/>
              </a:rPr>
              <a:t>...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2593" y="3047619"/>
            <a:ext cx="3266440" cy="2063750"/>
          </a:xfrm>
          <a:prstGeom prst="rect">
            <a:avLst/>
          </a:prstGeom>
          <a:ln w="16001">
            <a:solidFill>
              <a:srgbClr val="00000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218440">
              <a:lnSpc>
                <a:spcPct val="100000"/>
              </a:lnSpc>
              <a:spcBef>
                <a:spcPts val="305"/>
              </a:spcBef>
            </a:pPr>
            <a:r>
              <a:rPr sz="1600" dirty="0">
                <a:latin typeface="Courier New"/>
                <a:cs typeface="Courier New"/>
              </a:rPr>
              <a:t>if</a:t>
            </a:r>
            <a:r>
              <a:rPr sz="1600" spc="-25" dirty="0">
                <a:latin typeface="Courier New"/>
                <a:cs typeface="Courier New"/>
              </a:rPr>
              <a:t> </a:t>
            </a:r>
            <a:r>
              <a:rPr sz="1600" spc="-10" dirty="0">
                <a:latin typeface="Courier New"/>
                <a:cs typeface="Courier New"/>
              </a:rPr>
              <a:t>&lt;condition&gt;:</a:t>
            </a:r>
            <a:endParaRPr sz="1600">
              <a:latin typeface="Courier New"/>
              <a:cs typeface="Courier New"/>
            </a:endParaRPr>
          </a:p>
          <a:p>
            <a:pPr marL="706755">
              <a:lnSpc>
                <a:spcPct val="100000"/>
              </a:lnSpc>
              <a:spcBef>
                <a:spcPts val="5"/>
              </a:spcBef>
            </a:pPr>
            <a:r>
              <a:rPr sz="1600" spc="-10" dirty="0">
                <a:latin typeface="Courier New"/>
                <a:cs typeface="Courier New"/>
              </a:rPr>
              <a:t>&lt;expression&gt;</a:t>
            </a:r>
            <a:endParaRPr sz="1600">
              <a:latin typeface="Courier New"/>
              <a:cs typeface="Courier New"/>
            </a:endParaRPr>
          </a:p>
          <a:p>
            <a:pPr marL="706755">
              <a:lnSpc>
                <a:spcPct val="100000"/>
              </a:lnSpc>
            </a:pPr>
            <a:r>
              <a:rPr sz="1600" spc="-10" dirty="0">
                <a:latin typeface="Courier New"/>
                <a:cs typeface="Courier New"/>
              </a:rPr>
              <a:t>&lt;expression&gt;</a:t>
            </a:r>
            <a:endParaRPr sz="1600">
              <a:latin typeface="Courier New"/>
              <a:cs typeface="Courier New"/>
            </a:endParaRPr>
          </a:p>
          <a:p>
            <a:pPr marL="706755">
              <a:lnSpc>
                <a:spcPct val="100000"/>
              </a:lnSpc>
            </a:pPr>
            <a:r>
              <a:rPr sz="1600" spc="-25" dirty="0">
                <a:latin typeface="Courier New"/>
                <a:cs typeface="Courier New"/>
              </a:rPr>
              <a:t>...</a:t>
            </a:r>
            <a:endParaRPr sz="1600">
              <a:latin typeface="Courier New"/>
              <a:cs typeface="Courier New"/>
            </a:endParaRPr>
          </a:p>
          <a:p>
            <a:pPr marL="218440">
              <a:lnSpc>
                <a:spcPct val="100000"/>
              </a:lnSpc>
            </a:pPr>
            <a:r>
              <a:rPr sz="1600" spc="-10" dirty="0">
                <a:latin typeface="Courier New"/>
                <a:cs typeface="Courier New"/>
              </a:rPr>
              <a:t>else:</a:t>
            </a:r>
            <a:endParaRPr sz="1600">
              <a:latin typeface="Courier New"/>
              <a:cs typeface="Courier New"/>
            </a:endParaRPr>
          </a:p>
          <a:p>
            <a:pPr marL="706755">
              <a:lnSpc>
                <a:spcPct val="100000"/>
              </a:lnSpc>
            </a:pPr>
            <a:r>
              <a:rPr sz="1600" spc="-10" dirty="0">
                <a:latin typeface="Courier New"/>
                <a:cs typeface="Courier New"/>
              </a:rPr>
              <a:t>&lt;expression&gt;</a:t>
            </a:r>
            <a:endParaRPr sz="1600">
              <a:latin typeface="Courier New"/>
              <a:cs typeface="Courier New"/>
            </a:endParaRPr>
          </a:p>
          <a:p>
            <a:pPr marL="706755">
              <a:lnSpc>
                <a:spcPct val="100000"/>
              </a:lnSpc>
            </a:pPr>
            <a:r>
              <a:rPr sz="1600" spc="-10" dirty="0">
                <a:latin typeface="Courier New"/>
                <a:cs typeface="Courier New"/>
              </a:rPr>
              <a:t>&lt;expression&gt;</a:t>
            </a:r>
            <a:endParaRPr sz="1600">
              <a:latin typeface="Courier New"/>
              <a:cs typeface="Courier New"/>
            </a:endParaRPr>
          </a:p>
          <a:p>
            <a:pPr marL="706755">
              <a:lnSpc>
                <a:spcPct val="100000"/>
              </a:lnSpc>
            </a:pPr>
            <a:r>
              <a:rPr sz="1600" spc="-25" dirty="0">
                <a:latin typeface="Courier New"/>
                <a:cs typeface="Courier New"/>
              </a:rPr>
              <a:t>...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88533" y="1845945"/>
            <a:ext cx="3266440" cy="3265170"/>
          </a:xfrm>
          <a:prstGeom prst="rect">
            <a:avLst/>
          </a:prstGeom>
          <a:ln w="16001">
            <a:solidFill>
              <a:srgbClr val="000000"/>
            </a:solidFill>
          </a:ln>
        </p:spPr>
        <p:txBody>
          <a:bodyPr vert="horz" wrap="square" lIns="0" tIns="21590" rIns="0" bIns="0" rtlCol="0">
            <a:spAutoFit/>
          </a:bodyPr>
          <a:lstStyle/>
          <a:p>
            <a:pPr marL="437515">
              <a:lnSpc>
                <a:spcPct val="100000"/>
              </a:lnSpc>
              <a:spcBef>
                <a:spcPts val="170"/>
              </a:spcBef>
            </a:pPr>
            <a:r>
              <a:rPr sz="1600" dirty="0">
                <a:solidFill>
                  <a:srgbClr val="404040"/>
                </a:solidFill>
                <a:latin typeface="Courier New"/>
                <a:cs typeface="Courier New"/>
              </a:rPr>
              <a:t>if</a:t>
            </a:r>
            <a:r>
              <a:rPr sz="1600" spc="-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ourier New"/>
                <a:cs typeface="Courier New"/>
              </a:rPr>
              <a:t>&lt;condition&gt;:</a:t>
            </a:r>
            <a:endParaRPr sz="1600">
              <a:latin typeface="Courier New"/>
              <a:cs typeface="Courier New"/>
            </a:endParaRPr>
          </a:p>
          <a:p>
            <a:pPr marL="925830">
              <a:lnSpc>
                <a:spcPct val="100000"/>
              </a:lnSpc>
            </a:pPr>
            <a:r>
              <a:rPr sz="1600" spc="-10" dirty="0">
                <a:solidFill>
                  <a:srgbClr val="404040"/>
                </a:solidFill>
                <a:latin typeface="Courier New"/>
                <a:cs typeface="Courier New"/>
              </a:rPr>
              <a:t>&lt;expression&gt;</a:t>
            </a:r>
            <a:endParaRPr sz="1600">
              <a:latin typeface="Courier New"/>
              <a:cs typeface="Courier New"/>
            </a:endParaRPr>
          </a:p>
          <a:p>
            <a:pPr marL="925830">
              <a:lnSpc>
                <a:spcPct val="100000"/>
              </a:lnSpc>
            </a:pPr>
            <a:r>
              <a:rPr sz="1600" spc="-10" dirty="0">
                <a:solidFill>
                  <a:srgbClr val="404040"/>
                </a:solidFill>
                <a:latin typeface="Courier New"/>
                <a:cs typeface="Courier New"/>
              </a:rPr>
              <a:t>&lt;expression&gt;</a:t>
            </a:r>
            <a:endParaRPr sz="1600">
              <a:latin typeface="Courier New"/>
              <a:cs typeface="Courier New"/>
            </a:endParaRPr>
          </a:p>
          <a:p>
            <a:pPr marL="925830">
              <a:lnSpc>
                <a:spcPct val="100000"/>
              </a:lnSpc>
            </a:pPr>
            <a:r>
              <a:rPr sz="1600" spc="-25" dirty="0">
                <a:solidFill>
                  <a:srgbClr val="404040"/>
                </a:solidFill>
                <a:latin typeface="Courier New"/>
                <a:cs typeface="Courier New"/>
              </a:rPr>
              <a:t>...</a:t>
            </a:r>
            <a:endParaRPr sz="1600">
              <a:latin typeface="Courier New"/>
              <a:cs typeface="Courier New"/>
            </a:endParaRPr>
          </a:p>
          <a:p>
            <a:pPr marL="437515">
              <a:lnSpc>
                <a:spcPct val="100000"/>
              </a:lnSpc>
            </a:pPr>
            <a:r>
              <a:rPr sz="1600" dirty="0">
                <a:solidFill>
                  <a:srgbClr val="404040"/>
                </a:solidFill>
                <a:latin typeface="Courier New"/>
                <a:cs typeface="Courier New"/>
              </a:rPr>
              <a:t>elif</a:t>
            </a:r>
            <a:r>
              <a:rPr sz="1600" spc="-5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ourier New"/>
                <a:cs typeface="Courier New"/>
              </a:rPr>
              <a:t>&lt;condition&gt;:</a:t>
            </a:r>
            <a:endParaRPr sz="1600">
              <a:latin typeface="Courier New"/>
              <a:cs typeface="Courier New"/>
            </a:endParaRPr>
          </a:p>
          <a:p>
            <a:pPr marL="925830">
              <a:lnSpc>
                <a:spcPct val="100000"/>
              </a:lnSpc>
            </a:pPr>
            <a:r>
              <a:rPr sz="1600" spc="-10" dirty="0">
                <a:solidFill>
                  <a:srgbClr val="404040"/>
                </a:solidFill>
                <a:latin typeface="Courier New"/>
                <a:cs typeface="Courier New"/>
              </a:rPr>
              <a:t>&lt;expression&gt;</a:t>
            </a:r>
            <a:endParaRPr sz="1600">
              <a:latin typeface="Courier New"/>
              <a:cs typeface="Courier New"/>
            </a:endParaRPr>
          </a:p>
          <a:p>
            <a:pPr marL="925830">
              <a:lnSpc>
                <a:spcPct val="100000"/>
              </a:lnSpc>
            </a:pPr>
            <a:r>
              <a:rPr sz="1600" spc="-10" dirty="0">
                <a:solidFill>
                  <a:srgbClr val="404040"/>
                </a:solidFill>
                <a:latin typeface="Courier New"/>
                <a:cs typeface="Courier New"/>
              </a:rPr>
              <a:t>&lt;expression&gt;</a:t>
            </a:r>
            <a:endParaRPr sz="1600">
              <a:latin typeface="Courier New"/>
              <a:cs typeface="Courier New"/>
            </a:endParaRPr>
          </a:p>
          <a:p>
            <a:pPr marL="925830">
              <a:lnSpc>
                <a:spcPct val="100000"/>
              </a:lnSpc>
            </a:pPr>
            <a:r>
              <a:rPr sz="1600" spc="-25" dirty="0">
                <a:solidFill>
                  <a:srgbClr val="404040"/>
                </a:solidFill>
                <a:latin typeface="Courier New"/>
                <a:cs typeface="Courier New"/>
              </a:rPr>
              <a:t>...</a:t>
            </a:r>
            <a:endParaRPr sz="1600">
              <a:latin typeface="Courier New"/>
              <a:cs typeface="Courier New"/>
            </a:endParaRPr>
          </a:p>
          <a:p>
            <a:pPr marL="437515">
              <a:lnSpc>
                <a:spcPct val="100000"/>
              </a:lnSpc>
            </a:pPr>
            <a:r>
              <a:rPr sz="1600" spc="-10" dirty="0">
                <a:solidFill>
                  <a:srgbClr val="404040"/>
                </a:solidFill>
                <a:latin typeface="Courier New"/>
                <a:cs typeface="Courier New"/>
              </a:rPr>
              <a:t>else:</a:t>
            </a:r>
            <a:endParaRPr sz="1600">
              <a:latin typeface="Courier New"/>
              <a:cs typeface="Courier New"/>
            </a:endParaRPr>
          </a:p>
          <a:p>
            <a:pPr marL="925830">
              <a:lnSpc>
                <a:spcPct val="100000"/>
              </a:lnSpc>
            </a:pPr>
            <a:r>
              <a:rPr sz="1600" spc="-10" dirty="0">
                <a:solidFill>
                  <a:srgbClr val="404040"/>
                </a:solidFill>
                <a:latin typeface="Courier New"/>
                <a:cs typeface="Courier New"/>
              </a:rPr>
              <a:t>&lt;expression&gt;</a:t>
            </a:r>
            <a:endParaRPr sz="1600">
              <a:latin typeface="Courier New"/>
              <a:cs typeface="Courier New"/>
            </a:endParaRPr>
          </a:p>
          <a:p>
            <a:pPr marL="925830">
              <a:lnSpc>
                <a:spcPct val="100000"/>
              </a:lnSpc>
            </a:pPr>
            <a:r>
              <a:rPr sz="1600" spc="-10" dirty="0">
                <a:solidFill>
                  <a:srgbClr val="404040"/>
                </a:solidFill>
                <a:latin typeface="Courier New"/>
                <a:cs typeface="Courier New"/>
              </a:rPr>
              <a:t>&lt;expression&gt;</a:t>
            </a:r>
            <a:endParaRPr sz="1600">
              <a:latin typeface="Courier New"/>
              <a:cs typeface="Courier New"/>
            </a:endParaRPr>
          </a:p>
          <a:p>
            <a:pPr marL="925830">
              <a:lnSpc>
                <a:spcPct val="100000"/>
              </a:lnSpc>
            </a:pPr>
            <a:r>
              <a:rPr sz="1600" spc="-25" dirty="0">
                <a:solidFill>
                  <a:srgbClr val="404040"/>
                </a:solidFill>
                <a:latin typeface="Courier New"/>
                <a:cs typeface="Courier New"/>
              </a:rPr>
              <a:t>...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10259" y="5121909"/>
            <a:ext cx="7877809" cy="1040765"/>
          </a:xfrm>
          <a:prstGeom prst="rect">
            <a:avLst/>
          </a:prstGeom>
        </p:spPr>
        <p:txBody>
          <a:bodyPr vert="horz" wrap="square" lIns="0" tIns="154305" rIns="0" bIns="0" rtlCol="0">
            <a:spAutoFit/>
          </a:bodyPr>
          <a:lstStyle/>
          <a:p>
            <a:pPr marL="220345" indent="-207645">
              <a:lnSpc>
                <a:spcPct val="100000"/>
              </a:lnSpc>
              <a:spcBef>
                <a:spcPts val="1215"/>
              </a:spcBef>
              <a:buClr>
                <a:srgbClr val="585858"/>
              </a:buClr>
              <a:buFont typeface="Wingdings"/>
              <a:buChar char=""/>
              <a:tabLst>
                <a:tab pos="220345" algn="l"/>
              </a:tabLst>
            </a:pPr>
            <a:r>
              <a:rPr sz="2400" spc="-10" dirty="0">
                <a:solidFill>
                  <a:srgbClr val="404040"/>
                </a:solidFill>
                <a:latin typeface="Courier New"/>
                <a:cs typeface="Courier New"/>
              </a:rPr>
              <a:t>&lt;condition&gt;</a:t>
            </a:r>
            <a:r>
              <a:rPr sz="2400" spc="-919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has</a:t>
            </a:r>
            <a:r>
              <a:rPr sz="24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4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value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ourier New"/>
                <a:cs typeface="Courier New"/>
              </a:rPr>
              <a:t>True</a:t>
            </a:r>
            <a:r>
              <a:rPr sz="2400" spc="-919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or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ourier New"/>
                <a:cs typeface="Courier New"/>
              </a:rPr>
              <a:t>False</a:t>
            </a:r>
            <a:endParaRPr sz="2400">
              <a:latin typeface="Courier New"/>
              <a:cs typeface="Courier New"/>
            </a:endParaRPr>
          </a:p>
          <a:p>
            <a:pPr marL="220345" indent="-207645">
              <a:lnSpc>
                <a:spcPct val="100000"/>
              </a:lnSpc>
              <a:spcBef>
                <a:spcPts val="1115"/>
              </a:spcBef>
              <a:buClr>
                <a:srgbClr val="585858"/>
              </a:buClr>
              <a:buFont typeface="Wingdings"/>
              <a:buChar char=""/>
              <a:tabLst>
                <a:tab pos="220345" algn="l"/>
              </a:tabLst>
            </a:pP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evaluate</a:t>
            </a:r>
            <a:r>
              <a:rPr sz="24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expressions</a:t>
            </a:r>
            <a:r>
              <a:rPr sz="24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sz="24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that</a:t>
            </a:r>
            <a:r>
              <a:rPr sz="24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block</a:t>
            </a:r>
            <a:r>
              <a:rPr sz="24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if</a:t>
            </a:r>
            <a:r>
              <a:rPr sz="24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ourier New"/>
                <a:cs typeface="Courier New"/>
              </a:rPr>
              <a:t>&lt;condition&gt;</a:t>
            </a:r>
            <a:r>
              <a:rPr sz="2400" spc="-10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24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Courier New"/>
                <a:cs typeface="Courier New"/>
              </a:rPr>
              <a:t>True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50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0" dirty="0"/>
              <a:t>INDENTATION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9776" y="1688555"/>
            <a:ext cx="6096000" cy="1924685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219710" indent="-207010">
              <a:lnSpc>
                <a:spcPct val="100000"/>
              </a:lnSpc>
              <a:spcBef>
                <a:spcPts val="925"/>
              </a:spcBef>
              <a:buClr>
                <a:srgbClr val="585858"/>
              </a:buClr>
              <a:buFont typeface="Wingdings"/>
              <a:buChar char=""/>
              <a:tabLst>
                <a:tab pos="219710" algn="l"/>
              </a:tabLst>
            </a:pPr>
            <a:r>
              <a:rPr sz="2400" spc="-10" dirty="0">
                <a:latin typeface="Calibri"/>
                <a:cs typeface="Calibri"/>
              </a:rPr>
              <a:t>matters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Python</a:t>
            </a:r>
            <a:endParaRPr sz="2400">
              <a:latin typeface="Calibri"/>
              <a:cs typeface="Calibri"/>
            </a:endParaRPr>
          </a:p>
          <a:p>
            <a:pPr marL="219710" indent="-207010">
              <a:lnSpc>
                <a:spcPct val="100000"/>
              </a:lnSpc>
              <a:spcBef>
                <a:spcPts val="825"/>
              </a:spcBef>
              <a:buClr>
                <a:srgbClr val="585858"/>
              </a:buClr>
              <a:buFont typeface="Wingdings"/>
              <a:buChar char=""/>
              <a:tabLst>
                <a:tab pos="219710" algn="l"/>
              </a:tabLst>
            </a:pPr>
            <a:r>
              <a:rPr sz="2400" dirty="0">
                <a:latin typeface="Calibri"/>
                <a:cs typeface="Calibri"/>
              </a:rPr>
              <a:t>how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you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denote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blocks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code</a:t>
            </a:r>
            <a:endParaRPr sz="2400">
              <a:latin typeface="Calibri"/>
              <a:cs typeface="Calibri"/>
            </a:endParaRPr>
          </a:p>
          <a:p>
            <a:pPr marL="12700" marR="5080" algn="just">
              <a:lnSpc>
                <a:spcPct val="110000"/>
              </a:lnSpc>
              <a:spcBef>
                <a:spcPts val="15"/>
              </a:spcBef>
            </a:pPr>
            <a:r>
              <a:rPr sz="1900" dirty="0">
                <a:latin typeface="Courier New"/>
                <a:cs typeface="Courier New"/>
              </a:rPr>
              <a:t>x</a:t>
            </a:r>
            <a:r>
              <a:rPr sz="1900" spc="-40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=</a:t>
            </a:r>
            <a:r>
              <a:rPr sz="1900" spc="-35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float(input("Enter</a:t>
            </a:r>
            <a:r>
              <a:rPr sz="1900" spc="-35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a</a:t>
            </a:r>
            <a:r>
              <a:rPr sz="1900" spc="-35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number</a:t>
            </a:r>
            <a:r>
              <a:rPr sz="1900" spc="-30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for</a:t>
            </a:r>
            <a:r>
              <a:rPr sz="1900" spc="-30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x:</a:t>
            </a:r>
            <a:r>
              <a:rPr sz="1900" spc="-35" dirty="0">
                <a:latin typeface="Courier New"/>
                <a:cs typeface="Courier New"/>
              </a:rPr>
              <a:t> </a:t>
            </a:r>
            <a:r>
              <a:rPr sz="1900" spc="-25" dirty="0">
                <a:latin typeface="Courier New"/>
                <a:cs typeface="Courier New"/>
              </a:rPr>
              <a:t>")) </a:t>
            </a:r>
            <a:r>
              <a:rPr sz="1900" dirty="0">
                <a:latin typeface="Courier New"/>
                <a:cs typeface="Courier New"/>
              </a:rPr>
              <a:t>y</a:t>
            </a:r>
            <a:r>
              <a:rPr sz="1900" spc="-40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=</a:t>
            </a:r>
            <a:r>
              <a:rPr sz="1900" spc="-35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float(input("Enter</a:t>
            </a:r>
            <a:r>
              <a:rPr sz="1900" spc="-35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a</a:t>
            </a:r>
            <a:r>
              <a:rPr sz="1900" spc="-35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number</a:t>
            </a:r>
            <a:r>
              <a:rPr sz="1900" spc="-30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for</a:t>
            </a:r>
            <a:r>
              <a:rPr sz="1900" spc="-30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y:</a:t>
            </a:r>
            <a:r>
              <a:rPr sz="1900" spc="-35" dirty="0">
                <a:latin typeface="Courier New"/>
                <a:cs typeface="Courier New"/>
              </a:rPr>
              <a:t> </a:t>
            </a:r>
            <a:r>
              <a:rPr sz="1900" spc="-25" dirty="0">
                <a:latin typeface="Courier New"/>
                <a:cs typeface="Courier New"/>
              </a:rPr>
              <a:t>")) </a:t>
            </a:r>
            <a:r>
              <a:rPr sz="1900" dirty="0">
                <a:latin typeface="Courier New"/>
                <a:cs typeface="Courier New"/>
              </a:rPr>
              <a:t>if</a:t>
            </a:r>
            <a:r>
              <a:rPr sz="1900" spc="-15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x</a:t>
            </a:r>
            <a:r>
              <a:rPr sz="1900" spc="-15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==</a:t>
            </a:r>
            <a:r>
              <a:rPr sz="1900" spc="-10" dirty="0">
                <a:latin typeface="Courier New"/>
                <a:cs typeface="Courier New"/>
              </a:rPr>
              <a:t> </a:t>
            </a:r>
            <a:r>
              <a:rPr sz="1900" spc="-25" dirty="0">
                <a:latin typeface="Courier New"/>
                <a:cs typeface="Courier New"/>
              </a:rPr>
              <a:t>y: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00757" y="3669126"/>
            <a:ext cx="1156335" cy="273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64"/>
              </a:lnSpc>
            </a:pPr>
            <a:r>
              <a:rPr sz="1900" spc="-10" dirty="0">
                <a:latin typeface="Courier New"/>
                <a:cs typeface="Courier New"/>
              </a:rPr>
              <a:t>print("x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01042" y="3669126"/>
            <a:ext cx="1301750" cy="273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64"/>
              </a:lnSpc>
            </a:pPr>
            <a:r>
              <a:rPr sz="1900" dirty="0">
                <a:latin typeface="Courier New"/>
                <a:cs typeface="Courier New"/>
              </a:rPr>
              <a:t>and</a:t>
            </a:r>
            <a:r>
              <a:rPr sz="1900" spc="-10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y</a:t>
            </a:r>
            <a:r>
              <a:rPr sz="1900" spc="-15" dirty="0">
                <a:latin typeface="Courier New"/>
                <a:cs typeface="Courier New"/>
              </a:rPr>
              <a:t> </a:t>
            </a:r>
            <a:r>
              <a:rPr sz="1900" spc="-25" dirty="0">
                <a:latin typeface="Courier New"/>
                <a:cs typeface="Courier New"/>
              </a:rPr>
              <a:t>are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13197" y="3669126"/>
            <a:ext cx="145415" cy="273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64"/>
              </a:lnSpc>
            </a:pPr>
            <a:r>
              <a:rPr sz="1900" spc="-50" dirty="0">
                <a:latin typeface="Courier New"/>
                <a:cs typeface="Courier New"/>
              </a:rPr>
              <a:t>)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45776" y="3669126"/>
            <a:ext cx="868044" cy="273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64"/>
              </a:lnSpc>
            </a:pPr>
            <a:r>
              <a:rPr sz="1900" spc="-10" dirty="0">
                <a:latin typeface="Courier New"/>
                <a:cs typeface="Courier New"/>
              </a:rPr>
              <a:t>equal"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00757" y="3987736"/>
            <a:ext cx="1300480" cy="273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64"/>
              </a:lnSpc>
            </a:pPr>
            <a:r>
              <a:rPr sz="1900" dirty="0">
                <a:latin typeface="Courier New"/>
                <a:cs typeface="Courier New"/>
              </a:rPr>
              <a:t>if</a:t>
            </a:r>
            <a:r>
              <a:rPr sz="1900" spc="-10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y</a:t>
            </a:r>
            <a:r>
              <a:rPr sz="1900" spc="-15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!=</a:t>
            </a:r>
            <a:r>
              <a:rPr sz="1900" spc="-5" dirty="0">
                <a:latin typeface="Courier New"/>
                <a:cs typeface="Courier New"/>
              </a:rPr>
              <a:t> </a:t>
            </a:r>
            <a:r>
              <a:rPr sz="1900" spc="-50" dirty="0">
                <a:latin typeface="Courier New"/>
                <a:cs typeface="Courier New"/>
              </a:rPr>
              <a:t>0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00800" y="3987736"/>
            <a:ext cx="144145" cy="273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64"/>
              </a:lnSpc>
            </a:pPr>
            <a:r>
              <a:rPr sz="1900" spc="-60" dirty="0">
                <a:latin typeface="Courier New"/>
                <a:cs typeface="Courier New"/>
              </a:rPr>
              <a:t>: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78554" y="4306346"/>
            <a:ext cx="2312670" cy="273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64"/>
              </a:lnSpc>
            </a:pPr>
            <a:r>
              <a:rPr sz="1900" spc="-10" dirty="0">
                <a:latin typeface="Courier New"/>
                <a:cs typeface="Courier New"/>
              </a:rPr>
              <a:t>print("therefore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90467" y="4306346"/>
            <a:ext cx="1734185" cy="273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64"/>
              </a:lnSpc>
            </a:pPr>
            <a:r>
              <a:rPr sz="1900" dirty="0">
                <a:latin typeface="Courier New"/>
                <a:cs typeface="Courier New"/>
              </a:rPr>
              <a:t>,</a:t>
            </a:r>
            <a:r>
              <a:rPr sz="1900" spc="-10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x</a:t>
            </a:r>
            <a:r>
              <a:rPr sz="1900" spc="-10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/</a:t>
            </a:r>
            <a:r>
              <a:rPr sz="1900" spc="-10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y </a:t>
            </a:r>
            <a:r>
              <a:rPr sz="1900" spc="-20" dirty="0">
                <a:latin typeface="Courier New"/>
                <a:cs typeface="Courier New"/>
              </a:rPr>
              <a:t>is",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601897" y="4306346"/>
            <a:ext cx="144145" cy="273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64"/>
              </a:lnSpc>
            </a:pPr>
            <a:r>
              <a:rPr sz="1900" spc="-60" dirty="0">
                <a:latin typeface="Courier New"/>
                <a:cs typeface="Courier New"/>
              </a:rPr>
              <a:t>)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169033" y="4306346"/>
            <a:ext cx="433070" cy="273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64"/>
              </a:lnSpc>
            </a:pPr>
            <a:r>
              <a:rPr sz="1900" spc="-25" dirty="0">
                <a:latin typeface="Courier New"/>
                <a:cs typeface="Courier New"/>
              </a:rPr>
              <a:t>x/y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09535" y="4571800"/>
            <a:ext cx="1615440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latin typeface="Courier New"/>
                <a:cs typeface="Courier New"/>
              </a:rPr>
              <a:t>elif</a:t>
            </a:r>
            <a:r>
              <a:rPr sz="1900" spc="-20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x</a:t>
            </a:r>
            <a:r>
              <a:rPr sz="1900" spc="-5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&lt;</a:t>
            </a:r>
            <a:r>
              <a:rPr sz="1900" spc="-15" dirty="0">
                <a:latin typeface="Courier New"/>
                <a:cs typeface="Courier New"/>
              </a:rPr>
              <a:t> </a:t>
            </a:r>
            <a:r>
              <a:rPr sz="1900" spc="-25" dirty="0">
                <a:latin typeface="Courier New"/>
                <a:cs typeface="Courier New"/>
              </a:rPr>
              <a:t>y: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400757" y="4943807"/>
            <a:ext cx="1156335" cy="273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64"/>
              </a:lnSpc>
            </a:pPr>
            <a:r>
              <a:rPr sz="1900" spc="-10" dirty="0">
                <a:latin typeface="Courier New"/>
                <a:cs typeface="Courier New"/>
              </a:rPr>
              <a:t>print("x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701042" y="4943807"/>
            <a:ext cx="290195" cy="273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64"/>
              </a:lnSpc>
            </a:pPr>
            <a:r>
              <a:rPr sz="1900" spc="-25" dirty="0">
                <a:latin typeface="Courier New"/>
                <a:cs typeface="Courier New"/>
              </a:rPr>
              <a:t>is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290950" y="4943807"/>
            <a:ext cx="145415" cy="273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64"/>
              </a:lnSpc>
            </a:pPr>
            <a:r>
              <a:rPr sz="1900" spc="-50" dirty="0">
                <a:latin typeface="Courier New"/>
                <a:cs typeface="Courier New"/>
              </a:rPr>
              <a:t>)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134631" y="4943807"/>
            <a:ext cx="1156335" cy="273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64"/>
              </a:lnSpc>
            </a:pPr>
            <a:r>
              <a:rPr sz="1900" spc="-10" dirty="0">
                <a:latin typeface="Courier New"/>
                <a:cs typeface="Courier New"/>
              </a:rPr>
              <a:t>smaller"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09776" y="5209261"/>
            <a:ext cx="749300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10" dirty="0">
                <a:latin typeface="Courier New"/>
                <a:cs typeface="Courier New"/>
              </a:rPr>
              <a:t>else: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400757" y="5581026"/>
            <a:ext cx="1156335" cy="273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64"/>
              </a:lnSpc>
            </a:pPr>
            <a:r>
              <a:rPr sz="1900" spc="-10" dirty="0">
                <a:latin typeface="Courier New"/>
                <a:cs typeface="Courier New"/>
              </a:rPr>
              <a:t>print("y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701042" y="5581026"/>
            <a:ext cx="290195" cy="273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64"/>
              </a:lnSpc>
            </a:pPr>
            <a:r>
              <a:rPr sz="1900" spc="-25" dirty="0">
                <a:latin typeface="Courier New"/>
                <a:cs typeface="Courier New"/>
              </a:rPr>
              <a:t>is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290950" y="5581026"/>
            <a:ext cx="145415" cy="273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64"/>
              </a:lnSpc>
            </a:pPr>
            <a:r>
              <a:rPr sz="1900" spc="-50" dirty="0">
                <a:latin typeface="Courier New"/>
                <a:cs typeface="Courier New"/>
              </a:rPr>
              <a:t>)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134631" y="5581026"/>
            <a:ext cx="1156335" cy="273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64"/>
              </a:lnSpc>
            </a:pPr>
            <a:r>
              <a:rPr sz="1900" spc="-10" dirty="0">
                <a:latin typeface="Courier New"/>
                <a:cs typeface="Courier New"/>
              </a:rPr>
              <a:t>smaller"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09776" y="5846480"/>
            <a:ext cx="2338070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10" dirty="0">
                <a:latin typeface="Courier New"/>
                <a:cs typeface="Courier New"/>
              </a:rPr>
              <a:t>print("thanks!")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306071" y="4256020"/>
            <a:ext cx="615950" cy="331470"/>
          </a:xfrm>
          <a:custGeom>
            <a:avLst/>
            <a:gdLst/>
            <a:ahLst/>
            <a:cxnLst/>
            <a:rect l="l" t="t" r="r" b="b"/>
            <a:pathLst>
              <a:path w="615950" h="331470">
                <a:moveTo>
                  <a:pt x="0" y="331470"/>
                </a:moveTo>
                <a:lnTo>
                  <a:pt x="615683" y="331470"/>
                </a:lnTo>
                <a:lnTo>
                  <a:pt x="615683" y="0"/>
                </a:lnTo>
                <a:lnTo>
                  <a:pt x="0" y="0"/>
                </a:lnTo>
                <a:lnTo>
                  <a:pt x="0" y="331470"/>
                </a:lnTo>
                <a:close/>
              </a:path>
            </a:pathLst>
          </a:custGeom>
          <a:solidFill>
            <a:srgbClr val="E2D6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1306071" y="3624830"/>
            <a:ext cx="5829300" cy="631190"/>
          </a:xfrm>
          <a:prstGeom prst="rect">
            <a:avLst/>
          </a:prstGeom>
          <a:solidFill>
            <a:srgbClr val="E2D6EC"/>
          </a:solidFill>
        </p:spPr>
        <p:txBody>
          <a:bodyPr vert="horz" wrap="square" lIns="0" tIns="3810" rIns="0" bIns="0" rtlCol="0">
            <a:spAutoFit/>
          </a:bodyPr>
          <a:lstStyle/>
          <a:p>
            <a:pPr marL="94615">
              <a:lnSpc>
                <a:spcPct val="100000"/>
              </a:lnSpc>
              <a:spcBef>
                <a:spcPts val="30"/>
              </a:spcBef>
            </a:pPr>
            <a:r>
              <a:rPr sz="1900" dirty="0">
                <a:solidFill>
                  <a:srgbClr val="160A20"/>
                </a:solidFill>
                <a:latin typeface="Courier New"/>
                <a:cs typeface="Courier New"/>
              </a:rPr>
              <a:t>print("x</a:t>
            </a:r>
            <a:r>
              <a:rPr sz="1900" spc="-40" dirty="0">
                <a:solidFill>
                  <a:srgbClr val="160A2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160A20"/>
                </a:solidFill>
                <a:latin typeface="Courier New"/>
                <a:cs typeface="Courier New"/>
              </a:rPr>
              <a:t>and</a:t>
            </a:r>
            <a:r>
              <a:rPr sz="1900" spc="-25" dirty="0">
                <a:solidFill>
                  <a:srgbClr val="160A2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160A20"/>
                </a:solidFill>
                <a:latin typeface="Courier New"/>
                <a:cs typeface="Courier New"/>
              </a:rPr>
              <a:t>y</a:t>
            </a:r>
            <a:r>
              <a:rPr sz="1900" spc="-30" dirty="0">
                <a:solidFill>
                  <a:srgbClr val="160A2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160A20"/>
                </a:solidFill>
                <a:latin typeface="Courier New"/>
                <a:cs typeface="Courier New"/>
              </a:rPr>
              <a:t>are</a:t>
            </a:r>
            <a:r>
              <a:rPr sz="1900" spc="-30" dirty="0">
                <a:solidFill>
                  <a:srgbClr val="160A20"/>
                </a:solidFill>
                <a:latin typeface="Courier New"/>
                <a:cs typeface="Courier New"/>
              </a:rPr>
              <a:t> </a:t>
            </a:r>
            <a:r>
              <a:rPr sz="1900" spc="-10" dirty="0">
                <a:solidFill>
                  <a:srgbClr val="160A20"/>
                </a:solidFill>
                <a:latin typeface="Courier New"/>
                <a:cs typeface="Courier New"/>
              </a:rPr>
              <a:t>equal"</a:t>
            </a:r>
            <a:endParaRPr sz="1900">
              <a:latin typeface="Courier New"/>
              <a:cs typeface="Courier New"/>
            </a:endParaRPr>
          </a:p>
          <a:p>
            <a:pPr marL="94615">
              <a:lnSpc>
                <a:spcPct val="100000"/>
              </a:lnSpc>
              <a:spcBef>
                <a:spcPts val="225"/>
              </a:spcBef>
            </a:pPr>
            <a:r>
              <a:rPr sz="1900" dirty="0">
                <a:solidFill>
                  <a:srgbClr val="160A20"/>
                </a:solidFill>
                <a:latin typeface="Courier New"/>
                <a:cs typeface="Courier New"/>
              </a:rPr>
              <a:t>if</a:t>
            </a:r>
            <a:r>
              <a:rPr sz="1900" spc="-10" dirty="0">
                <a:solidFill>
                  <a:srgbClr val="160A2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160A20"/>
                </a:solidFill>
                <a:latin typeface="Courier New"/>
                <a:cs typeface="Courier New"/>
              </a:rPr>
              <a:t>y</a:t>
            </a:r>
            <a:r>
              <a:rPr sz="1900" spc="-15" dirty="0">
                <a:solidFill>
                  <a:srgbClr val="160A2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160A20"/>
                </a:solidFill>
                <a:latin typeface="Courier New"/>
                <a:cs typeface="Courier New"/>
              </a:rPr>
              <a:t>!=</a:t>
            </a:r>
            <a:r>
              <a:rPr sz="1900" spc="-5" dirty="0">
                <a:solidFill>
                  <a:srgbClr val="160A20"/>
                </a:solidFill>
                <a:latin typeface="Courier New"/>
                <a:cs typeface="Courier New"/>
              </a:rPr>
              <a:t> </a:t>
            </a:r>
            <a:r>
              <a:rPr sz="1900" spc="-50" dirty="0">
                <a:solidFill>
                  <a:srgbClr val="160A20"/>
                </a:solidFill>
                <a:latin typeface="Courier New"/>
                <a:cs typeface="Courier New"/>
              </a:rPr>
              <a:t>0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2738" rIns="0" bIns="0" rtlCol="0">
            <a:spAutoFit/>
          </a:bodyPr>
          <a:lstStyle/>
          <a:p>
            <a:pPr marL="38100">
              <a:lnSpc>
                <a:spcPts val="1095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27" name="object 27"/>
          <p:cNvSpPr txBox="1"/>
          <p:nvPr/>
        </p:nvSpPr>
        <p:spPr>
          <a:xfrm>
            <a:off x="1921755" y="4255770"/>
            <a:ext cx="5213985" cy="332740"/>
          </a:xfrm>
          <a:prstGeom prst="rect">
            <a:avLst/>
          </a:prstGeom>
          <a:solidFill>
            <a:srgbClr val="CBB5DD"/>
          </a:solidFill>
        </p:spPr>
        <p:txBody>
          <a:bodyPr vert="horz" wrap="square" lIns="0" tIns="9525" rIns="0" bIns="0" rtlCol="0">
            <a:spAutoFit/>
          </a:bodyPr>
          <a:lstStyle/>
          <a:p>
            <a:pPr marL="57150">
              <a:lnSpc>
                <a:spcPct val="100000"/>
              </a:lnSpc>
              <a:spcBef>
                <a:spcPts val="75"/>
              </a:spcBef>
            </a:pPr>
            <a:r>
              <a:rPr sz="1900" dirty="0">
                <a:solidFill>
                  <a:srgbClr val="28123A"/>
                </a:solidFill>
                <a:latin typeface="Courier New"/>
                <a:cs typeface="Courier New"/>
              </a:rPr>
              <a:t>print("therefore,</a:t>
            </a:r>
            <a:r>
              <a:rPr sz="1900" spc="-50" dirty="0">
                <a:solidFill>
                  <a:srgbClr val="28123A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8123A"/>
                </a:solidFill>
                <a:latin typeface="Courier New"/>
                <a:cs typeface="Courier New"/>
              </a:rPr>
              <a:t>x</a:t>
            </a:r>
            <a:r>
              <a:rPr sz="1900" spc="-35" dirty="0">
                <a:solidFill>
                  <a:srgbClr val="28123A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8123A"/>
                </a:solidFill>
                <a:latin typeface="Courier New"/>
                <a:cs typeface="Courier New"/>
              </a:rPr>
              <a:t>/</a:t>
            </a:r>
            <a:r>
              <a:rPr sz="1900" spc="-40" dirty="0">
                <a:solidFill>
                  <a:srgbClr val="28123A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8123A"/>
                </a:solidFill>
                <a:latin typeface="Courier New"/>
                <a:cs typeface="Courier New"/>
              </a:rPr>
              <a:t>y</a:t>
            </a:r>
            <a:r>
              <a:rPr sz="1900" spc="-25" dirty="0">
                <a:solidFill>
                  <a:srgbClr val="28123A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8123A"/>
                </a:solidFill>
                <a:latin typeface="Courier New"/>
                <a:cs typeface="Courier New"/>
              </a:rPr>
              <a:t>is",</a:t>
            </a:r>
            <a:r>
              <a:rPr sz="1900" spc="-30" dirty="0">
                <a:solidFill>
                  <a:srgbClr val="28123A"/>
                </a:solidFill>
                <a:latin typeface="Courier New"/>
                <a:cs typeface="Courier New"/>
              </a:rPr>
              <a:t> </a:t>
            </a:r>
            <a:r>
              <a:rPr sz="1900" spc="-25" dirty="0">
                <a:solidFill>
                  <a:srgbClr val="28123A"/>
                </a:solidFill>
                <a:latin typeface="Courier New"/>
                <a:cs typeface="Courier New"/>
              </a:rPr>
              <a:t>x/y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306067" y="4908550"/>
            <a:ext cx="5829300" cy="374650"/>
          </a:xfrm>
          <a:prstGeom prst="rect">
            <a:avLst/>
          </a:prstGeom>
          <a:solidFill>
            <a:srgbClr val="E2D6EC"/>
          </a:solidFill>
        </p:spPr>
        <p:txBody>
          <a:bodyPr vert="horz" wrap="square" lIns="0" tIns="0" rIns="0" bIns="0" rtlCol="0">
            <a:spAutoFit/>
          </a:bodyPr>
          <a:lstStyle/>
          <a:p>
            <a:pPr marL="94615">
              <a:lnSpc>
                <a:spcPts val="2235"/>
              </a:lnSpc>
              <a:tabLst>
                <a:tab pos="1539875" algn="l"/>
              </a:tabLst>
            </a:pPr>
            <a:r>
              <a:rPr sz="1900" spc="-10" dirty="0">
                <a:solidFill>
                  <a:srgbClr val="160A20"/>
                </a:solidFill>
                <a:latin typeface="Courier New"/>
                <a:cs typeface="Courier New"/>
              </a:rPr>
              <a:t>print("x</a:t>
            </a:r>
            <a:r>
              <a:rPr sz="1900" dirty="0">
                <a:solidFill>
                  <a:srgbClr val="160A20"/>
                </a:solidFill>
                <a:latin typeface="Courier New"/>
                <a:cs typeface="Courier New"/>
              </a:rPr>
              <a:t>	s</a:t>
            </a:r>
            <a:r>
              <a:rPr sz="1900" spc="-10" dirty="0">
                <a:solidFill>
                  <a:srgbClr val="160A20"/>
                </a:solidFill>
                <a:latin typeface="Courier New"/>
                <a:cs typeface="Courier New"/>
              </a:rPr>
              <a:t> smaller"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306067" y="5511800"/>
            <a:ext cx="5829300" cy="375920"/>
          </a:xfrm>
          <a:prstGeom prst="rect">
            <a:avLst/>
          </a:prstGeom>
          <a:solidFill>
            <a:srgbClr val="E2D6EC"/>
          </a:solidFill>
        </p:spPr>
        <p:txBody>
          <a:bodyPr vert="horz" wrap="square" lIns="0" tIns="27940" rIns="0" bIns="0" rtlCol="0">
            <a:spAutoFit/>
          </a:bodyPr>
          <a:lstStyle/>
          <a:p>
            <a:pPr marL="94615">
              <a:lnSpc>
                <a:spcPct val="100000"/>
              </a:lnSpc>
              <a:spcBef>
                <a:spcPts val="220"/>
              </a:spcBef>
              <a:tabLst>
                <a:tab pos="1539875" algn="l"/>
              </a:tabLst>
            </a:pPr>
            <a:r>
              <a:rPr sz="1900" spc="-10" dirty="0">
                <a:solidFill>
                  <a:srgbClr val="160A20"/>
                </a:solidFill>
                <a:latin typeface="Courier New"/>
                <a:cs typeface="Courier New"/>
              </a:rPr>
              <a:t>print("y</a:t>
            </a:r>
            <a:r>
              <a:rPr sz="1900" dirty="0">
                <a:solidFill>
                  <a:srgbClr val="160A20"/>
                </a:solidFill>
                <a:latin typeface="Courier New"/>
                <a:cs typeface="Courier New"/>
              </a:rPr>
              <a:t>	s</a:t>
            </a:r>
            <a:r>
              <a:rPr sz="1900" spc="-10" dirty="0">
                <a:solidFill>
                  <a:srgbClr val="160A20"/>
                </a:solidFill>
                <a:latin typeface="Courier New"/>
                <a:cs typeface="Courier New"/>
              </a:rPr>
              <a:t> smaller"</a:t>
            </a:r>
            <a:endParaRPr sz="19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924560"/>
            <a:ext cx="1856739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ourier New"/>
                <a:cs typeface="Courier New"/>
              </a:rPr>
              <a:t>=</a:t>
            </a:r>
            <a:r>
              <a:rPr spc="-1900" dirty="0">
                <a:latin typeface="Courier New"/>
                <a:cs typeface="Courier New"/>
              </a:rPr>
              <a:t> </a:t>
            </a:r>
            <a:r>
              <a:rPr dirty="0"/>
              <a:t>vs</a:t>
            </a:r>
            <a:r>
              <a:rPr spc="-190" dirty="0"/>
              <a:t> </a:t>
            </a:r>
            <a:r>
              <a:rPr spc="-25" dirty="0">
                <a:latin typeface="Courier New"/>
                <a:cs typeface="Courier New"/>
              </a:rPr>
              <a:t>==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15340" y="1949825"/>
          <a:ext cx="6672579" cy="17500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21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98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7860">
                <a:tc>
                  <a:txBody>
                    <a:bodyPr/>
                    <a:lstStyle/>
                    <a:p>
                      <a:pPr>
                        <a:lnSpc>
                          <a:spcPts val="2065"/>
                        </a:lnSpc>
                      </a:pPr>
                      <a:r>
                        <a:rPr sz="2000" dirty="0">
                          <a:latin typeface="Courier New"/>
                          <a:cs typeface="Courier New"/>
                        </a:rPr>
                        <a:t>x</a:t>
                      </a:r>
                      <a:r>
                        <a:rPr sz="2000" spc="-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dirty="0"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2000" spc="-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10" dirty="0">
                          <a:latin typeface="Courier New"/>
                          <a:cs typeface="Courier New"/>
                        </a:rPr>
                        <a:t>float(input("Enter</a:t>
                      </a:r>
                      <a:endParaRPr sz="2000">
                        <a:latin typeface="Courier New"/>
                        <a:cs typeface="Courier New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2000" dirty="0">
                          <a:latin typeface="Courier New"/>
                          <a:cs typeface="Courier New"/>
                        </a:rPr>
                        <a:t>y</a:t>
                      </a:r>
                      <a:r>
                        <a:rPr sz="2000" spc="-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dirty="0"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2000" spc="-10" dirty="0">
                          <a:latin typeface="Courier New"/>
                          <a:cs typeface="Courier New"/>
                        </a:rPr>
                        <a:t> float(input("Enter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2065"/>
                        </a:lnSpc>
                      </a:pPr>
                      <a:r>
                        <a:rPr sz="2000" dirty="0"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2000" spc="-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10" dirty="0">
                          <a:latin typeface="Courier New"/>
                          <a:cs typeface="Courier New"/>
                        </a:rPr>
                        <a:t>number</a:t>
                      </a:r>
                      <a:endParaRPr sz="2000">
                        <a:latin typeface="Courier New"/>
                        <a:cs typeface="Courier New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2000" dirty="0"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2000" spc="-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10" dirty="0">
                          <a:latin typeface="Courier New"/>
                          <a:cs typeface="Courier New"/>
                        </a:rPr>
                        <a:t>number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2065"/>
                        </a:lnSpc>
                      </a:pPr>
                      <a:r>
                        <a:rPr sz="2000" dirty="0">
                          <a:latin typeface="Courier New"/>
                          <a:cs typeface="Courier New"/>
                        </a:rPr>
                        <a:t>for</a:t>
                      </a:r>
                      <a:r>
                        <a:rPr sz="2000" spc="-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dirty="0">
                          <a:latin typeface="Courier New"/>
                          <a:cs typeface="Courier New"/>
                        </a:rPr>
                        <a:t>x:</a:t>
                      </a:r>
                      <a:r>
                        <a:rPr sz="2000" spc="-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25" dirty="0">
                          <a:latin typeface="Courier New"/>
                          <a:cs typeface="Courier New"/>
                        </a:rPr>
                        <a:t>"))</a:t>
                      </a:r>
                      <a:endParaRPr sz="2000">
                        <a:latin typeface="Courier New"/>
                        <a:cs typeface="Courier New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2000" dirty="0">
                          <a:latin typeface="Courier New"/>
                          <a:cs typeface="Courier New"/>
                        </a:rPr>
                        <a:t>for</a:t>
                      </a:r>
                      <a:r>
                        <a:rPr sz="2000" spc="-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dirty="0">
                          <a:latin typeface="Courier New"/>
                          <a:cs typeface="Courier New"/>
                        </a:rPr>
                        <a:t>y:</a:t>
                      </a:r>
                      <a:r>
                        <a:rPr sz="2000" spc="-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25" dirty="0">
                          <a:latin typeface="Courier New"/>
                          <a:cs typeface="Courier New"/>
                        </a:rPr>
                        <a:t>"))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FF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2000" dirty="0">
                          <a:latin typeface="Courier New"/>
                          <a:cs typeface="Courier New"/>
                        </a:rPr>
                        <a:t>if</a:t>
                      </a:r>
                      <a:r>
                        <a:rPr sz="2000" spc="-2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dirty="0">
                          <a:latin typeface="Courier New"/>
                          <a:cs typeface="Courier New"/>
                        </a:rPr>
                        <a:t>x</a:t>
                      </a:r>
                      <a:r>
                        <a:rPr sz="2000" spc="-2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dirty="0">
                          <a:latin typeface="Courier New"/>
                          <a:cs typeface="Courier New"/>
                        </a:rPr>
                        <a:t>==</a:t>
                      </a:r>
                      <a:r>
                        <a:rPr sz="2000" spc="-2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25" dirty="0">
                          <a:latin typeface="Courier New"/>
                          <a:cs typeface="Courier New"/>
                        </a:rPr>
                        <a:t>y: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31114" marB="0">
                    <a:lnL w="19050">
                      <a:solidFill>
                        <a:srgbClr val="FF0000"/>
                      </a:solidFill>
                      <a:prstDash val="solid"/>
                    </a:lnL>
                    <a:lnT w="19050">
                      <a:solidFill>
                        <a:srgbClr val="FF0000"/>
                      </a:solidFill>
                      <a:prstDash val="solid"/>
                    </a:lnT>
                    <a:lnB w="1905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FF0000"/>
                      </a:solidFill>
                      <a:prstDash val="solid"/>
                    </a:lnT>
                    <a:lnB w="1905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FF0000"/>
                      </a:solidFill>
                      <a:prstDash val="solid"/>
                    </a:lnT>
                    <a:lnB w="1905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FF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4050">
                <a:tc>
                  <a:txBody>
                    <a:bodyPr/>
                    <a:lstStyle/>
                    <a:p>
                      <a:pPr marL="608965">
                        <a:lnSpc>
                          <a:spcPts val="2075"/>
                        </a:lnSpc>
                      </a:pPr>
                      <a:r>
                        <a:rPr sz="2000" dirty="0">
                          <a:latin typeface="Courier New"/>
                          <a:cs typeface="Courier New"/>
                        </a:rPr>
                        <a:t>print("x</a:t>
                      </a:r>
                      <a:r>
                        <a:rPr sz="2000" spc="-5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dirty="0">
                          <a:latin typeface="Courier New"/>
                          <a:cs typeface="Courier New"/>
                        </a:rPr>
                        <a:t>and</a:t>
                      </a:r>
                      <a:r>
                        <a:rPr sz="2000" spc="-5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dirty="0">
                          <a:latin typeface="Courier New"/>
                          <a:cs typeface="Courier New"/>
                        </a:rPr>
                        <a:t>y</a:t>
                      </a:r>
                      <a:r>
                        <a:rPr sz="2000" spc="-4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25" dirty="0">
                          <a:latin typeface="Courier New"/>
                          <a:cs typeface="Courier New"/>
                        </a:rPr>
                        <a:t>are</a:t>
                      </a:r>
                      <a:endParaRPr sz="2000">
                        <a:latin typeface="Courier New"/>
                        <a:cs typeface="Courier New"/>
                      </a:endParaRPr>
                    </a:p>
                    <a:p>
                      <a:pPr marL="60896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2000" dirty="0">
                          <a:latin typeface="Courier New"/>
                          <a:cs typeface="Courier New"/>
                        </a:rPr>
                        <a:t>if</a:t>
                      </a:r>
                      <a:r>
                        <a:rPr sz="2000" spc="-2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dirty="0">
                          <a:latin typeface="Courier New"/>
                          <a:cs typeface="Courier New"/>
                        </a:rPr>
                        <a:t>y</a:t>
                      </a:r>
                      <a:r>
                        <a:rPr sz="2000" spc="-2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dirty="0">
                          <a:latin typeface="Courier New"/>
                          <a:cs typeface="Courier New"/>
                        </a:rPr>
                        <a:t>!=</a:t>
                      </a:r>
                      <a:r>
                        <a:rPr sz="2000" spc="-2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25" dirty="0">
                          <a:latin typeface="Courier New"/>
                          <a:cs typeface="Courier New"/>
                        </a:rPr>
                        <a:t>0: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T w="19050">
                      <a:solidFill>
                        <a:srgbClr val="FF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2075"/>
                        </a:lnSpc>
                      </a:pPr>
                      <a:r>
                        <a:rPr sz="2000" spc="-10" dirty="0">
                          <a:latin typeface="Courier New"/>
                          <a:cs typeface="Courier New"/>
                        </a:rPr>
                        <a:t>equal")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T w="19050">
                      <a:solidFill>
                        <a:srgbClr val="FF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FF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810259" y="3662629"/>
            <a:ext cx="6274435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19200">
              <a:lnSpc>
                <a:spcPct val="120000"/>
              </a:lnSpc>
              <a:spcBef>
                <a:spcPts val="100"/>
              </a:spcBef>
            </a:pPr>
            <a:r>
              <a:rPr sz="2000" dirty="0">
                <a:latin typeface="Courier New"/>
                <a:cs typeface="Courier New"/>
              </a:rPr>
              <a:t>print("therefore,</a:t>
            </a:r>
            <a:r>
              <a:rPr sz="2000" spc="-6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x</a:t>
            </a:r>
            <a:r>
              <a:rPr sz="2000" spc="-6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/</a:t>
            </a:r>
            <a:r>
              <a:rPr sz="2000" spc="-5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y</a:t>
            </a:r>
            <a:r>
              <a:rPr sz="2000" spc="-6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is",</a:t>
            </a:r>
            <a:r>
              <a:rPr sz="2000" spc="-5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x/y) </a:t>
            </a:r>
            <a:r>
              <a:rPr sz="2000" dirty="0">
                <a:latin typeface="Courier New"/>
                <a:cs typeface="Courier New"/>
              </a:rPr>
              <a:t>elif</a:t>
            </a:r>
            <a:r>
              <a:rPr sz="2000" spc="-2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x</a:t>
            </a:r>
            <a:r>
              <a:rPr sz="2000" spc="-2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&lt;</a:t>
            </a:r>
            <a:r>
              <a:rPr sz="2000" spc="-25" dirty="0">
                <a:latin typeface="Courier New"/>
                <a:cs typeface="Courier New"/>
              </a:rPr>
              <a:t> y:</a:t>
            </a:r>
            <a:endParaRPr sz="2000">
              <a:latin typeface="Courier New"/>
              <a:cs typeface="Courier New"/>
            </a:endParaRPr>
          </a:p>
          <a:p>
            <a:pPr marL="12700" marR="2443480" indent="609600">
              <a:lnSpc>
                <a:spcPts val="2880"/>
              </a:lnSpc>
              <a:spcBef>
                <a:spcPts val="175"/>
              </a:spcBef>
            </a:pPr>
            <a:r>
              <a:rPr sz="2000" dirty="0">
                <a:latin typeface="Courier New"/>
                <a:cs typeface="Courier New"/>
              </a:rPr>
              <a:t>print("x</a:t>
            </a:r>
            <a:r>
              <a:rPr sz="2000" spc="-7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is</a:t>
            </a:r>
            <a:r>
              <a:rPr sz="2000" spc="-6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smaller") else:</a:t>
            </a:r>
            <a:endParaRPr sz="2000">
              <a:latin typeface="Courier New"/>
              <a:cs typeface="Courier New"/>
            </a:endParaRPr>
          </a:p>
          <a:p>
            <a:pPr marL="12700" marR="2443480" indent="609600">
              <a:lnSpc>
                <a:spcPts val="2880"/>
              </a:lnSpc>
            </a:pPr>
            <a:r>
              <a:rPr sz="2000" dirty="0">
                <a:latin typeface="Courier New"/>
                <a:cs typeface="Courier New"/>
              </a:rPr>
              <a:t>print("y</a:t>
            </a:r>
            <a:r>
              <a:rPr sz="2000" spc="-7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is</a:t>
            </a:r>
            <a:r>
              <a:rPr sz="2000" spc="-6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smaller") print("thanks!")</a:t>
            </a:r>
            <a:endParaRPr sz="2000">
              <a:latin typeface="Courier New"/>
              <a:cs typeface="Courier New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65796" y="2633091"/>
            <a:ext cx="1601469" cy="130124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2738" rIns="0" bIns="0" rtlCol="0">
            <a:spAutoFit/>
          </a:bodyPr>
          <a:lstStyle/>
          <a:p>
            <a:pPr marL="38100">
              <a:lnSpc>
                <a:spcPts val="1095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291845"/>
            <a:ext cx="4074160" cy="1377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5320"/>
              </a:lnSpc>
              <a:spcBef>
                <a:spcPts val="100"/>
              </a:spcBef>
            </a:pPr>
            <a:r>
              <a:rPr spc="-55" dirty="0"/>
              <a:t>CONTROL</a:t>
            </a:r>
            <a:r>
              <a:rPr spc="-204" dirty="0"/>
              <a:t> </a:t>
            </a:r>
            <a:r>
              <a:rPr spc="-50" dirty="0"/>
              <a:t>FLOW:</a:t>
            </a:r>
          </a:p>
          <a:p>
            <a:pPr marL="12700">
              <a:lnSpc>
                <a:spcPts val="5320"/>
              </a:lnSpc>
            </a:pPr>
            <a:r>
              <a:rPr spc="-50" dirty="0">
                <a:latin typeface="Courier New"/>
                <a:cs typeface="Courier New"/>
              </a:rPr>
              <a:t>while</a:t>
            </a:r>
            <a:r>
              <a:rPr spc="-1889" dirty="0">
                <a:latin typeface="Courier New"/>
                <a:cs typeface="Courier New"/>
              </a:rPr>
              <a:t> </a:t>
            </a:r>
            <a:r>
              <a:rPr spc="-10" dirty="0"/>
              <a:t>LOOPS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2738" rIns="0" bIns="0" rtlCol="0">
            <a:spAutoFit/>
          </a:bodyPr>
          <a:lstStyle/>
          <a:p>
            <a:pPr marL="38100">
              <a:lnSpc>
                <a:spcPts val="1095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810259" y="1836745"/>
            <a:ext cx="6941820" cy="3678554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2200" dirty="0">
                <a:latin typeface="Courier New"/>
                <a:cs typeface="Courier New"/>
              </a:rPr>
              <a:t>while</a:t>
            </a:r>
            <a:r>
              <a:rPr sz="2200" spc="-8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&lt;condition&gt;:</a:t>
            </a:r>
            <a:endParaRPr sz="2200">
              <a:latin typeface="Courier New"/>
              <a:cs typeface="Courier New"/>
            </a:endParaRPr>
          </a:p>
          <a:p>
            <a:pPr marL="685165">
              <a:lnSpc>
                <a:spcPct val="100000"/>
              </a:lnSpc>
              <a:spcBef>
                <a:spcPts val="265"/>
              </a:spcBef>
            </a:pPr>
            <a:r>
              <a:rPr sz="2200" spc="-10" dirty="0">
                <a:latin typeface="Courier New"/>
                <a:cs typeface="Courier New"/>
              </a:rPr>
              <a:t>&lt;expression&gt;</a:t>
            </a:r>
            <a:endParaRPr sz="2200">
              <a:latin typeface="Courier New"/>
              <a:cs typeface="Courier New"/>
            </a:endParaRPr>
          </a:p>
          <a:p>
            <a:pPr marL="685165">
              <a:lnSpc>
                <a:spcPct val="100000"/>
              </a:lnSpc>
              <a:spcBef>
                <a:spcPts val="265"/>
              </a:spcBef>
            </a:pPr>
            <a:r>
              <a:rPr sz="2200" spc="-10" dirty="0">
                <a:latin typeface="Courier New"/>
                <a:cs typeface="Courier New"/>
              </a:rPr>
              <a:t>&lt;expression&gt;</a:t>
            </a:r>
            <a:endParaRPr sz="2200">
              <a:latin typeface="Courier New"/>
              <a:cs typeface="Courier New"/>
            </a:endParaRPr>
          </a:p>
          <a:p>
            <a:pPr marL="685165">
              <a:lnSpc>
                <a:spcPct val="100000"/>
              </a:lnSpc>
              <a:spcBef>
                <a:spcPts val="265"/>
              </a:spcBef>
            </a:pPr>
            <a:r>
              <a:rPr sz="2200" spc="-25" dirty="0">
                <a:latin typeface="Courier New"/>
                <a:cs typeface="Courier New"/>
              </a:rPr>
              <a:t>...</a:t>
            </a:r>
            <a:endParaRPr sz="2200">
              <a:latin typeface="Courier New"/>
              <a:cs typeface="Courier New"/>
            </a:endParaRPr>
          </a:p>
          <a:p>
            <a:pPr marL="220345" indent="-207645">
              <a:lnSpc>
                <a:spcPct val="100000"/>
              </a:lnSpc>
              <a:spcBef>
                <a:spcPts val="844"/>
              </a:spcBef>
              <a:buClr>
                <a:srgbClr val="585858"/>
              </a:buClr>
              <a:buFont typeface="Wingdings"/>
              <a:buChar char=""/>
              <a:tabLst>
                <a:tab pos="220345" algn="l"/>
              </a:tabLst>
            </a:pPr>
            <a:r>
              <a:rPr sz="2400" dirty="0">
                <a:latin typeface="Courier New"/>
                <a:cs typeface="Courier New"/>
              </a:rPr>
              <a:t>&lt;condition&gt;</a:t>
            </a:r>
            <a:r>
              <a:rPr sz="2400" spc="-114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alibri"/>
                <a:cs typeface="Calibri"/>
              </a:rPr>
              <a:t>evaluates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Boolean</a:t>
            </a:r>
            <a:endParaRPr sz="2400">
              <a:latin typeface="Calibri"/>
              <a:cs typeface="Calibri"/>
            </a:endParaRPr>
          </a:p>
          <a:p>
            <a:pPr marL="104139" marR="5080" indent="-91440">
              <a:lnSpc>
                <a:spcPts val="2310"/>
              </a:lnSpc>
              <a:spcBef>
                <a:spcPts val="1380"/>
              </a:spcBef>
              <a:buClr>
                <a:srgbClr val="585858"/>
              </a:buClr>
              <a:buFont typeface="Wingdings"/>
              <a:buChar char=""/>
              <a:tabLst>
                <a:tab pos="104139" algn="l"/>
                <a:tab pos="220345" algn="l"/>
              </a:tabLst>
            </a:pPr>
            <a:r>
              <a:rPr sz="2400" dirty="0">
                <a:latin typeface="Calibri"/>
                <a:cs typeface="Calibri"/>
              </a:rPr>
              <a:t>	if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ourier New"/>
                <a:cs typeface="Courier New"/>
              </a:rPr>
              <a:t>&lt;condition&gt;</a:t>
            </a:r>
            <a:r>
              <a:rPr sz="2400" spc="-105" dirty="0">
                <a:latin typeface="Courier New"/>
                <a:cs typeface="Courier New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ourier New"/>
                <a:cs typeface="Courier New"/>
              </a:rPr>
              <a:t>True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steps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inside</a:t>
            </a:r>
            <a:r>
              <a:rPr sz="2400" spc="-25" dirty="0">
                <a:latin typeface="Calibri"/>
                <a:cs typeface="Calibri"/>
              </a:rPr>
              <a:t> the </a:t>
            </a:r>
            <a:r>
              <a:rPr sz="2400" dirty="0">
                <a:latin typeface="Calibri"/>
                <a:cs typeface="Calibri"/>
              </a:rPr>
              <a:t>while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code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block</a:t>
            </a:r>
            <a:endParaRPr sz="2400">
              <a:latin typeface="Calibri"/>
              <a:cs typeface="Calibri"/>
            </a:endParaRPr>
          </a:p>
          <a:p>
            <a:pPr marL="219710" indent="-207010">
              <a:lnSpc>
                <a:spcPct val="100000"/>
              </a:lnSpc>
              <a:spcBef>
                <a:spcPts val="835"/>
              </a:spcBef>
              <a:buClr>
                <a:srgbClr val="585858"/>
              </a:buClr>
              <a:buFont typeface="Wingdings"/>
              <a:buChar char=""/>
              <a:tabLst>
                <a:tab pos="219710" algn="l"/>
              </a:tabLst>
            </a:pPr>
            <a:r>
              <a:rPr sz="2400" dirty="0">
                <a:latin typeface="Calibri"/>
                <a:cs typeface="Calibri"/>
              </a:rPr>
              <a:t>check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ourier New"/>
                <a:cs typeface="Courier New"/>
              </a:rPr>
              <a:t>&lt;condition&gt;</a:t>
            </a:r>
            <a:r>
              <a:rPr sz="2400" spc="-7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alibri"/>
                <a:cs typeface="Calibri"/>
              </a:rPr>
              <a:t>again</a:t>
            </a:r>
            <a:endParaRPr sz="2400">
              <a:latin typeface="Calibri"/>
              <a:cs typeface="Calibri"/>
            </a:endParaRPr>
          </a:p>
          <a:p>
            <a:pPr marL="220345" indent="-207645">
              <a:lnSpc>
                <a:spcPct val="100000"/>
              </a:lnSpc>
              <a:spcBef>
                <a:spcPts val="819"/>
              </a:spcBef>
              <a:buClr>
                <a:srgbClr val="585858"/>
              </a:buClr>
              <a:buFont typeface="Wingdings"/>
              <a:buChar char=""/>
              <a:tabLst>
                <a:tab pos="220345" algn="l"/>
              </a:tabLst>
            </a:pPr>
            <a:r>
              <a:rPr sz="2400" dirty="0">
                <a:latin typeface="Calibri"/>
                <a:cs typeface="Calibri"/>
              </a:rPr>
              <a:t>repeat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until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ourier New"/>
                <a:cs typeface="Courier New"/>
              </a:rPr>
              <a:t>&lt;condition&gt;</a:t>
            </a:r>
            <a:r>
              <a:rPr sz="2400" spc="-135" dirty="0">
                <a:latin typeface="Courier New"/>
                <a:cs typeface="Courier New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False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541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>
                <a:latin typeface="Courier New"/>
                <a:cs typeface="Courier New"/>
              </a:rPr>
              <a:t>while</a:t>
            </a:r>
            <a:r>
              <a:rPr spc="-1925" dirty="0">
                <a:latin typeface="Courier New"/>
                <a:cs typeface="Courier New"/>
              </a:rPr>
              <a:t> </a:t>
            </a:r>
            <a:r>
              <a:rPr spc="-50" dirty="0"/>
              <a:t>LOOP</a:t>
            </a:r>
            <a:r>
              <a:rPr spc="-165" dirty="0"/>
              <a:t> </a:t>
            </a:r>
            <a:r>
              <a:rPr spc="-30" dirty="0"/>
              <a:t>EXAMPLE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2738" rIns="0" bIns="0" rtlCol="0">
            <a:spAutoFit/>
          </a:bodyPr>
          <a:lstStyle/>
          <a:p>
            <a:pPr marL="38100">
              <a:lnSpc>
                <a:spcPts val="1095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810259" y="1831339"/>
            <a:ext cx="8091805" cy="41071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55"/>
              </a:lnSpc>
              <a:spcBef>
                <a:spcPts val="100"/>
              </a:spcBef>
            </a:pPr>
            <a:r>
              <a:rPr sz="1800" dirty="0">
                <a:latin typeface="Courier New"/>
                <a:cs typeface="Courier New"/>
              </a:rPr>
              <a:t>You</a:t>
            </a:r>
            <a:r>
              <a:rPr sz="1800" spc="-4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are</a:t>
            </a:r>
            <a:r>
              <a:rPr sz="1800" spc="-2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in</a:t>
            </a:r>
            <a:r>
              <a:rPr sz="1800" spc="-3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the</a:t>
            </a:r>
            <a:r>
              <a:rPr sz="1800" spc="-3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Lost</a:t>
            </a:r>
            <a:r>
              <a:rPr sz="1800" spc="-2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Forest.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ts val="1945"/>
              </a:lnSpc>
            </a:pPr>
            <a:r>
              <a:rPr sz="1800" spc="-10" dirty="0">
                <a:latin typeface="Courier New"/>
                <a:cs typeface="Courier New"/>
              </a:rPr>
              <a:t>************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ts val="1960"/>
              </a:lnSpc>
            </a:pPr>
            <a:r>
              <a:rPr sz="1800" spc="-10" dirty="0">
                <a:latin typeface="Courier New"/>
                <a:cs typeface="Courier New"/>
              </a:rPr>
              <a:t>************</a:t>
            </a:r>
            <a:endParaRPr sz="1800">
              <a:latin typeface="Courier New"/>
              <a:cs typeface="Courier New"/>
            </a:endParaRPr>
          </a:p>
          <a:p>
            <a:pPr marL="285750">
              <a:lnSpc>
                <a:spcPts val="1945"/>
              </a:lnSpc>
            </a:pPr>
            <a:r>
              <a:rPr sz="1800" spc="-50" dirty="0">
                <a:latin typeface="Wingdings"/>
                <a:cs typeface="Wingdings"/>
              </a:rPr>
              <a:t></a:t>
            </a:r>
            <a:endParaRPr sz="1800">
              <a:latin typeface="Wingdings"/>
              <a:cs typeface="Wingdings"/>
            </a:endParaRPr>
          </a:p>
          <a:p>
            <a:pPr marL="12700">
              <a:lnSpc>
                <a:spcPts val="1930"/>
              </a:lnSpc>
            </a:pPr>
            <a:r>
              <a:rPr sz="1800" spc="-10" dirty="0">
                <a:latin typeface="Courier New"/>
                <a:cs typeface="Courier New"/>
              </a:rPr>
              <a:t>************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ts val="1945"/>
              </a:lnSpc>
            </a:pPr>
            <a:r>
              <a:rPr sz="1800" spc="-10" dirty="0">
                <a:latin typeface="Courier New"/>
                <a:cs typeface="Courier New"/>
              </a:rPr>
              <a:t>************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ts val="2050"/>
              </a:lnSpc>
            </a:pPr>
            <a:r>
              <a:rPr sz="1800" dirty="0">
                <a:latin typeface="Courier New"/>
                <a:cs typeface="Courier New"/>
              </a:rPr>
              <a:t>Go</a:t>
            </a:r>
            <a:r>
              <a:rPr sz="1800" spc="-3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left</a:t>
            </a:r>
            <a:r>
              <a:rPr sz="1800" spc="-2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or</a:t>
            </a:r>
            <a:r>
              <a:rPr sz="1800" spc="-3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right?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980"/>
              </a:spcBef>
            </a:pP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400" spc="-10" dirty="0">
                <a:latin typeface="Calibri"/>
                <a:cs typeface="Calibri"/>
              </a:rPr>
              <a:t>PROGRAM: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640"/>
              </a:spcBef>
            </a:pPr>
            <a:r>
              <a:rPr sz="1700" dirty="0">
                <a:latin typeface="Courier New"/>
                <a:cs typeface="Courier New"/>
              </a:rPr>
              <a:t>n</a:t>
            </a:r>
            <a:r>
              <a:rPr sz="1700" spc="-3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=</a:t>
            </a:r>
            <a:r>
              <a:rPr sz="1700" spc="-40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input("You're</a:t>
            </a:r>
            <a:r>
              <a:rPr sz="1700" spc="-40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in</a:t>
            </a:r>
            <a:r>
              <a:rPr sz="1700" spc="-30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the</a:t>
            </a:r>
            <a:r>
              <a:rPr sz="1700" spc="-40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Lost</a:t>
            </a:r>
            <a:r>
              <a:rPr sz="1700" spc="-2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Forest.</a:t>
            </a:r>
            <a:r>
              <a:rPr sz="1700" spc="-4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Go</a:t>
            </a:r>
            <a:r>
              <a:rPr sz="1700" spc="-2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left</a:t>
            </a:r>
            <a:r>
              <a:rPr sz="1700" spc="-40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or</a:t>
            </a:r>
            <a:r>
              <a:rPr sz="1700" spc="-40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right?</a:t>
            </a:r>
            <a:r>
              <a:rPr sz="1700" spc="-40" dirty="0">
                <a:latin typeface="Courier New"/>
                <a:cs typeface="Courier New"/>
              </a:rPr>
              <a:t> </a:t>
            </a:r>
            <a:r>
              <a:rPr sz="1700" spc="-25" dirty="0">
                <a:latin typeface="Courier New"/>
                <a:cs typeface="Courier New"/>
              </a:rPr>
              <a:t>")</a:t>
            </a:r>
            <a:endParaRPr sz="17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z="1700" dirty="0">
                <a:latin typeface="Courier New"/>
                <a:cs typeface="Courier New"/>
              </a:rPr>
              <a:t>while</a:t>
            </a:r>
            <a:r>
              <a:rPr sz="1700" spc="-1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n</a:t>
            </a:r>
            <a:r>
              <a:rPr sz="1700" spc="-2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==</a:t>
            </a:r>
            <a:r>
              <a:rPr sz="1700" spc="-20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"right":</a:t>
            </a:r>
            <a:endParaRPr sz="1700">
              <a:latin typeface="Courier New"/>
              <a:cs typeface="Courier New"/>
            </a:endParaRPr>
          </a:p>
          <a:p>
            <a:pPr marL="12700" marR="5080" indent="520065">
              <a:lnSpc>
                <a:spcPct val="110000"/>
              </a:lnSpc>
            </a:pPr>
            <a:r>
              <a:rPr sz="1700" dirty="0">
                <a:latin typeface="Courier New"/>
                <a:cs typeface="Courier New"/>
              </a:rPr>
              <a:t>n</a:t>
            </a:r>
            <a:r>
              <a:rPr sz="1700" spc="-3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=</a:t>
            </a:r>
            <a:r>
              <a:rPr sz="1700" spc="-3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input("You're</a:t>
            </a:r>
            <a:r>
              <a:rPr sz="1700" spc="-20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in</a:t>
            </a:r>
            <a:r>
              <a:rPr sz="1700" spc="-30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the</a:t>
            </a:r>
            <a:r>
              <a:rPr sz="1700" spc="-3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Lost</a:t>
            </a:r>
            <a:r>
              <a:rPr sz="1700" spc="-20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Forest.</a:t>
            </a:r>
            <a:r>
              <a:rPr sz="1700" spc="-3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Go</a:t>
            </a:r>
            <a:r>
              <a:rPr sz="1700" spc="-1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left</a:t>
            </a:r>
            <a:r>
              <a:rPr sz="1700" spc="-30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or</a:t>
            </a:r>
            <a:r>
              <a:rPr sz="1700" spc="-40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right?</a:t>
            </a:r>
            <a:r>
              <a:rPr sz="1700" spc="-30" dirty="0">
                <a:latin typeface="Courier New"/>
                <a:cs typeface="Courier New"/>
              </a:rPr>
              <a:t> </a:t>
            </a:r>
            <a:r>
              <a:rPr sz="1700" spc="-25" dirty="0">
                <a:latin typeface="Courier New"/>
                <a:cs typeface="Courier New"/>
              </a:rPr>
              <a:t>") </a:t>
            </a:r>
            <a:r>
              <a:rPr sz="1700" dirty="0">
                <a:latin typeface="Courier New"/>
                <a:cs typeface="Courier New"/>
              </a:rPr>
              <a:t>print("You</a:t>
            </a:r>
            <a:r>
              <a:rPr sz="1700" spc="-20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got</a:t>
            </a:r>
            <a:r>
              <a:rPr sz="1700" spc="-3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out</a:t>
            </a:r>
            <a:r>
              <a:rPr sz="1700" spc="-40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of</a:t>
            </a:r>
            <a:r>
              <a:rPr sz="1700" spc="-3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the</a:t>
            </a:r>
            <a:r>
              <a:rPr sz="1700" spc="-40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Lost</a:t>
            </a:r>
            <a:r>
              <a:rPr sz="1700" spc="-40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Forest!")</a:t>
            </a:r>
            <a:endParaRPr sz="17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5320"/>
              </a:lnSpc>
              <a:spcBef>
                <a:spcPts val="100"/>
              </a:spcBef>
            </a:pPr>
            <a:r>
              <a:rPr spc="-55" dirty="0"/>
              <a:t>CONTROL</a:t>
            </a:r>
            <a:r>
              <a:rPr spc="-204" dirty="0"/>
              <a:t> </a:t>
            </a:r>
            <a:r>
              <a:rPr spc="-10" dirty="0"/>
              <a:t>FLOW:</a:t>
            </a:r>
          </a:p>
          <a:p>
            <a:pPr marL="12700">
              <a:lnSpc>
                <a:spcPts val="5320"/>
              </a:lnSpc>
            </a:pPr>
            <a:r>
              <a:rPr dirty="0">
                <a:latin typeface="Courier New"/>
                <a:cs typeface="Courier New"/>
              </a:rPr>
              <a:t>while</a:t>
            </a:r>
            <a:r>
              <a:rPr spc="-420" dirty="0">
                <a:latin typeface="Courier New"/>
                <a:cs typeface="Courier New"/>
              </a:rPr>
              <a:t> </a:t>
            </a:r>
            <a:r>
              <a:rPr dirty="0"/>
              <a:t>and</a:t>
            </a:r>
            <a:r>
              <a:rPr spc="-170" dirty="0"/>
              <a:t> </a:t>
            </a:r>
            <a:r>
              <a:rPr spc="-40" dirty="0">
                <a:latin typeface="Courier New"/>
                <a:cs typeface="Courier New"/>
              </a:rPr>
              <a:t>for</a:t>
            </a:r>
            <a:r>
              <a:rPr spc="-1910" dirty="0">
                <a:latin typeface="Courier New"/>
                <a:cs typeface="Courier New"/>
              </a:rPr>
              <a:t> </a:t>
            </a:r>
            <a:r>
              <a:rPr spc="-35" dirty="0"/>
              <a:t>LOOPS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2738" rIns="0" bIns="0" rtlCol="0">
            <a:spAutoFit/>
          </a:bodyPr>
          <a:lstStyle/>
          <a:p>
            <a:pPr marL="38100">
              <a:lnSpc>
                <a:spcPts val="1095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810259" y="1858772"/>
            <a:ext cx="5741035" cy="4067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9710" indent="-207010">
              <a:lnSpc>
                <a:spcPct val="100000"/>
              </a:lnSpc>
              <a:spcBef>
                <a:spcPts val="100"/>
              </a:spcBef>
              <a:buClr>
                <a:srgbClr val="585858"/>
              </a:buClr>
              <a:buFont typeface="Wingdings"/>
              <a:buChar char=""/>
              <a:tabLst>
                <a:tab pos="219710" algn="l"/>
              </a:tabLst>
            </a:pPr>
            <a:r>
              <a:rPr sz="2400" spc="-10" dirty="0">
                <a:latin typeface="Calibri"/>
                <a:cs typeface="Calibri"/>
              </a:rPr>
              <a:t>iterate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through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numbers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sequence</a:t>
            </a:r>
            <a:endParaRPr sz="24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2535"/>
              </a:spcBef>
            </a:pPr>
            <a:r>
              <a:rPr sz="2200" dirty="0">
                <a:latin typeface="Courier New"/>
                <a:cs typeface="Courier New"/>
              </a:rPr>
              <a:t>#</a:t>
            </a:r>
            <a:r>
              <a:rPr sz="2200" spc="-7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more</a:t>
            </a:r>
            <a:r>
              <a:rPr sz="2200" spc="-7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complicated</a:t>
            </a:r>
            <a:r>
              <a:rPr sz="2200" spc="-7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with</a:t>
            </a:r>
            <a:r>
              <a:rPr sz="2200" spc="-6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while</a:t>
            </a:r>
            <a:r>
              <a:rPr sz="2200" spc="-70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loop </a:t>
            </a:r>
            <a:r>
              <a:rPr sz="2200" dirty="0">
                <a:latin typeface="Courier New"/>
                <a:cs typeface="Courier New"/>
              </a:rPr>
              <a:t>n</a:t>
            </a:r>
            <a:r>
              <a:rPr sz="2200" spc="-1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=</a:t>
            </a:r>
            <a:r>
              <a:rPr sz="2200" spc="-10" dirty="0">
                <a:latin typeface="Courier New"/>
                <a:cs typeface="Courier New"/>
              </a:rPr>
              <a:t> </a:t>
            </a:r>
            <a:r>
              <a:rPr sz="2200" spc="-50" dirty="0">
                <a:latin typeface="Courier New"/>
                <a:cs typeface="Courier New"/>
              </a:rPr>
              <a:t>0</a:t>
            </a:r>
            <a:endParaRPr sz="2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200" dirty="0">
                <a:latin typeface="Courier New"/>
                <a:cs typeface="Courier New"/>
              </a:rPr>
              <a:t>while</a:t>
            </a:r>
            <a:r>
              <a:rPr sz="2200" spc="-3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n</a:t>
            </a:r>
            <a:r>
              <a:rPr sz="2200" spc="-3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&lt;</a:t>
            </a:r>
            <a:r>
              <a:rPr sz="2200" spc="-30" dirty="0">
                <a:latin typeface="Courier New"/>
                <a:cs typeface="Courier New"/>
              </a:rPr>
              <a:t> </a:t>
            </a:r>
            <a:r>
              <a:rPr sz="2200" spc="-25" dirty="0">
                <a:latin typeface="Courier New"/>
                <a:cs typeface="Courier New"/>
              </a:rPr>
              <a:t>5:</a:t>
            </a:r>
            <a:endParaRPr sz="2200">
              <a:latin typeface="Courier New"/>
              <a:cs typeface="Courier New"/>
            </a:endParaRPr>
          </a:p>
          <a:p>
            <a:pPr marL="685165" marR="3702685">
              <a:lnSpc>
                <a:spcPct val="100000"/>
              </a:lnSpc>
            </a:pPr>
            <a:r>
              <a:rPr sz="2200" spc="-10" dirty="0">
                <a:latin typeface="Courier New"/>
                <a:cs typeface="Courier New"/>
              </a:rPr>
              <a:t>print(n) </a:t>
            </a:r>
            <a:r>
              <a:rPr sz="2200" dirty="0">
                <a:latin typeface="Courier New"/>
                <a:cs typeface="Courier New"/>
              </a:rPr>
              <a:t>n</a:t>
            </a:r>
            <a:r>
              <a:rPr sz="2200" spc="-1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=</a:t>
            </a:r>
            <a:r>
              <a:rPr sz="2200" spc="-10" dirty="0">
                <a:latin typeface="Courier New"/>
                <a:cs typeface="Courier New"/>
              </a:rPr>
              <a:t> </a:t>
            </a:r>
            <a:r>
              <a:rPr sz="2200" spc="-25" dirty="0">
                <a:latin typeface="Courier New"/>
                <a:cs typeface="Courier New"/>
              </a:rPr>
              <a:t>n+1</a:t>
            </a:r>
            <a:endParaRPr sz="2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2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sz="2200">
              <a:latin typeface="Courier New"/>
              <a:cs typeface="Courier New"/>
            </a:endParaRPr>
          </a:p>
          <a:p>
            <a:pPr marL="12700" marR="1685925">
              <a:lnSpc>
                <a:spcPct val="100000"/>
              </a:lnSpc>
            </a:pPr>
            <a:r>
              <a:rPr sz="2200" dirty="0">
                <a:latin typeface="Courier New"/>
                <a:cs typeface="Courier New"/>
              </a:rPr>
              <a:t>#</a:t>
            </a:r>
            <a:r>
              <a:rPr sz="2200" spc="-5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shortcut</a:t>
            </a:r>
            <a:r>
              <a:rPr sz="2200" spc="-5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with</a:t>
            </a:r>
            <a:r>
              <a:rPr sz="2200" spc="-5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for</a:t>
            </a:r>
            <a:r>
              <a:rPr sz="2200" spc="-60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loop </a:t>
            </a:r>
            <a:r>
              <a:rPr sz="2200" dirty="0">
                <a:latin typeface="Courier New"/>
                <a:cs typeface="Courier New"/>
              </a:rPr>
              <a:t>for</a:t>
            </a:r>
            <a:r>
              <a:rPr sz="2200" spc="-3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n</a:t>
            </a:r>
            <a:r>
              <a:rPr sz="2200" spc="-2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in</a:t>
            </a:r>
            <a:r>
              <a:rPr sz="2200" spc="-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range(5):</a:t>
            </a:r>
            <a:endParaRPr sz="2200">
              <a:latin typeface="Courier New"/>
              <a:cs typeface="Courier New"/>
            </a:endParaRPr>
          </a:p>
          <a:p>
            <a:pPr marL="685165">
              <a:lnSpc>
                <a:spcPct val="100000"/>
              </a:lnSpc>
            </a:pPr>
            <a:r>
              <a:rPr sz="2200" spc="-10" dirty="0">
                <a:latin typeface="Courier New"/>
                <a:cs typeface="Courier New"/>
              </a:rPr>
              <a:t>print(n)</a:t>
            </a:r>
            <a:endParaRPr sz="2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911859"/>
            <a:ext cx="700722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0" dirty="0"/>
              <a:t>CONTROL</a:t>
            </a:r>
            <a:r>
              <a:rPr spc="-180" dirty="0"/>
              <a:t> </a:t>
            </a:r>
            <a:r>
              <a:rPr spc="-70" dirty="0"/>
              <a:t>FLOW:</a:t>
            </a:r>
            <a:r>
              <a:rPr spc="-135" dirty="0"/>
              <a:t> </a:t>
            </a:r>
            <a:r>
              <a:rPr spc="-40" dirty="0">
                <a:latin typeface="Courier New"/>
                <a:cs typeface="Courier New"/>
              </a:rPr>
              <a:t>for</a:t>
            </a:r>
            <a:r>
              <a:rPr spc="-1914" dirty="0">
                <a:latin typeface="Courier New"/>
                <a:cs typeface="Courier New"/>
              </a:rPr>
              <a:t> </a:t>
            </a:r>
            <a:r>
              <a:rPr spc="-25" dirty="0"/>
              <a:t>LOOPS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2738" rIns="0" bIns="0" rtlCol="0">
            <a:spAutoFit/>
          </a:bodyPr>
          <a:lstStyle/>
          <a:p>
            <a:pPr marL="38100">
              <a:lnSpc>
                <a:spcPts val="1095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810259" y="1819910"/>
            <a:ext cx="6081395" cy="1266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510"/>
              </a:lnSpc>
              <a:spcBef>
                <a:spcPts val="105"/>
              </a:spcBef>
            </a:pPr>
            <a:r>
              <a:rPr sz="2200" dirty="0">
                <a:latin typeface="Courier New"/>
                <a:cs typeface="Courier New"/>
              </a:rPr>
              <a:t>for</a:t>
            </a:r>
            <a:r>
              <a:rPr sz="2200" spc="-8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&lt;variable&gt;</a:t>
            </a:r>
            <a:r>
              <a:rPr sz="2200" spc="-7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in</a:t>
            </a:r>
            <a:r>
              <a:rPr sz="2200" spc="-7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range(&lt;some_num&gt;):</a:t>
            </a:r>
            <a:endParaRPr sz="2200">
              <a:latin typeface="Courier New"/>
              <a:cs typeface="Courier New"/>
            </a:endParaRPr>
          </a:p>
          <a:p>
            <a:pPr marL="685165">
              <a:lnSpc>
                <a:spcPts val="2375"/>
              </a:lnSpc>
            </a:pPr>
            <a:r>
              <a:rPr sz="2200" spc="-10" dirty="0">
                <a:latin typeface="Courier New"/>
                <a:cs typeface="Courier New"/>
              </a:rPr>
              <a:t>&lt;expression&gt;</a:t>
            </a:r>
            <a:endParaRPr sz="2200">
              <a:latin typeface="Courier New"/>
              <a:cs typeface="Courier New"/>
            </a:endParaRPr>
          </a:p>
          <a:p>
            <a:pPr marL="685165">
              <a:lnSpc>
                <a:spcPts val="2375"/>
              </a:lnSpc>
            </a:pPr>
            <a:r>
              <a:rPr sz="2200" spc="-10" dirty="0">
                <a:latin typeface="Courier New"/>
                <a:cs typeface="Courier New"/>
              </a:rPr>
              <a:t>&lt;expression&gt;</a:t>
            </a:r>
            <a:endParaRPr sz="2200">
              <a:latin typeface="Courier New"/>
              <a:cs typeface="Courier New"/>
            </a:endParaRPr>
          </a:p>
          <a:p>
            <a:pPr marL="685165">
              <a:lnSpc>
                <a:spcPts val="2510"/>
              </a:lnSpc>
            </a:pPr>
            <a:r>
              <a:rPr sz="2200" spc="-25" dirty="0">
                <a:latin typeface="Courier New"/>
                <a:cs typeface="Courier New"/>
              </a:rPr>
              <a:t>...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0259" y="4105097"/>
            <a:ext cx="7978775" cy="2166620"/>
          </a:xfrm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237490" indent="-224790">
              <a:lnSpc>
                <a:spcPct val="100000"/>
              </a:lnSpc>
              <a:spcBef>
                <a:spcPts val="1185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sz="2600" dirty="0">
                <a:latin typeface="Calibri"/>
                <a:cs typeface="Calibri"/>
              </a:rPr>
              <a:t>each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time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through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loop,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ourier New"/>
                <a:cs typeface="Courier New"/>
              </a:rPr>
              <a:t>&lt;variable&gt;</a:t>
            </a:r>
            <a:r>
              <a:rPr sz="2600" spc="-130" dirty="0">
                <a:latin typeface="Courier New"/>
                <a:cs typeface="Courier New"/>
              </a:rPr>
              <a:t> </a:t>
            </a:r>
            <a:r>
              <a:rPr sz="2600" spc="-10" dirty="0">
                <a:latin typeface="Calibri"/>
                <a:cs typeface="Calibri"/>
              </a:rPr>
              <a:t>takes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value</a:t>
            </a:r>
            <a:endParaRPr sz="2600">
              <a:latin typeface="Calibri"/>
              <a:cs typeface="Calibri"/>
            </a:endParaRPr>
          </a:p>
          <a:p>
            <a:pPr marL="237490" indent="-224790">
              <a:lnSpc>
                <a:spcPct val="100000"/>
              </a:lnSpc>
              <a:spcBef>
                <a:spcPts val="1090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sz="2600" dirty="0">
                <a:latin typeface="Calibri"/>
                <a:cs typeface="Calibri"/>
              </a:rPr>
              <a:t>first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time,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ourier New"/>
                <a:cs typeface="Courier New"/>
              </a:rPr>
              <a:t>&lt;variable&gt;</a:t>
            </a:r>
            <a:r>
              <a:rPr sz="2600" spc="-170" dirty="0">
                <a:latin typeface="Courier New"/>
                <a:cs typeface="Courier New"/>
              </a:rPr>
              <a:t> </a:t>
            </a:r>
            <a:r>
              <a:rPr sz="2600" dirty="0">
                <a:latin typeface="Calibri"/>
                <a:cs typeface="Calibri"/>
              </a:rPr>
              <a:t>starts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at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smallest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value</a:t>
            </a:r>
            <a:endParaRPr sz="2600">
              <a:latin typeface="Calibri"/>
              <a:cs typeface="Calibri"/>
            </a:endParaRPr>
          </a:p>
          <a:p>
            <a:pPr marL="237490" indent="-224790">
              <a:lnSpc>
                <a:spcPct val="100000"/>
              </a:lnSpc>
              <a:spcBef>
                <a:spcPts val="1085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sz="2600" dirty="0">
                <a:latin typeface="Calibri"/>
                <a:cs typeface="Calibri"/>
              </a:rPr>
              <a:t>next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time,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ourier New"/>
                <a:cs typeface="Courier New"/>
              </a:rPr>
              <a:t>&lt;variable&gt;</a:t>
            </a:r>
            <a:r>
              <a:rPr sz="2600" spc="-120" dirty="0">
                <a:latin typeface="Courier New"/>
                <a:cs typeface="Courier New"/>
              </a:rPr>
              <a:t> </a:t>
            </a:r>
            <a:r>
              <a:rPr sz="2600" dirty="0">
                <a:latin typeface="Calibri"/>
                <a:cs typeface="Calibri"/>
              </a:rPr>
              <a:t>gets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prev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value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+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50" dirty="0">
                <a:latin typeface="Calibri"/>
                <a:cs typeface="Calibri"/>
              </a:rPr>
              <a:t>1</a:t>
            </a:r>
            <a:endParaRPr sz="2600">
              <a:latin typeface="Calibri"/>
              <a:cs typeface="Calibri"/>
            </a:endParaRPr>
          </a:p>
          <a:p>
            <a:pPr marL="237490" indent="-224790">
              <a:lnSpc>
                <a:spcPct val="100000"/>
              </a:lnSpc>
              <a:spcBef>
                <a:spcPts val="1115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sz="2600" spc="-20" dirty="0">
                <a:latin typeface="Calibri"/>
                <a:cs typeface="Calibri"/>
              </a:rPr>
              <a:t>etc.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903478"/>
            <a:ext cx="792924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>
                <a:latin typeface="Courier New"/>
                <a:cs typeface="Courier New"/>
              </a:rPr>
              <a:t>range(start,stop,step)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2738" rIns="0" bIns="0" rtlCol="0">
            <a:spAutoFit/>
          </a:bodyPr>
          <a:lstStyle/>
          <a:p>
            <a:pPr marL="38100">
              <a:lnSpc>
                <a:spcPts val="1095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810259" y="1695443"/>
            <a:ext cx="7835900" cy="4333875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219710" indent="-207010">
              <a:lnSpc>
                <a:spcPct val="100000"/>
              </a:lnSpc>
              <a:spcBef>
                <a:spcPts val="645"/>
              </a:spcBef>
              <a:buClr>
                <a:srgbClr val="585858"/>
              </a:buClr>
              <a:buFont typeface="Wingdings"/>
              <a:buChar char=""/>
              <a:tabLst>
                <a:tab pos="219710" algn="l"/>
              </a:tabLst>
            </a:pPr>
            <a:r>
              <a:rPr sz="2400" dirty="0">
                <a:latin typeface="Calibri"/>
                <a:cs typeface="Calibri"/>
              </a:rPr>
              <a:t>default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ourier New"/>
                <a:cs typeface="Courier New"/>
              </a:rPr>
              <a:t>start</a:t>
            </a:r>
            <a:r>
              <a:rPr sz="2400" spc="-8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=</a:t>
            </a:r>
            <a:r>
              <a:rPr sz="2400" spc="-6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0</a:t>
            </a:r>
            <a:r>
              <a:rPr sz="2400" spc="-915" dirty="0">
                <a:latin typeface="Courier New"/>
                <a:cs typeface="Courier New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ourier New"/>
                <a:cs typeface="Courier New"/>
              </a:rPr>
              <a:t>step</a:t>
            </a:r>
            <a:r>
              <a:rPr sz="2400" spc="-8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=</a:t>
            </a:r>
            <a:r>
              <a:rPr sz="2400" spc="-7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1</a:t>
            </a:r>
            <a:r>
              <a:rPr sz="2400" spc="-910" dirty="0">
                <a:latin typeface="Courier New"/>
                <a:cs typeface="Courier New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optional</a:t>
            </a:r>
            <a:endParaRPr sz="2400">
              <a:latin typeface="Calibri"/>
              <a:cs typeface="Calibri"/>
            </a:endParaRPr>
          </a:p>
          <a:p>
            <a:pPr marL="220345" indent="-207645">
              <a:lnSpc>
                <a:spcPct val="100000"/>
              </a:lnSpc>
              <a:spcBef>
                <a:spcPts val="540"/>
              </a:spcBef>
              <a:buClr>
                <a:srgbClr val="585858"/>
              </a:buClr>
              <a:buFont typeface="Wingdings"/>
              <a:buChar char=""/>
              <a:tabLst>
                <a:tab pos="220345" algn="l"/>
              </a:tabLst>
            </a:pPr>
            <a:r>
              <a:rPr sz="2400" dirty="0">
                <a:latin typeface="Calibri"/>
                <a:cs typeface="Calibri"/>
              </a:rPr>
              <a:t>loop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until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ourier New"/>
                <a:cs typeface="Courier New"/>
              </a:rPr>
              <a:t>stop</a:t>
            </a:r>
            <a:r>
              <a:rPr sz="2400" spc="-6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-</a:t>
            </a:r>
            <a:r>
              <a:rPr sz="2400" spc="-60" dirty="0">
                <a:latin typeface="Courier New"/>
                <a:cs typeface="Courier New"/>
              </a:rPr>
              <a:t> </a:t>
            </a:r>
            <a:r>
              <a:rPr sz="2400" spc="-50" dirty="0">
                <a:latin typeface="Courier New"/>
                <a:cs typeface="Courier New"/>
              </a:rPr>
              <a:t>1</a:t>
            </a:r>
            <a:endParaRPr sz="2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mysum</a:t>
            </a:r>
            <a:r>
              <a:rPr sz="2000" spc="-4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=</a:t>
            </a:r>
            <a:r>
              <a:rPr sz="2000" spc="-35" dirty="0">
                <a:latin typeface="Courier New"/>
                <a:cs typeface="Courier New"/>
              </a:rPr>
              <a:t> </a:t>
            </a:r>
            <a:r>
              <a:rPr sz="2000" spc="-50" dirty="0">
                <a:latin typeface="Courier New"/>
                <a:cs typeface="Courier New"/>
              </a:rPr>
              <a:t>0</a:t>
            </a:r>
            <a:endParaRPr sz="2000">
              <a:latin typeface="Courier New"/>
              <a:cs typeface="Courier New"/>
            </a:endParaRPr>
          </a:p>
          <a:p>
            <a:pPr marL="622300" marR="4462145" indent="-6096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for</a:t>
            </a:r>
            <a:r>
              <a:rPr sz="2000" spc="-4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i</a:t>
            </a:r>
            <a:r>
              <a:rPr sz="2000" spc="-4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in</a:t>
            </a:r>
            <a:r>
              <a:rPr sz="2000" spc="-4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range(7,</a:t>
            </a:r>
            <a:r>
              <a:rPr sz="2000" spc="-4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10): </a:t>
            </a:r>
            <a:r>
              <a:rPr sz="2000" dirty="0">
                <a:latin typeface="Courier New"/>
                <a:cs typeface="Courier New"/>
              </a:rPr>
              <a:t>mysum</a:t>
            </a:r>
            <a:r>
              <a:rPr sz="2000" spc="-4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+=</a:t>
            </a:r>
            <a:r>
              <a:rPr sz="2000" spc="-40" dirty="0">
                <a:latin typeface="Courier New"/>
                <a:cs typeface="Courier New"/>
              </a:rPr>
              <a:t> </a:t>
            </a:r>
            <a:r>
              <a:rPr sz="2000" spc="-50" dirty="0">
                <a:latin typeface="Courier New"/>
                <a:cs typeface="Courier New"/>
              </a:rPr>
              <a:t>i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latin typeface="Courier New"/>
                <a:cs typeface="Courier New"/>
              </a:rPr>
              <a:t>print(mysum)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Courier New"/>
                <a:cs typeface="Courier New"/>
              </a:rPr>
              <a:t>mysum</a:t>
            </a:r>
            <a:r>
              <a:rPr sz="2000" spc="-4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=</a:t>
            </a:r>
            <a:r>
              <a:rPr sz="2000" spc="-35" dirty="0">
                <a:latin typeface="Courier New"/>
                <a:cs typeface="Courier New"/>
              </a:rPr>
              <a:t> </a:t>
            </a:r>
            <a:r>
              <a:rPr sz="2000" spc="-50" dirty="0">
                <a:latin typeface="Courier New"/>
                <a:cs typeface="Courier New"/>
              </a:rPr>
              <a:t>0</a:t>
            </a:r>
            <a:endParaRPr sz="2000">
              <a:latin typeface="Courier New"/>
              <a:cs typeface="Courier New"/>
            </a:endParaRPr>
          </a:p>
          <a:p>
            <a:pPr marL="622300" marR="4004945" indent="-6096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for</a:t>
            </a:r>
            <a:r>
              <a:rPr sz="2000" spc="-4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i</a:t>
            </a:r>
            <a:r>
              <a:rPr sz="2000" spc="-4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in</a:t>
            </a:r>
            <a:r>
              <a:rPr sz="2000" spc="-4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range(5,</a:t>
            </a:r>
            <a:r>
              <a:rPr sz="2000" spc="-4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11,</a:t>
            </a:r>
            <a:r>
              <a:rPr sz="2000" spc="-40" dirty="0">
                <a:latin typeface="Courier New"/>
                <a:cs typeface="Courier New"/>
              </a:rPr>
              <a:t> </a:t>
            </a:r>
            <a:r>
              <a:rPr sz="2000" spc="-25" dirty="0">
                <a:latin typeface="Courier New"/>
                <a:cs typeface="Courier New"/>
              </a:rPr>
              <a:t>2): </a:t>
            </a:r>
            <a:r>
              <a:rPr sz="2000" dirty="0">
                <a:latin typeface="Courier New"/>
                <a:cs typeface="Courier New"/>
              </a:rPr>
              <a:t>mysum</a:t>
            </a:r>
            <a:r>
              <a:rPr sz="2000" spc="-4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+=</a:t>
            </a:r>
            <a:r>
              <a:rPr sz="2000" spc="-40" dirty="0">
                <a:latin typeface="Courier New"/>
                <a:cs typeface="Courier New"/>
              </a:rPr>
              <a:t> </a:t>
            </a:r>
            <a:r>
              <a:rPr sz="2000" spc="-50" dirty="0">
                <a:latin typeface="Courier New"/>
                <a:cs typeface="Courier New"/>
              </a:rPr>
              <a:t>i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latin typeface="Courier New"/>
                <a:cs typeface="Courier New"/>
              </a:rPr>
              <a:t>print(mysum)</a:t>
            </a:r>
            <a:endParaRPr sz="2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271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>
                <a:latin typeface="Courier New"/>
                <a:cs typeface="Courier New"/>
              </a:rPr>
              <a:t>break</a:t>
            </a:r>
            <a:r>
              <a:rPr spc="-1880" dirty="0">
                <a:latin typeface="Courier New"/>
                <a:cs typeface="Courier New"/>
              </a:rPr>
              <a:t> </a:t>
            </a:r>
            <a:r>
              <a:rPr spc="-125" dirty="0"/>
              <a:t>STATEMENT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2738" rIns="0" bIns="0" rtlCol="0">
            <a:spAutoFit/>
          </a:bodyPr>
          <a:lstStyle/>
          <a:p>
            <a:pPr marL="38100">
              <a:lnSpc>
                <a:spcPts val="1095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810259" y="1688555"/>
            <a:ext cx="5357495" cy="4580255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219710" indent="-207010">
              <a:lnSpc>
                <a:spcPct val="100000"/>
              </a:lnSpc>
              <a:spcBef>
                <a:spcPts val="925"/>
              </a:spcBef>
              <a:buClr>
                <a:srgbClr val="585858"/>
              </a:buClr>
              <a:buFont typeface="Wingdings"/>
              <a:buChar char=""/>
              <a:tabLst>
                <a:tab pos="219710" algn="l"/>
              </a:tabLst>
            </a:pPr>
            <a:r>
              <a:rPr sz="2400" dirty="0">
                <a:latin typeface="Calibri"/>
                <a:cs typeface="Calibri"/>
              </a:rPr>
              <a:t>immediately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exits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whatever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loop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in</a:t>
            </a:r>
            <a:endParaRPr sz="2400">
              <a:latin typeface="Calibri"/>
              <a:cs typeface="Calibri"/>
            </a:endParaRPr>
          </a:p>
          <a:p>
            <a:pPr marL="220345" indent="-207645">
              <a:lnSpc>
                <a:spcPct val="100000"/>
              </a:lnSpc>
              <a:spcBef>
                <a:spcPts val="825"/>
              </a:spcBef>
              <a:buClr>
                <a:srgbClr val="585858"/>
              </a:buClr>
              <a:buFont typeface="Wingdings"/>
              <a:buChar char=""/>
              <a:tabLst>
                <a:tab pos="220345" algn="l"/>
              </a:tabLst>
            </a:pPr>
            <a:r>
              <a:rPr sz="2400" dirty="0">
                <a:latin typeface="Calibri"/>
                <a:cs typeface="Calibri"/>
              </a:rPr>
              <a:t>skips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remaining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expressions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code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block</a:t>
            </a:r>
            <a:endParaRPr sz="2400">
              <a:latin typeface="Calibri"/>
              <a:cs typeface="Calibri"/>
            </a:endParaRPr>
          </a:p>
          <a:p>
            <a:pPr marL="220345" indent="-207645">
              <a:lnSpc>
                <a:spcPct val="100000"/>
              </a:lnSpc>
              <a:spcBef>
                <a:spcPts val="825"/>
              </a:spcBef>
              <a:buClr>
                <a:srgbClr val="585858"/>
              </a:buClr>
              <a:buFont typeface="Wingdings"/>
              <a:buChar char=""/>
              <a:tabLst>
                <a:tab pos="220345" algn="l"/>
              </a:tabLst>
            </a:pPr>
            <a:r>
              <a:rPr sz="2400" dirty="0">
                <a:latin typeface="Calibri"/>
                <a:cs typeface="Calibri"/>
              </a:rPr>
              <a:t>exits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only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innermost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loop!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45"/>
              </a:spcBef>
            </a:pPr>
            <a:endParaRPr sz="2400">
              <a:latin typeface="Calibri"/>
              <a:cs typeface="Calibri"/>
            </a:endParaRPr>
          </a:p>
          <a:p>
            <a:pPr marL="685165" marR="1301750" indent="-673100">
              <a:lnSpc>
                <a:spcPct val="133000"/>
              </a:lnSpc>
            </a:pPr>
            <a:r>
              <a:rPr sz="2200" dirty="0">
                <a:latin typeface="Courier New"/>
                <a:cs typeface="Courier New"/>
              </a:rPr>
              <a:t>while</a:t>
            </a:r>
            <a:r>
              <a:rPr sz="2200" spc="-7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&lt;condition_1&gt;: </a:t>
            </a:r>
            <a:r>
              <a:rPr sz="2200" dirty="0">
                <a:latin typeface="Courier New"/>
                <a:cs typeface="Courier New"/>
              </a:rPr>
              <a:t>while</a:t>
            </a:r>
            <a:r>
              <a:rPr sz="2200" spc="-7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&lt;condition_2&gt;:</a:t>
            </a:r>
            <a:endParaRPr sz="2200">
              <a:latin typeface="Courier New"/>
              <a:cs typeface="Courier New"/>
            </a:endParaRPr>
          </a:p>
          <a:p>
            <a:pPr marL="1358265" marR="1635125">
              <a:lnSpc>
                <a:spcPts val="3520"/>
              </a:lnSpc>
              <a:spcBef>
                <a:spcPts val="254"/>
              </a:spcBef>
            </a:pPr>
            <a:r>
              <a:rPr sz="2200" spc="-10" dirty="0">
                <a:latin typeface="Courier New"/>
                <a:cs typeface="Courier New"/>
              </a:rPr>
              <a:t>&lt;expression_a&gt; break</a:t>
            </a:r>
            <a:endParaRPr sz="2200">
              <a:latin typeface="Courier New"/>
              <a:cs typeface="Courier New"/>
            </a:endParaRPr>
          </a:p>
          <a:p>
            <a:pPr marL="1358265">
              <a:lnSpc>
                <a:spcPct val="100000"/>
              </a:lnSpc>
              <a:spcBef>
                <a:spcPts val="605"/>
              </a:spcBef>
            </a:pPr>
            <a:r>
              <a:rPr sz="2200" spc="-10" dirty="0">
                <a:latin typeface="Courier New"/>
                <a:cs typeface="Courier New"/>
              </a:rPr>
              <a:t>&lt;expression_b&gt;</a:t>
            </a:r>
            <a:endParaRPr sz="2200">
              <a:latin typeface="Courier New"/>
              <a:cs typeface="Courier New"/>
            </a:endParaRPr>
          </a:p>
          <a:p>
            <a:pPr marL="685165">
              <a:lnSpc>
                <a:spcPct val="100000"/>
              </a:lnSpc>
              <a:spcBef>
                <a:spcPts val="870"/>
              </a:spcBef>
            </a:pPr>
            <a:r>
              <a:rPr sz="2200" spc="-10" dirty="0">
                <a:latin typeface="Courier New"/>
                <a:cs typeface="Courier New"/>
              </a:rPr>
              <a:t>&lt;expression_c&gt;</a:t>
            </a:r>
            <a:endParaRPr sz="2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541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>
                <a:latin typeface="Courier New"/>
                <a:cs typeface="Courier New"/>
              </a:rPr>
              <a:t>break</a:t>
            </a:r>
            <a:r>
              <a:rPr spc="-1895" dirty="0">
                <a:latin typeface="Courier New"/>
                <a:cs typeface="Courier New"/>
              </a:rPr>
              <a:t> </a:t>
            </a:r>
            <a:r>
              <a:rPr spc="-130" dirty="0"/>
              <a:t>STATEMENT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0259" y="1817755"/>
            <a:ext cx="3837940" cy="880110"/>
          </a:xfrm>
          <a:prstGeom prst="rect">
            <a:avLst/>
          </a:prstGeom>
        </p:spPr>
        <p:txBody>
          <a:bodyPr vert="horz" wrap="square" lIns="0" tIns="135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sz="2000" dirty="0">
                <a:latin typeface="Courier New"/>
                <a:cs typeface="Courier New"/>
              </a:rPr>
              <a:t>mysum</a:t>
            </a:r>
            <a:r>
              <a:rPr sz="2000" spc="-1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=</a:t>
            </a:r>
            <a:r>
              <a:rPr sz="2000" spc="-15" dirty="0">
                <a:latin typeface="Courier New"/>
                <a:cs typeface="Courier New"/>
              </a:rPr>
              <a:t> </a:t>
            </a:r>
            <a:r>
              <a:rPr sz="2000" spc="-50" dirty="0">
                <a:latin typeface="Courier New"/>
                <a:cs typeface="Courier New"/>
              </a:rPr>
              <a:t>0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2000" dirty="0">
                <a:latin typeface="Courier New"/>
                <a:cs typeface="Courier New"/>
              </a:rPr>
              <a:t>for</a:t>
            </a:r>
            <a:r>
              <a:rPr sz="2000" spc="-5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i</a:t>
            </a:r>
            <a:r>
              <a:rPr sz="2000" spc="-4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in</a:t>
            </a:r>
            <a:r>
              <a:rPr sz="2000" spc="-4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range(5,</a:t>
            </a:r>
            <a:r>
              <a:rPr sz="2000" spc="-4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11,</a:t>
            </a:r>
            <a:r>
              <a:rPr sz="2000" spc="-40" dirty="0">
                <a:latin typeface="Courier New"/>
                <a:cs typeface="Courier New"/>
              </a:rPr>
              <a:t> </a:t>
            </a:r>
            <a:r>
              <a:rPr sz="2000" spc="-25" dirty="0">
                <a:latin typeface="Courier New"/>
                <a:cs typeface="Courier New"/>
              </a:rPr>
              <a:t>2):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32457" y="2849532"/>
            <a:ext cx="762635" cy="287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65"/>
              </a:lnSpc>
            </a:pPr>
            <a:r>
              <a:rPr sz="2000" spc="-10" dirty="0">
                <a:latin typeface="Courier New"/>
                <a:cs typeface="Courier New"/>
              </a:rPr>
              <a:t>mysum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47212" y="2849532"/>
            <a:ext cx="305435" cy="287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65"/>
              </a:lnSpc>
            </a:pPr>
            <a:r>
              <a:rPr sz="2000" spc="-25" dirty="0">
                <a:latin typeface="Courier New"/>
                <a:cs typeface="Courier New"/>
              </a:rPr>
              <a:t>+=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04462" y="2849532"/>
            <a:ext cx="152400" cy="287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65"/>
              </a:lnSpc>
            </a:pPr>
            <a:r>
              <a:rPr sz="2000" spc="-50" dirty="0">
                <a:latin typeface="Courier New"/>
                <a:cs typeface="Courier New"/>
              </a:rPr>
              <a:t>i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32711" y="3276332"/>
            <a:ext cx="305435" cy="287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65"/>
              </a:lnSpc>
            </a:pPr>
            <a:r>
              <a:rPr sz="2000" spc="-25" dirty="0">
                <a:latin typeface="Courier New"/>
                <a:cs typeface="Courier New"/>
              </a:rPr>
              <a:t>if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90215" y="3276332"/>
            <a:ext cx="762635" cy="287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65"/>
              </a:lnSpc>
            </a:pPr>
            <a:r>
              <a:rPr sz="2000" spc="-10" dirty="0">
                <a:latin typeface="Courier New"/>
                <a:cs typeface="Courier New"/>
              </a:rPr>
              <a:t>mysum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14721" y="3276332"/>
            <a:ext cx="153035" cy="287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65"/>
              </a:lnSpc>
            </a:pPr>
            <a:r>
              <a:rPr sz="2000" spc="-50" dirty="0">
                <a:latin typeface="Courier New"/>
                <a:cs typeface="Courier New"/>
              </a:rPr>
              <a:t>: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04716" y="3276332"/>
            <a:ext cx="610235" cy="287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65"/>
              </a:lnSpc>
            </a:pPr>
            <a:r>
              <a:rPr sz="2000" dirty="0">
                <a:latin typeface="Courier New"/>
                <a:cs typeface="Courier New"/>
              </a:rPr>
              <a:t>==</a:t>
            </a:r>
            <a:r>
              <a:rPr sz="2000" spc="-25" dirty="0">
                <a:latin typeface="Courier New"/>
                <a:cs typeface="Courier New"/>
              </a:rPr>
              <a:t> </a:t>
            </a:r>
            <a:r>
              <a:rPr sz="2000" spc="-50" dirty="0">
                <a:latin typeface="Courier New"/>
                <a:cs typeface="Courier New"/>
              </a:rPr>
              <a:t>5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42716" y="3703133"/>
            <a:ext cx="762635" cy="287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65"/>
              </a:lnSpc>
            </a:pPr>
            <a:r>
              <a:rPr sz="2000" spc="-10" dirty="0">
                <a:latin typeface="Courier New"/>
                <a:cs typeface="Courier New"/>
              </a:rPr>
              <a:t>break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10767" y="3952431"/>
            <a:ext cx="2769235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19200">
              <a:lnSpc>
                <a:spcPct val="140000"/>
              </a:lnSpc>
              <a:spcBef>
                <a:spcPts val="100"/>
              </a:spcBef>
            </a:pPr>
            <a:r>
              <a:rPr sz="2000" dirty="0">
                <a:latin typeface="Courier New"/>
                <a:cs typeface="Courier New"/>
              </a:rPr>
              <a:t>mysum</a:t>
            </a:r>
            <a:r>
              <a:rPr sz="2000" spc="-5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+=</a:t>
            </a:r>
            <a:r>
              <a:rPr sz="2000" spc="-40" dirty="0">
                <a:latin typeface="Courier New"/>
                <a:cs typeface="Courier New"/>
              </a:rPr>
              <a:t> </a:t>
            </a:r>
            <a:r>
              <a:rPr sz="2000" spc="-50" dirty="0">
                <a:latin typeface="Courier New"/>
                <a:cs typeface="Courier New"/>
              </a:rPr>
              <a:t>1 </a:t>
            </a:r>
            <a:r>
              <a:rPr sz="2000" spc="-10" dirty="0">
                <a:latin typeface="Courier New"/>
                <a:cs typeface="Courier New"/>
              </a:rPr>
              <a:t>print(mysum)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10259" y="5421121"/>
            <a:ext cx="440118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37490" indent="-224790">
              <a:lnSpc>
                <a:spcPct val="100000"/>
              </a:lnSpc>
              <a:spcBef>
                <a:spcPts val="95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sz="2600" dirty="0">
                <a:latin typeface="Calibri"/>
                <a:cs typeface="Calibri"/>
              </a:rPr>
              <a:t>what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happens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this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program?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363218" y="2791459"/>
            <a:ext cx="4700905" cy="1314450"/>
          </a:xfrm>
          <a:custGeom>
            <a:avLst/>
            <a:gdLst/>
            <a:ahLst/>
            <a:cxnLst/>
            <a:rect l="l" t="t" r="r" b="b"/>
            <a:pathLst>
              <a:path w="4700905" h="1314450">
                <a:moveTo>
                  <a:pt x="4700778" y="0"/>
                </a:moveTo>
                <a:lnTo>
                  <a:pt x="0" y="0"/>
                </a:lnTo>
                <a:lnTo>
                  <a:pt x="0" y="109220"/>
                </a:lnTo>
                <a:lnTo>
                  <a:pt x="1464792" y="109220"/>
                </a:lnTo>
                <a:lnTo>
                  <a:pt x="1464792" y="132981"/>
                </a:lnTo>
                <a:lnTo>
                  <a:pt x="1288808" y="132981"/>
                </a:lnTo>
                <a:lnTo>
                  <a:pt x="1286878" y="132981"/>
                </a:lnTo>
                <a:lnTo>
                  <a:pt x="1286878" y="743661"/>
                </a:lnTo>
                <a:lnTo>
                  <a:pt x="1286878" y="744220"/>
                </a:lnTo>
                <a:lnTo>
                  <a:pt x="529336" y="744220"/>
                </a:lnTo>
                <a:lnTo>
                  <a:pt x="529336" y="743661"/>
                </a:lnTo>
                <a:lnTo>
                  <a:pt x="1286878" y="743661"/>
                </a:lnTo>
                <a:lnTo>
                  <a:pt x="1286878" y="132981"/>
                </a:lnTo>
                <a:lnTo>
                  <a:pt x="1001763" y="132981"/>
                </a:lnTo>
                <a:lnTo>
                  <a:pt x="1001763" y="133350"/>
                </a:lnTo>
                <a:lnTo>
                  <a:pt x="829424" y="133350"/>
                </a:lnTo>
                <a:lnTo>
                  <a:pt x="829424" y="316941"/>
                </a:lnTo>
                <a:lnTo>
                  <a:pt x="829424" y="317500"/>
                </a:lnTo>
                <a:lnTo>
                  <a:pt x="71882" y="317500"/>
                </a:lnTo>
                <a:lnTo>
                  <a:pt x="71882" y="316941"/>
                </a:lnTo>
                <a:lnTo>
                  <a:pt x="829424" y="316941"/>
                </a:lnTo>
                <a:lnTo>
                  <a:pt x="829424" y="133350"/>
                </a:lnTo>
                <a:lnTo>
                  <a:pt x="0" y="133350"/>
                </a:lnTo>
                <a:lnTo>
                  <a:pt x="0" y="158750"/>
                </a:lnTo>
                <a:lnTo>
                  <a:pt x="0" y="317500"/>
                </a:lnTo>
                <a:lnTo>
                  <a:pt x="0" y="1314450"/>
                </a:lnTo>
                <a:lnTo>
                  <a:pt x="681990" y="1314450"/>
                </a:lnTo>
                <a:lnTo>
                  <a:pt x="681990" y="881380"/>
                </a:lnTo>
                <a:lnTo>
                  <a:pt x="4700778" y="881380"/>
                </a:lnTo>
                <a:lnTo>
                  <a:pt x="4700778" y="744220"/>
                </a:lnTo>
                <a:lnTo>
                  <a:pt x="4700778" y="699770"/>
                </a:lnTo>
                <a:lnTo>
                  <a:pt x="2145957" y="699770"/>
                </a:lnTo>
                <a:lnTo>
                  <a:pt x="4700778" y="699757"/>
                </a:lnTo>
                <a:lnTo>
                  <a:pt x="4700778" y="541020"/>
                </a:lnTo>
                <a:lnTo>
                  <a:pt x="4700778" y="540410"/>
                </a:lnTo>
                <a:lnTo>
                  <a:pt x="4700778" y="108623"/>
                </a:lnTo>
                <a:lnTo>
                  <a:pt x="4700778" y="0"/>
                </a:lnTo>
                <a:close/>
              </a:path>
            </a:pathLst>
          </a:custGeom>
          <a:solidFill>
            <a:srgbClr val="E2D6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363217" y="2791460"/>
            <a:ext cx="4700905" cy="88138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69215">
              <a:lnSpc>
                <a:spcPct val="100000"/>
              </a:lnSpc>
              <a:spcBef>
                <a:spcPts val="120"/>
              </a:spcBef>
            </a:pPr>
            <a:r>
              <a:rPr sz="2000" spc="-10" dirty="0">
                <a:solidFill>
                  <a:srgbClr val="160A20"/>
                </a:solidFill>
                <a:latin typeface="Courier New"/>
                <a:cs typeface="Courier New"/>
              </a:rPr>
              <a:t>mysum</a:t>
            </a:r>
            <a:endParaRPr sz="2000">
              <a:latin typeface="Courier New"/>
              <a:cs typeface="Courier New"/>
            </a:endParaRPr>
          </a:p>
          <a:p>
            <a:pPr marL="221615">
              <a:lnSpc>
                <a:spcPct val="100000"/>
              </a:lnSpc>
              <a:spcBef>
                <a:spcPts val="960"/>
              </a:spcBef>
            </a:pPr>
            <a:r>
              <a:rPr sz="2000" dirty="0">
                <a:solidFill>
                  <a:srgbClr val="160A20"/>
                </a:solidFill>
                <a:latin typeface="Courier New"/>
                <a:cs typeface="Courier New"/>
              </a:rPr>
              <a:t>f</a:t>
            </a:r>
            <a:r>
              <a:rPr sz="2000" spc="-35" dirty="0">
                <a:solidFill>
                  <a:srgbClr val="160A2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160A20"/>
                </a:solidFill>
                <a:latin typeface="Courier New"/>
                <a:cs typeface="Courier New"/>
              </a:rPr>
              <a:t>mysum</a:t>
            </a:r>
            <a:r>
              <a:rPr sz="2000" spc="-35" dirty="0">
                <a:solidFill>
                  <a:srgbClr val="160A2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160A20"/>
                </a:solidFill>
                <a:latin typeface="Courier New"/>
                <a:cs typeface="Courier New"/>
              </a:rPr>
              <a:t>==</a:t>
            </a:r>
            <a:r>
              <a:rPr sz="2000" spc="-35" dirty="0">
                <a:solidFill>
                  <a:srgbClr val="160A20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solidFill>
                  <a:srgbClr val="160A20"/>
                </a:solidFill>
                <a:latin typeface="Courier New"/>
                <a:cs typeface="Courier New"/>
              </a:rPr>
              <a:t>5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2738" rIns="0" bIns="0" rtlCol="0">
            <a:spAutoFit/>
          </a:bodyPr>
          <a:lstStyle/>
          <a:p>
            <a:pPr marL="38100">
              <a:lnSpc>
                <a:spcPts val="1095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16" name="object 16"/>
          <p:cNvSpPr txBox="1"/>
          <p:nvPr/>
        </p:nvSpPr>
        <p:spPr>
          <a:xfrm>
            <a:off x="2045207" y="3672840"/>
            <a:ext cx="4018915" cy="433070"/>
          </a:xfrm>
          <a:prstGeom prst="rect">
            <a:avLst/>
          </a:prstGeom>
          <a:solidFill>
            <a:srgbClr val="CBB5DD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00"/>
              </a:lnSpc>
            </a:pPr>
            <a:r>
              <a:rPr sz="2000" spc="-10" dirty="0">
                <a:solidFill>
                  <a:srgbClr val="28123A"/>
                </a:solidFill>
                <a:latin typeface="Courier New"/>
                <a:cs typeface="Courier New"/>
              </a:rPr>
              <a:t>break</a:t>
            </a:r>
            <a:endParaRPr sz="2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911859"/>
            <a:ext cx="11049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>
                <a:latin typeface="Courier New"/>
                <a:cs typeface="Courier New"/>
              </a:rPr>
              <a:t>for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2738" rIns="0" bIns="0" rtlCol="0">
            <a:spAutoFit/>
          </a:bodyPr>
          <a:lstStyle/>
          <a:p>
            <a:pPr marL="38100">
              <a:lnSpc>
                <a:spcPts val="1095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645153" y="911859"/>
            <a:ext cx="446468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26465" algn="l"/>
              </a:tabLst>
            </a:pPr>
            <a:r>
              <a:rPr sz="4800" spc="-25" dirty="0">
                <a:latin typeface="Calibri Light"/>
                <a:cs typeface="Calibri Light"/>
              </a:rPr>
              <a:t>VS</a:t>
            </a:r>
            <a:r>
              <a:rPr sz="4800" dirty="0">
                <a:latin typeface="Calibri Light"/>
                <a:cs typeface="Calibri Light"/>
              </a:rPr>
              <a:t>	</a:t>
            </a:r>
            <a:r>
              <a:rPr sz="4800" spc="-50" dirty="0">
                <a:latin typeface="Courier New"/>
                <a:cs typeface="Courier New"/>
              </a:rPr>
              <a:t>while</a:t>
            </a:r>
            <a:r>
              <a:rPr sz="4800" spc="-1880" dirty="0">
                <a:latin typeface="Courier New"/>
                <a:cs typeface="Courier New"/>
              </a:rPr>
              <a:t> </a:t>
            </a:r>
            <a:r>
              <a:rPr sz="4800" spc="-50" dirty="0">
                <a:latin typeface="Calibri Light"/>
                <a:cs typeface="Calibri Light"/>
              </a:rPr>
              <a:t>LOOPS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0259" y="1672226"/>
            <a:ext cx="2534920" cy="2884805"/>
          </a:xfrm>
          <a:prstGeom prst="rect">
            <a:avLst/>
          </a:prstGeom>
        </p:spPr>
        <p:txBody>
          <a:bodyPr vert="horz" wrap="square" lIns="0" tIns="1549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20"/>
              </a:spcBef>
            </a:pPr>
            <a:r>
              <a:rPr sz="2600" spc="-25" dirty="0">
                <a:latin typeface="Courier New"/>
                <a:cs typeface="Courier New"/>
              </a:rPr>
              <a:t>for</a:t>
            </a:r>
            <a:r>
              <a:rPr sz="2600" spc="-955" dirty="0">
                <a:latin typeface="Courier New"/>
                <a:cs typeface="Courier New"/>
              </a:rPr>
              <a:t> </a:t>
            </a:r>
            <a:r>
              <a:rPr sz="2600" spc="-20" dirty="0">
                <a:latin typeface="Calibri"/>
                <a:cs typeface="Calibri"/>
              </a:rPr>
              <a:t>loops</a:t>
            </a:r>
            <a:endParaRPr sz="2600">
              <a:latin typeface="Calibri"/>
              <a:cs typeface="Calibri"/>
            </a:endParaRPr>
          </a:p>
          <a:p>
            <a:pPr marL="104139" marR="41910" indent="-91440">
              <a:lnSpc>
                <a:spcPts val="2810"/>
              </a:lnSpc>
              <a:spcBef>
                <a:spcPts val="1470"/>
              </a:spcBef>
              <a:buClr>
                <a:srgbClr val="585858"/>
              </a:buClr>
              <a:buFont typeface="Wingdings"/>
              <a:buChar char=""/>
              <a:tabLst>
                <a:tab pos="104139" algn="l"/>
                <a:tab pos="237490" algn="l"/>
              </a:tabLst>
            </a:pP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	know</a:t>
            </a:r>
            <a:r>
              <a:rPr sz="2600" b="1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number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of </a:t>
            </a:r>
            <a:r>
              <a:rPr sz="2600" spc="-10" dirty="0">
                <a:latin typeface="Calibri"/>
                <a:cs typeface="Calibri"/>
              </a:rPr>
              <a:t>iterations</a:t>
            </a:r>
            <a:endParaRPr sz="2600">
              <a:latin typeface="Calibri"/>
              <a:cs typeface="Calibri"/>
            </a:endParaRPr>
          </a:p>
          <a:p>
            <a:pPr marL="237490" indent="-224790">
              <a:lnSpc>
                <a:spcPts val="2935"/>
              </a:lnSpc>
              <a:spcBef>
                <a:spcPts val="1040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sz="2600" dirty="0">
                <a:latin typeface="Calibri"/>
                <a:cs typeface="Calibri"/>
              </a:rPr>
              <a:t>can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end</a:t>
            </a:r>
            <a:r>
              <a:rPr sz="2600" b="1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early</a:t>
            </a:r>
            <a:r>
              <a:rPr sz="2600" b="1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via</a:t>
            </a:r>
            <a:endParaRPr sz="2600">
              <a:latin typeface="Calibri"/>
              <a:cs typeface="Calibri"/>
            </a:endParaRPr>
          </a:p>
          <a:p>
            <a:pPr marL="104139">
              <a:lnSpc>
                <a:spcPts val="2935"/>
              </a:lnSpc>
            </a:pPr>
            <a:r>
              <a:rPr sz="2600" spc="-10" dirty="0">
                <a:latin typeface="Courier New"/>
                <a:cs typeface="Courier New"/>
              </a:rPr>
              <a:t>break</a:t>
            </a:r>
            <a:endParaRPr sz="2600">
              <a:latin typeface="Courier New"/>
              <a:cs typeface="Courier New"/>
            </a:endParaRPr>
          </a:p>
          <a:p>
            <a:pPr marL="237490" indent="-224790">
              <a:lnSpc>
                <a:spcPct val="100000"/>
              </a:lnSpc>
              <a:spcBef>
                <a:spcPts val="1155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sz="2600" dirty="0">
                <a:latin typeface="Calibri"/>
                <a:cs typeface="Calibri"/>
              </a:rPr>
              <a:t>uses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counter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10259" y="4665471"/>
            <a:ext cx="270637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7490" indent="-224790">
              <a:lnSpc>
                <a:spcPct val="100000"/>
              </a:lnSpc>
              <a:spcBef>
                <a:spcPts val="100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can</a:t>
            </a:r>
            <a:r>
              <a:rPr sz="2600" b="1" spc="-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rewrite</a:t>
            </a:r>
            <a:r>
              <a:rPr sz="2600" b="1" spc="-6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25" dirty="0">
                <a:latin typeface="Courier New"/>
                <a:cs typeface="Courier New"/>
              </a:rPr>
              <a:t>for</a:t>
            </a:r>
            <a:endParaRPr sz="26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90111" y="4665471"/>
            <a:ext cx="62166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20" dirty="0">
                <a:latin typeface="Calibri"/>
                <a:cs typeface="Calibri"/>
              </a:rPr>
              <a:t>loop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1700" y="5022596"/>
            <a:ext cx="282765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dirty="0">
                <a:latin typeface="Calibri"/>
                <a:cs typeface="Calibri"/>
              </a:rPr>
              <a:t>using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ourier New"/>
                <a:cs typeface="Courier New"/>
              </a:rPr>
              <a:t>while</a:t>
            </a:r>
            <a:r>
              <a:rPr sz="2600" spc="-40" dirty="0">
                <a:latin typeface="Courier New"/>
                <a:cs typeface="Courier New"/>
              </a:rPr>
              <a:t> </a:t>
            </a:r>
            <a:r>
              <a:rPr sz="2600" spc="-20" dirty="0">
                <a:latin typeface="Calibri"/>
                <a:cs typeface="Calibri"/>
              </a:rPr>
              <a:t>loop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210820">
              <a:lnSpc>
                <a:spcPct val="100000"/>
              </a:lnSpc>
              <a:spcBef>
                <a:spcPts val="890"/>
              </a:spcBef>
            </a:pPr>
            <a:r>
              <a:rPr spc="-25" dirty="0"/>
              <a:t>while</a:t>
            </a:r>
            <a:r>
              <a:rPr spc="-940" dirty="0"/>
              <a:t> </a:t>
            </a:r>
            <a:r>
              <a:rPr spc="-10" dirty="0">
                <a:latin typeface="Calibri"/>
                <a:cs typeface="Calibri"/>
              </a:rPr>
              <a:t>loops</a:t>
            </a:r>
          </a:p>
          <a:p>
            <a:pPr marL="104139" marR="549910" indent="-91440">
              <a:lnSpc>
                <a:spcPct val="80000"/>
              </a:lnSpc>
              <a:spcBef>
                <a:spcPts val="1410"/>
              </a:spcBef>
              <a:buClr>
                <a:srgbClr val="585858"/>
              </a:buClr>
              <a:buFont typeface="Wingdings"/>
              <a:buChar char=""/>
              <a:tabLst>
                <a:tab pos="104139" algn="l"/>
                <a:tab pos="237490" algn="l"/>
              </a:tabLst>
            </a:pPr>
            <a:r>
              <a:rPr b="1" dirty="0">
                <a:solidFill>
                  <a:srgbClr val="C00000"/>
                </a:solidFill>
                <a:latin typeface="Calibri"/>
                <a:cs typeface="Calibri"/>
              </a:rPr>
              <a:t>	unbounded</a:t>
            </a:r>
            <a:r>
              <a:rPr b="1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number</a:t>
            </a:r>
            <a:r>
              <a:rPr spc="-85" dirty="0">
                <a:latin typeface="Calibri"/>
                <a:cs typeface="Calibri"/>
              </a:rPr>
              <a:t> </a:t>
            </a:r>
            <a:r>
              <a:rPr spc="-25" dirty="0">
                <a:latin typeface="Calibri"/>
                <a:cs typeface="Calibri"/>
              </a:rPr>
              <a:t>of </a:t>
            </a:r>
            <a:r>
              <a:rPr spc="-10" dirty="0">
                <a:latin typeface="Calibri"/>
                <a:cs typeface="Calibri"/>
              </a:rPr>
              <a:t>iterations</a:t>
            </a:r>
          </a:p>
          <a:p>
            <a:pPr marL="237490" indent="-224790">
              <a:lnSpc>
                <a:spcPct val="100000"/>
              </a:lnSpc>
              <a:spcBef>
                <a:spcPts val="770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dirty="0">
                <a:latin typeface="Calibri"/>
                <a:cs typeface="Calibri"/>
              </a:rPr>
              <a:t>can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C00000"/>
                </a:solidFill>
                <a:latin typeface="Calibri"/>
                <a:cs typeface="Calibri"/>
              </a:rPr>
              <a:t>end</a:t>
            </a:r>
            <a:r>
              <a:rPr b="1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C00000"/>
                </a:solidFill>
                <a:latin typeface="Calibri"/>
                <a:cs typeface="Calibri"/>
              </a:rPr>
              <a:t>early</a:t>
            </a:r>
            <a:r>
              <a:rPr b="1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via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spc="-10" dirty="0"/>
              <a:t>break</a:t>
            </a:r>
          </a:p>
          <a:p>
            <a:pPr marL="104139" marR="10160" indent="-91440">
              <a:lnSpc>
                <a:spcPct val="80000"/>
              </a:lnSpc>
              <a:spcBef>
                <a:spcPts val="1410"/>
              </a:spcBef>
              <a:buClr>
                <a:srgbClr val="585858"/>
              </a:buClr>
              <a:buFont typeface="Wingdings"/>
              <a:buChar char=""/>
              <a:tabLst>
                <a:tab pos="104139" algn="l"/>
                <a:tab pos="237490" algn="l"/>
              </a:tabLst>
            </a:pPr>
            <a:r>
              <a:rPr dirty="0">
                <a:latin typeface="Calibri"/>
                <a:cs typeface="Calibri"/>
              </a:rPr>
              <a:t>	can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use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b="1" spc="-10" dirty="0">
                <a:solidFill>
                  <a:srgbClr val="C00000"/>
                </a:solidFill>
                <a:latin typeface="Calibri"/>
                <a:cs typeface="Calibri"/>
              </a:rPr>
              <a:t>counter</a:t>
            </a:r>
            <a:r>
              <a:rPr b="1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b="1" spc="-25" dirty="0">
                <a:solidFill>
                  <a:srgbClr val="C00000"/>
                </a:solidFill>
                <a:latin typeface="Calibri"/>
                <a:cs typeface="Calibri"/>
              </a:rPr>
              <a:t>but </a:t>
            </a:r>
            <a:r>
              <a:rPr b="1" dirty="0">
                <a:solidFill>
                  <a:srgbClr val="C00000"/>
                </a:solidFill>
                <a:latin typeface="Calibri"/>
                <a:cs typeface="Calibri"/>
              </a:rPr>
              <a:t>must</a:t>
            </a:r>
            <a:r>
              <a:rPr b="1" spc="-1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C00000"/>
                </a:solidFill>
                <a:latin typeface="Calibri"/>
                <a:cs typeface="Calibri"/>
              </a:rPr>
              <a:t>initialize</a:t>
            </a:r>
            <a:r>
              <a:rPr b="1" spc="-1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before</a:t>
            </a:r>
            <a:r>
              <a:rPr spc="-125" dirty="0">
                <a:latin typeface="Calibri"/>
                <a:cs typeface="Calibri"/>
              </a:rPr>
              <a:t> </a:t>
            </a:r>
            <a:r>
              <a:rPr spc="-20" dirty="0">
                <a:latin typeface="Calibri"/>
                <a:cs typeface="Calibri"/>
              </a:rPr>
              <a:t>loop </a:t>
            </a:r>
            <a:r>
              <a:rPr dirty="0">
                <a:latin typeface="Calibri"/>
                <a:cs typeface="Calibri"/>
              </a:rPr>
              <a:t>and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increment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it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inside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spc="-20" dirty="0">
                <a:latin typeface="Calibri"/>
                <a:cs typeface="Calibri"/>
              </a:rPr>
              <a:t>loop</a:t>
            </a:r>
          </a:p>
          <a:p>
            <a:pPr marL="104139" marR="5080" indent="-91440">
              <a:lnSpc>
                <a:spcPct val="79800"/>
              </a:lnSpc>
              <a:spcBef>
                <a:spcPts val="1405"/>
              </a:spcBef>
              <a:buClr>
                <a:srgbClr val="585858"/>
              </a:buClr>
              <a:buFont typeface="Wingdings"/>
              <a:buChar char=""/>
              <a:tabLst>
                <a:tab pos="104139" algn="l"/>
                <a:tab pos="237490" algn="l"/>
              </a:tabLst>
            </a:pPr>
            <a:r>
              <a:rPr b="1" dirty="0">
                <a:solidFill>
                  <a:srgbClr val="C00000"/>
                </a:solidFill>
                <a:latin typeface="Calibri"/>
                <a:cs typeface="Calibri"/>
              </a:rPr>
              <a:t>	may</a:t>
            </a:r>
            <a:r>
              <a:rPr b="1" spc="-5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C00000"/>
                </a:solidFill>
                <a:latin typeface="Calibri"/>
                <a:cs typeface="Calibri"/>
              </a:rPr>
              <a:t>not</a:t>
            </a:r>
            <a:r>
              <a:rPr b="1" spc="-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C00000"/>
                </a:solidFill>
                <a:latin typeface="Calibri"/>
                <a:cs typeface="Calibri"/>
              </a:rPr>
              <a:t>be</a:t>
            </a:r>
            <a:r>
              <a:rPr b="1" spc="-5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C00000"/>
                </a:solidFill>
                <a:latin typeface="Calibri"/>
                <a:cs typeface="Calibri"/>
              </a:rPr>
              <a:t>able</a:t>
            </a:r>
            <a:r>
              <a:rPr b="1" spc="-5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b="1" spc="-25" dirty="0">
                <a:solidFill>
                  <a:srgbClr val="C00000"/>
                </a:solidFill>
                <a:latin typeface="Calibri"/>
                <a:cs typeface="Calibri"/>
              </a:rPr>
              <a:t>to</a:t>
            </a:r>
            <a:r>
              <a:rPr b="1" spc="6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b="1" spc="-10" dirty="0">
                <a:solidFill>
                  <a:srgbClr val="C00000"/>
                </a:solidFill>
                <a:latin typeface="Calibri"/>
                <a:cs typeface="Calibri"/>
              </a:rPr>
              <a:t>rewrite</a:t>
            </a:r>
            <a:r>
              <a:rPr b="1" spc="-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spc="-25" dirty="0"/>
              <a:t>while</a:t>
            </a:r>
            <a:r>
              <a:rPr spc="-960" dirty="0"/>
              <a:t> </a:t>
            </a:r>
            <a:r>
              <a:rPr dirty="0">
                <a:latin typeface="Calibri"/>
                <a:cs typeface="Calibri"/>
              </a:rPr>
              <a:t>loop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using </a:t>
            </a:r>
            <a:r>
              <a:rPr dirty="0">
                <a:latin typeface="Calibri"/>
                <a:cs typeface="Calibri"/>
              </a:rPr>
              <a:t>a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spc="-25" dirty="0"/>
              <a:t>for</a:t>
            </a:r>
            <a:r>
              <a:rPr spc="-960" dirty="0"/>
              <a:t> </a:t>
            </a:r>
            <a:r>
              <a:rPr spc="-20" dirty="0">
                <a:latin typeface="Calibri"/>
                <a:cs typeface="Calibri"/>
              </a:rPr>
              <a:t>loop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914146"/>
            <a:ext cx="207772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STRINGS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810259" y="1679849"/>
            <a:ext cx="7486015" cy="1985645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237490" indent="-224790">
              <a:lnSpc>
                <a:spcPct val="100000"/>
              </a:lnSpc>
              <a:spcBef>
                <a:spcPts val="1190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sz="2600" dirty="0">
                <a:latin typeface="Calibri"/>
                <a:cs typeface="Calibri"/>
              </a:rPr>
              <a:t>think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sequence</a:t>
            </a:r>
            <a:r>
              <a:rPr sz="2600" b="1" spc="-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case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sensitive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characters</a:t>
            </a:r>
            <a:endParaRPr sz="2600">
              <a:latin typeface="Calibri"/>
              <a:cs typeface="Calibri"/>
            </a:endParaRPr>
          </a:p>
          <a:p>
            <a:pPr marL="312420" indent="-299720">
              <a:lnSpc>
                <a:spcPct val="100000"/>
              </a:lnSpc>
              <a:spcBef>
                <a:spcPts val="1085"/>
              </a:spcBef>
              <a:buClr>
                <a:srgbClr val="585858"/>
              </a:buClr>
              <a:buFont typeface="Wingdings"/>
              <a:buChar char=""/>
              <a:tabLst>
                <a:tab pos="312420" algn="l"/>
              </a:tabLst>
            </a:pPr>
            <a:r>
              <a:rPr sz="2600" dirty="0">
                <a:latin typeface="Calibri"/>
                <a:cs typeface="Calibri"/>
              </a:rPr>
              <a:t>can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compare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strings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with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==,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&gt;,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&lt;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etc.</a:t>
            </a:r>
            <a:endParaRPr sz="2600">
              <a:latin typeface="Calibri"/>
              <a:cs typeface="Calibri"/>
            </a:endParaRPr>
          </a:p>
          <a:p>
            <a:pPr marL="104139" marR="5080" indent="-91440">
              <a:lnSpc>
                <a:spcPts val="2830"/>
              </a:lnSpc>
              <a:spcBef>
                <a:spcPts val="1400"/>
              </a:spcBef>
              <a:buClr>
                <a:srgbClr val="585858"/>
              </a:buClr>
              <a:buFont typeface="Wingdings"/>
              <a:buChar char=""/>
              <a:tabLst>
                <a:tab pos="104139" algn="l"/>
                <a:tab pos="237490" algn="l"/>
              </a:tabLst>
            </a:pPr>
            <a:r>
              <a:rPr sz="2600" spc="-25" dirty="0">
                <a:latin typeface="Courier New"/>
                <a:cs typeface="Courier New"/>
              </a:rPr>
              <a:t>	len()</a:t>
            </a:r>
            <a:r>
              <a:rPr sz="2600" spc="-960" dirty="0">
                <a:latin typeface="Courier New"/>
                <a:cs typeface="Courier New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function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used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retrieve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length</a:t>
            </a:r>
            <a:r>
              <a:rPr sz="2600" b="1" spc="-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the </a:t>
            </a:r>
            <a:r>
              <a:rPr sz="2600" dirty="0">
                <a:latin typeface="Calibri"/>
                <a:cs typeface="Calibri"/>
              </a:rPr>
              <a:t>string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parentheses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06500" y="4159199"/>
            <a:ext cx="1811020" cy="1108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6600"/>
              </a:lnSpc>
              <a:spcBef>
                <a:spcPts val="100"/>
              </a:spcBef>
            </a:pPr>
            <a:r>
              <a:rPr sz="2600" dirty="0">
                <a:latin typeface="Courier New"/>
                <a:cs typeface="Courier New"/>
              </a:rPr>
              <a:t>s</a:t>
            </a:r>
            <a:r>
              <a:rPr sz="2600" spc="-20" dirty="0">
                <a:latin typeface="Courier New"/>
                <a:cs typeface="Courier New"/>
              </a:rPr>
              <a:t> </a:t>
            </a:r>
            <a:r>
              <a:rPr sz="2600" dirty="0">
                <a:latin typeface="Courier New"/>
                <a:cs typeface="Courier New"/>
              </a:rPr>
              <a:t>=</a:t>
            </a:r>
            <a:r>
              <a:rPr sz="2600" spc="-15" dirty="0">
                <a:latin typeface="Courier New"/>
                <a:cs typeface="Courier New"/>
              </a:rPr>
              <a:t> </a:t>
            </a:r>
            <a:r>
              <a:rPr sz="2600" spc="-10" dirty="0">
                <a:latin typeface="Courier New"/>
                <a:cs typeface="Courier New"/>
              </a:rPr>
              <a:t>"abc" </a:t>
            </a:r>
            <a:r>
              <a:rPr sz="2600" dirty="0">
                <a:latin typeface="Courier New"/>
                <a:cs typeface="Courier New"/>
              </a:rPr>
              <a:t>len(s)</a:t>
            </a:r>
            <a:r>
              <a:rPr sz="2600" spc="254" dirty="0">
                <a:latin typeface="Courier New"/>
                <a:cs typeface="Courier New"/>
              </a:rPr>
              <a:t> </a:t>
            </a:r>
            <a:r>
              <a:rPr sz="2600" spc="-50" dirty="0">
                <a:latin typeface="Wingdings"/>
                <a:cs typeface="Wingdings"/>
              </a:rPr>
              <a:t></a:t>
            </a:r>
            <a:endParaRPr sz="2600">
              <a:latin typeface="Wingdings"/>
              <a:cs typeface="Wingding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61283" y="4845811"/>
            <a:ext cx="1893570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spc="-10" dirty="0">
                <a:latin typeface="Calibri"/>
                <a:cs typeface="Calibri"/>
              </a:rPr>
              <a:t>evaluates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50" dirty="0">
                <a:latin typeface="Calibri"/>
                <a:cs typeface="Calibri"/>
              </a:rPr>
              <a:t>3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914146"/>
            <a:ext cx="207772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STRINGS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810259" y="1818385"/>
            <a:ext cx="7508240" cy="118173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04139" marR="5080" indent="-91440">
              <a:lnSpc>
                <a:spcPts val="2780"/>
              </a:lnSpc>
              <a:spcBef>
                <a:spcPts val="475"/>
              </a:spcBef>
              <a:buClr>
                <a:srgbClr val="585858"/>
              </a:buClr>
              <a:buFont typeface="Wingdings"/>
              <a:buChar char=""/>
              <a:tabLst>
                <a:tab pos="104139" algn="l"/>
                <a:tab pos="237490" algn="l"/>
              </a:tabLst>
            </a:pPr>
            <a:r>
              <a:rPr sz="2600" dirty="0">
                <a:latin typeface="Calibri"/>
                <a:cs typeface="Calibri"/>
              </a:rPr>
              <a:t>	square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brackets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used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perform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indexing</a:t>
            </a:r>
            <a:r>
              <a:rPr sz="2600" b="1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into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string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get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value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at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certain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index/position</a:t>
            </a:r>
            <a:endParaRPr sz="2600">
              <a:latin typeface="Calibri"/>
              <a:cs typeface="Calibri"/>
            </a:endParaRPr>
          </a:p>
          <a:p>
            <a:pPr marL="408940">
              <a:lnSpc>
                <a:spcPct val="100000"/>
              </a:lnSpc>
              <a:spcBef>
                <a:spcPts val="45"/>
              </a:spcBef>
            </a:pPr>
            <a:r>
              <a:rPr sz="2600" dirty="0">
                <a:latin typeface="Courier New"/>
                <a:cs typeface="Courier New"/>
              </a:rPr>
              <a:t>s</a:t>
            </a:r>
            <a:r>
              <a:rPr sz="2600" spc="-20" dirty="0">
                <a:latin typeface="Courier New"/>
                <a:cs typeface="Courier New"/>
              </a:rPr>
              <a:t> </a:t>
            </a:r>
            <a:r>
              <a:rPr sz="2600" dirty="0">
                <a:latin typeface="Courier New"/>
                <a:cs typeface="Courier New"/>
              </a:rPr>
              <a:t>=</a:t>
            </a:r>
            <a:r>
              <a:rPr sz="2600" spc="-15" dirty="0">
                <a:latin typeface="Courier New"/>
                <a:cs typeface="Courier New"/>
              </a:rPr>
              <a:t> </a:t>
            </a:r>
            <a:r>
              <a:rPr sz="2600" spc="-10" dirty="0">
                <a:latin typeface="Courier New"/>
                <a:cs typeface="Courier New"/>
              </a:rPr>
              <a:t>"abc"</a:t>
            </a:r>
            <a:endParaRPr sz="2600">
              <a:latin typeface="Courier New"/>
              <a:cs typeface="Courier New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77850" y="3820997"/>
          <a:ext cx="7989567" cy="23755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535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65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794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marL="641350">
                        <a:lnSpc>
                          <a:spcPts val="2855"/>
                        </a:lnSpc>
                      </a:pPr>
                      <a:r>
                        <a:rPr sz="2600" spc="-20" dirty="0">
                          <a:latin typeface="Courier New"/>
                          <a:cs typeface="Courier New"/>
                        </a:rPr>
                        <a:t>s[0]</a:t>
                      </a:r>
                      <a:endParaRPr sz="2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04775" algn="r">
                        <a:lnSpc>
                          <a:spcPts val="2855"/>
                        </a:lnSpc>
                      </a:pPr>
                      <a:r>
                        <a:rPr sz="2600" spc="-50" dirty="0">
                          <a:latin typeface="Wingdings"/>
                          <a:cs typeface="Wingdings"/>
                        </a:rPr>
                        <a:t></a:t>
                      </a:r>
                      <a:endParaRPr sz="2600">
                        <a:latin typeface="Wingdings"/>
                        <a:cs typeface="Wingding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ts val="2855"/>
                        </a:lnSpc>
                      </a:pPr>
                      <a:r>
                        <a:rPr sz="2600" spc="-10" dirty="0">
                          <a:latin typeface="Calibri"/>
                          <a:cs typeface="Calibri"/>
                        </a:rPr>
                        <a:t>evaluates</a:t>
                      </a:r>
                      <a:r>
                        <a:rPr sz="26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26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spc="-25" dirty="0">
                          <a:latin typeface="Calibri"/>
                          <a:cs typeface="Calibri"/>
                        </a:rPr>
                        <a:t>"a"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marL="641350">
                        <a:lnSpc>
                          <a:spcPts val="2860"/>
                        </a:lnSpc>
                      </a:pPr>
                      <a:r>
                        <a:rPr sz="2600" spc="-20" dirty="0">
                          <a:latin typeface="Courier New"/>
                          <a:cs typeface="Courier New"/>
                        </a:rPr>
                        <a:t>s[1]</a:t>
                      </a:r>
                      <a:endParaRPr sz="2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04775" algn="r">
                        <a:lnSpc>
                          <a:spcPts val="2860"/>
                        </a:lnSpc>
                      </a:pPr>
                      <a:r>
                        <a:rPr sz="2600" spc="-50" dirty="0">
                          <a:latin typeface="Wingdings"/>
                          <a:cs typeface="Wingdings"/>
                        </a:rPr>
                        <a:t></a:t>
                      </a:r>
                      <a:endParaRPr sz="2600">
                        <a:latin typeface="Wingdings"/>
                        <a:cs typeface="Wingding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ts val="2860"/>
                        </a:lnSpc>
                      </a:pPr>
                      <a:r>
                        <a:rPr sz="2600" spc="-10" dirty="0">
                          <a:latin typeface="Calibri"/>
                          <a:cs typeface="Calibri"/>
                        </a:rPr>
                        <a:t>evaluates</a:t>
                      </a:r>
                      <a:r>
                        <a:rPr sz="26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26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spc="-25" dirty="0">
                          <a:latin typeface="Calibri"/>
                          <a:cs typeface="Calibri"/>
                        </a:rPr>
                        <a:t>"b"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641350">
                        <a:lnSpc>
                          <a:spcPts val="2860"/>
                        </a:lnSpc>
                      </a:pPr>
                      <a:r>
                        <a:rPr sz="2600" spc="-20" dirty="0">
                          <a:latin typeface="Courier New"/>
                          <a:cs typeface="Courier New"/>
                        </a:rPr>
                        <a:t>s[2]</a:t>
                      </a:r>
                      <a:endParaRPr sz="2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04139" algn="r">
                        <a:lnSpc>
                          <a:spcPts val="2860"/>
                        </a:lnSpc>
                      </a:pPr>
                      <a:r>
                        <a:rPr sz="2600" spc="-50" dirty="0">
                          <a:latin typeface="Wingdings"/>
                          <a:cs typeface="Wingdings"/>
                        </a:rPr>
                        <a:t></a:t>
                      </a:r>
                      <a:endParaRPr sz="2600">
                        <a:latin typeface="Wingdings"/>
                        <a:cs typeface="Wingding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ts val="2860"/>
                        </a:lnSpc>
                      </a:pPr>
                      <a:r>
                        <a:rPr sz="2600" spc="-10" dirty="0">
                          <a:latin typeface="Calibri"/>
                          <a:cs typeface="Calibri"/>
                        </a:rPr>
                        <a:t>evaluates</a:t>
                      </a:r>
                      <a:r>
                        <a:rPr sz="2600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26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spc="-25" dirty="0">
                          <a:latin typeface="Calibri"/>
                          <a:cs typeface="Calibri"/>
                        </a:rPr>
                        <a:t>"c"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641350">
                        <a:lnSpc>
                          <a:spcPts val="2860"/>
                        </a:lnSpc>
                      </a:pPr>
                      <a:r>
                        <a:rPr sz="2600" spc="-20" dirty="0">
                          <a:latin typeface="Courier New"/>
                          <a:cs typeface="Courier New"/>
                        </a:rPr>
                        <a:t>s[3]</a:t>
                      </a:r>
                      <a:endParaRPr sz="2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04775" algn="r">
                        <a:lnSpc>
                          <a:spcPts val="2860"/>
                        </a:lnSpc>
                      </a:pPr>
                      <a:r>
                        <a:rPr sz="2600" spc="-50" dirty="0">
                          <a:latin typeface="Wingdings"/>
                          <a:cs typeface="Wingdings"/>
                        </a:rPr>
                        <a:t></a:t>
                      </a:r>
                      <a:endParaRPr sz="2600">
                        <a:latin typeface="Wingdings"/>
                        <a:cs typeface="Wingding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ts val="2860"/>
                        </a:lnSpc>
                      </a:pPr>
                      <a:r>
                        <a:rPr sz="2600" dirty="0">
                          <a:latin typeface="Calibri"/>
                          <a:cs typeface="Calibri"/>
                        </a:rPr>
                        <a:t>trying</a:t>
                      </a:r>
                      <a:r>
                        <a:rPr sz="2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2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index</a:t>
                      </a:r>
                      <a:r>
                        <a:rPr sz="2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out</a:t>
                      </a:r>
                      <a:r>
                        <a:rPr sz="2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2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bounds,</a:t>
                      </a:r>
                      <a:r>
                        <a:rPr sz="2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spc="-10" dirty="0">
                          <a:latin typeface="Calibri"/>
                          <a:cs typeface="Calibri"/>
                        </a:rPr>
                        <a:t>error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641350">
                        <a:lnSpc>
                          <a:spcPts val="2860"/>
                        </a:lnSpc>
                      </a:pPr>
                      <a:r>
                        <a:rPr sz="2600" spc="-20" dirty="0">
                          <a:latin typeface="Courier New"/>
                          <a:cs typeface="Courier New"/>
                        </a:rPr>
                        <a:t>s[-</a:t>
                      </a:r>
                      <a:r>
                        <a:rPr sz="2600" spc="-25" dirty="0">
                          <a:latin typeface="Courier New"/>
                          <a:cs typeface="Courier New"/>
                        </a:rPr>
                        <a:t>1]</a:t>
                      </a:r>
                      <a:endParaRPr sz="2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04775" algn="r">
                        <a:lnSpc>
                          <a:spcPts val="2860"/>
                        </a:lnSpc>
                      </a:pPr>
                      <a:r>
                        <a:rPr sz="2600" spc="-50" dirty="0">
                          <a:latin typeface="Wingdings"/>
                          <a:cs typeface="Wingdings"/>
                        </a:rPr>
                        <a:t></a:t>
                      </a:r>
                      <a:endParaRPr sz="2600">
                        <a:latin typeface="Wingdings"/>
                        <a:cs typeface="Wingding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ts val="2860"/>
                        </a:lnSpc>
                      </a:pPr>
                      <a:r>
                        <a:rPr sz="2600" spc="-10" dirty="0">
                          <a:latin typeface="Calibri"/>
                          <a:cs typeface="Calibri"/>
                        </a:rPr>
                        <a:t>evaluates</a:t>
                      </a:r>
                      <a:r>
                        <a:rPr sz="26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26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spc="-25" dirty="0">
                          <a:latin typeface="Calibri"/>
                          <a:cs typeface="Calibri"/>
                        </a:rPr>
                        <a:t>"c"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marL="641350">
                        <a:lnSpc>
                          <a:spcPts val="2860"/>
                        </a:lnSpc>
                      </a:pPr>
                      <a:r>
                        <a:rPr sz="2600" spc="-20" dirty="0">
                          <a:latin typeface="Courier New"/>
                          <a:cs typeface="Courier New"/>
                        </a:rPr>
                        <a:t>s[-</a:t>
                      </a:r>
                      <a:r>
                        <a:rPr sz="2600" spc="-25" dirty="0">
                          <a:latin typeface="Courier New"/>
                          <a:cs typeface="Courier New"/>
                        </a:rPr>
                        <a:t>2]</a:t>
                      </a:r>
                      <a:endParaRPr sz="2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04775" algn="r">
                        <a:lnSpc>
                          <a:spcPts val="2860"/>
                        </a:lnSpc>
                      </a:pPr>
                      <a:r>
                        <a:rPr sz="2600" spc="-50" dirty="0">
                          <a:latin typeface="Wingdings"/>
                          <a:cs typeface="Wingdings"/>
                        </a:rPr>
                        <a:t></a:t>
                      </a:r>
                      <a:endParaRPr sz="2600">
                        <a:latin typeface="Wingdings"/>
                        <a:cs typeface="Wingding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ts val="2860"/>
                        </a:lnSpc>
                      </a:pPr>
                      <a:r>
                        <a:rPr sz="2600" spc="-10" dirty="0">
                          <a:latin typeface="Calibri"/>
                          <a:cs typeface="Calibri"/>
                        </a:rPr>
                        <a:t>evaluates</a:t>
                      </a:r>
                      <a:r>
                        <a:rPr sz="26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26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spc="-25" dirty="0">
                          <a:latin typeface="Calibri"/>
                          <a:cs typeface="Calibri"/>
                        </a:rPr>
                        <a:t>"b"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206500" y="6152641"/>
            <a:ext cx="1017269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spc="-20" dirty="0">
                <a:latin typeface="Courier New"/>
                <a:cs typeface="Courier New"/>
              </a:rPr>
              <a:t>s[-</a:t>
            </a:r>
            <a:r>
              <a:rPr sz="2600" spc="-25" dirty="0">
                <a:latin typeface="Courier New"/>
                <a:cs typeface="Courier New"/>
              </a:rPr>
              <a:t>3]</a:t>
            </a:r>
            <a:endParaRPr sz="26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39314" y="6152641"/>
            <a:ext cx="269811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60070" algn="l"/>
              </a:tabLst>
            </a:pPr>
            <a:r>
              <a:rPr sz="2600" spc="-50" dirty="0">
                <a:latin typeface="Wingdings"/>
                <a:cs typeface="Wingdings"/>
              </a:rPr>
              <a:t>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Calibri"/>
                <a:cs typeface="Calibri"/>
              </a:rPr>
              <a:t>evaluates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"a"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16405" y="2979165"/>
            <a:ext cx="58928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1000"/>
              </a:lnSpc>
              <a:spcBef>
                <a:spcPts val="100"/>
              </a:spcBef>
            </a:pPr>
            <a:r>
              <a:rPr sz="1800" spc="-20" dirty="0">
                <a:solidFill>
                  <a:srgbClr val="FF0000"/>
                </a:solidFill>
                <a:latin typeface="Calibri"/>
                <a:cs typeface="Calibri"/>
              </a:rPr>
              <a:t>index: index: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47823" y="2979165"/>
            <a:ext cx="4023360" cy="635000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64769">
              <a:lnSpc>
                <a:spcPct val="100000"/>
              </a:lnSpc>
              <a:spcBef>
                <a:spcPts val="335"/>
              </a:spcBef>
              <a:tabLst>
                <a:tab pos="883919" algn="l"/>
              </a:tabLst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0</a:t>
            </a:r>
            <a:r>
              <a:rPr sz="1800" spc="40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r>
              <a:rPr sz="1800" spc="409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FF0000"/>
                </a:solidFill>
                <a:latin typeface="Calibri"/>
                <a:cs typeface="Calibri"/>
              </a:rPr>
              <a:t>2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1800" dirty="0">
                <a:solidFill>
                  <a:srgbClr val="FF0000"/>
                </a:solidFill>
                <a:latin typeface="Wingdings"/>
                <a:cs typeface="Wingdings"/>
              </a:rPr>
              <a:t></a:t>
            </a:r>
            <a:r>
              <a:rPr sz="1800" spc="-9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indexing</a:t>
            </a:r>
            <a:r>
              <a:rPr sz="18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always</a:t>
            </a:r>
            <a:r>
              <a:rPr sz="18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starts</a:t>
            </a:r>
            <a:r>
              <a:rPr sz="18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at</a:t>
            </a:r>
            <a:r>
              <a:rPr sz="1800" spc="-50" dirty="0">
                <a:solidFill>
                  <a:srgbClr val="FF0000"/>
                </a:solidFill>
                <a:latin typeface="Calibri"/>
                <a:cs typeface="Calibri"/>
              </a:rPr>
              <a:t> 0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  <a:tabLst>
                <a:tab pos="883919" algn="l"/>
              </a:tabLst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-3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-2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-</a:t>
            </a:r>
            <a:r>
              <a:rPr sz="1800" spc="-50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1800" dirty="0">
                <a:solidFill>
                  <a:srgbClr val="FF0000"/>
                </a:solidFill>
                <a:latin typeface="Wingdings"/>
                <a:cs typeface="Wingdings"/>
              </a:rPr>
              <a:t></a:t>
            </a:r>
            <a:r>
              <a:rPr sz="1800" spc="-1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last</a:t>
            </a:r>
            <a:r>
              <a:rPr sz="18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element</a:t>
            </a:r>
            <a:r>
              <a:rPr sz="18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always</a:t>
            </a:r>
            <a:r>
              <a:rPr sz="18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at</a:t>
            </a:r>
            <a:r>
              <a:rPr sz="18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index</a:t>
            </a:r>
            <a:r>
              <a:rPr sz="18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-</a:t>
            </a:r>
            <a:r>
              <a:rPr sz="1800" spc="-50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926846"/>
            <a:ext cx="207772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STRINGS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45756" y="2947670"/>
            <a:ext cx="1923288" cy="141071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79908" y="1674514"/>
            <a:ext cx="8535670" cy="3098165"/>
          </a:xfrm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767715" indent="-224790">
              <a:lnSpc>
                <a:spcPct val="100000"/>
              </a:lnSpc>
              <a:spcBef>
                <a:spcPts val="1200"/>
              </a:spcBef>
              <a:buClr>
                <a:srgbClr val="585858"/>
              </a:buClr>
              <a:buFont typeface="Wingdings"/>
              <a:buChar char=""/>
              <a:tabLst>
                <a:tab pos="767715" algn="l"/>
              </a:tabLst>
            </a:pPr>
            <a:r>
              <a:rPr sz="2600" dirty="0">
                <a:latin typeface="Calibri"/>
                <a:cs typeface="Calibri"/>
              </a:rPr>
              <a:t>can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slice</a:t>
            </a:r>
            <a:r>
              <a:rPr sz="2600" b="1" spc="-6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strings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using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ourier New"/>
                <a:cs typeface="Courier New"/>
              </a:rPr>
              <a:t>[start:stop:step]</a:t>
            </a:r>
            <a:endParaRPr sz="2600">
              <a:latin typeface="Courier New"/>
              <a:cs typeface="Courier New"/>
            </a:endParaRPr>
          </a:p>
          <a:p>
            <a:pPr marL="767715" indent="-224790">
              <a:lnSpc>
                <a:spcPct val="100000"/>
              </a:lnSpc>
              <a:spcBef>
                <a:spcPts val="1100"/>
              </a:spcBef>
              <a:buClr>
                <a:srgbClr val="585858"/>
              </a:buClr>
              <a:buFont typeface="Wingdings"/>
              <a:buChar char=""/>
              <a:tabLst>
                <a:tab pos="767715" algn="l"/>
              </a:tabLst>
            </a:pPr>
            <a:r>
              <a:rPr sz="2600" dirty="0">
                <a:latin typeface="Calibri"/>
                <a:cs typeface="Calibri"/>
              </a:rPr>
              <a:t>if</a:t>
            </a:r>
            <a:r>
              <a:rPr sz="2600" spc="-10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give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two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numbers,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[</a:t>
            </a:r>
            <a:r>
              <a:rPr sz="2600" dirty="0">
                <a:latin typeface="Courier New"/>
                <a:cs typeface="Courier New"/>
              </a:rPr>
              <a:t>start:stop</a:t>
            </a:r>
            <a:r>
              <a:rPr sz="2600" dirty="0">
                <a:latin typeface="Calibri"/>
                <a:cs typeface="Calibri"/>
              </a:rPr>
              <a:t>],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25" dirty="0">
                <a:latin typeface="Courier New"/>
                <a:cs typeface="Courier New"/>
              </a:rPr>
              <a:t>step=1</a:t>
            </a:r>
            <a:r>
              <a:rPr sz="2600" spc="-955" dirty="0">
                <a:latin typeface="Courier New"/>
                <a:cs typeface="Courier New"/>
              </a:rPr>
              <a:t> </a:t>
            </a:r>
            <a:r>
              <a:rPr sz="2600" dirty="0">
                <a:latin typeface="Calibri"/>
                <a:cs typeface="Calibri"/>
              </a:rPr>
              <a:t>by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default</a:t>
            </a:r>
            <a:endParaRPr sz="2600">
              <a:latin typeface="Calibri"/>
              <a:cs typeface="Calibri"/>
            </a:endParaRPr>
          </a:p>
          <a:p>
            <a:pPr marL="767715" indent="-224790">
              <a:lnSpc>
                <a:spcPct val="100000"/>
              </a:lnSpc>
              <a:spcBef>
                <a:spcPts val="1125"/>
              </a:spcBef>
              <a:buClr>
                <a:srgbClr val="585858"/>
              </a:buClr>
              <a:buFont typeface="Wingdings"/>
              <a:buChar char=""/>
              <a:tabLst>
                <a:tab pos="767715" algn="l"/>
              </a:tabLst>
            </a:pPr>
            <a:r>
              <a:rPr sz="2600" dirty="0">
                <a:latin typeface="Calibri"/>
                <a:cs typeface="Calibri"/>
              </a:rPr>
              <a:t>you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can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also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omit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numbers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leave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just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colons</a:t>
            </a:r>
            <a:endParaRPr sz="2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2200" dirty="0">
                <a:latin typeface="Courier New"/>
                <a:cs typeface="Courier New"/>
              </a:rPr>
              <a:t>s</a:t>
            </a:r>
            <a:r>
              <a:rPr sz="2200" spc="-1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=</a:t>
            </a:r>
            <a:r>
              <a:rPr sz="2200" spc="-1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"abcdefgh"</a:t>
            </a:r>
            <a:endParaRPr sz="2200">
              <a:latin typeface="Courier New"/>
              <a:cs typeface="Courier New"/>
            </a:endParaRPr>
          </a:p>
          <a:p>
            <a:pPr marL="12700" marR="1887220">
              <a:lnSpc>
                <a:spcPct val="150100"/>
              </a:lnSpc>
              <a:spcBef>
                <a:spcPts val="40"/>
              </a:spcBef>
              <a:tabLst>
                <a:tab pos="1466215" algn="l"/>
                <a:tab pos="5297805" algn="l"/>
              </a:tabLst>
            </a:pPr>
            <a:r>
              <a:rPr sz="2200" spc="-10" dirty="0">
                <a:latin typeface="Courier New"/>
                <a:cs typeface="Courier New"/>
              </a:rPr>
              <a:t>s[3:6]</a:t>
            </a:r>
            <a:r>
              <a:rPr sz="2200" dirty="0">
                <a:latin typeface="Courier New"/>
                <a:cs typeface="Courier New"/>
              </a:rPr>
              <a:t>	</a:t>
            </a:r>
            <a:r>
              <a:rPr sz="2200" dirty="0">
                <a:latin typeface="Wingdings"/>
                <a:cs typeface="Wingdings"/>
              </a:rPr>
              <a:t></a:t>
            </a:r>
            <a:r>
              <a:rPr sz="2200" spc="-10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Calibri"/>
                <a:cs typeface="Calibri"/>
              </a:rPr>
              <a:t>evaluates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ourier New"/>
                <a:cs typeface="Courier New"/>
              </a:rPr>
              <a:t>"def"</a:t>
            </a:r>
            <a:r>
              <a:rPr sz="2200" dirty="0">
                <a:latin typeface="Calibri"/>
                <a:cs typeface="Calibri"/>
              </a:rPr>
              <a:t>,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same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as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spc="-10" dirty="0">
                <a:latin typeface="Courier New"/>
                <a:cs typeface="Courier New"/>
              </a:rPr>
              <a:t>s[3:6:1] </a:t>
            </a:r>
            <a:r>
              <a:rPr sz="2200" spc="-20" dirty="0">
                <a:latin typeface="Courier New"/>
                <a:cs typeface="Courier New"/>
              </a:rPr>
              <a:t>s[3:6:2]</a:t>
            </a:r>
            <a:r>
              <a:rPr sz="2200" spc="-315" dirty="0">
                <a:latin typeface="Courier New"/>
                <a:cs typeface="Courier New"/>
              </a:rPr>
              <a:t> </a:t>
            </a:r>
            <a:r>
              <a:rPr sz="2200" dirty="0">
                <a:latin typeface="Wingdings"/>
                <a:cs typeface="Wingdings"/>
              </a:rPr>
              <a:t>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Calibri"/>
                <a:cs typeface="Calibri"/>
              </a:rPr>
              <a:t>evaluates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"df"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279908" y="4747056"/>
            <a:ext cx="1200785" cy="1031240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200" spc="-10" dirty="0">
                <a:latin typeface="Courier New"/>
                <a:cs typeface="Courier New"/>
              </a:rPr>
              <a:t>s[::]</a:t>
            </a:r>
            <a:endParaRPr sz="2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2200" spc="-25" dirty="0">
                <a:latin typeface="Courier New"/>
                <a:cs typeface="Courier New"/>
              </a:rPr>
              <a:t>s[::-1]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56917" y="4747056"/>
            <a:ext cx="7345680" cy="1031240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200" dirty="0">
                <a:latin typeface="Wingdings"/>
                <a:cs typeface="Wingdings"/>
              </a:rPr>
              <a:t></a:t>
            </a:r>
            <a:r>
              <a:rPr sz="2200" spc="-10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Calibri"/>
                <a:cs typeface="Calibri"/>
              </a:rPr>
              <a:t>evaluates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"abcdefgh"</a:t>
            </a:r>
            <a:r>
              <a:rPr sz="2200" spc="-10" dirty="0">
                <a:latin typeface="Calibri"/>
                <a:cs typeface="Calibri"/>
              </a:rPr>
              <a:t>,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same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s[0:len(s):1]</a:t>
            </a:r>
            <a:endParaRPr sz="2200">
              <a:latin typeface="Courier New"/>
              <a:cs typeface="Courier New"/>
            </a:endParaRPr>
          </a:p>
          <a:p>
            <a:pPr marL="31750">
              <a:lnSpc>
                <a:spcPct val="100000"/>
              </a:lnSpc>
              <a:spcBef>
                <a:spcPts val="1320"/>
              </a:spcBef>
            </a:pPr>
            <a:r>
              <a:rPr sz="2200" dirty="0">
                <a:latin typeface="Wingdings"/>
                <a:cs typeface="Wingdings"/>
              </a:rPr>
              <a:t></a:t>
            </a:r>
            <a:r>
              <a:rPr sz="2200" spc="-9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Calibri"/>
                <a:cs typeface="Calibri"/>
              </a:rPr>
              <a:t>evaluates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"hgfedbca"</a:t>
            </a:r>
            <a:r>
              <a:rPr sz="2200" spc="-10" dirty="0">
                <a:latin typeface="Calibri"/>
                <a:cs typeface="Calibri"/>
              </a:rPr>
              <a:t>,</a:t>
            </a:r>
            <a:r>
              <a:rPr sz="2200" dirty="0">
                <a:latin typeface="Calibri"/>
                <a:cs typeface="Calibri"/>
              </a:rPr>
              <a:t> same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s[-1:-(len(s)+1):-</a:t>
            </a:r>
            <a:r>
              <a:rPr sz="1800" spc="-25" dirty="0">
                <a:latin typeface="Courier New"/>
                <a:cs typeface="Courier New"/>
              </a:rPr>
              <a:t>1]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9908" y="5920232"/>
            <a:ext cx="3986529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25" dirty="0">
                <a:latin typeface="Courier New"/>
                <a:cs typeface="Courier New"/>
              </a:rPr>
              <a:t>s[4:1:-</a:t>
            </a:r>
            <a:r>
              <a:rPr sz="2200" dirty="0">
                <a:latin typeface="Courier New"/>
                <a:cs typeface="Courier New"/>
              </a:rPr>
              <a:t>2]</a:t>
            </a:r>
            <a:r>
              <a:rPr sz="2200" dirty="0">
                <a:latin typeface="Wingdings"/>
                <a:cs typeface="Wingdings"/>
              </a:rPr>
              <a:t>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Calibri"/>
                <a:cs typeface="Calibri"/>
              </a:rPr>
              <a:t>evaluates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"ec"</a:t>
            </a:r>
            <a:endParaRPr sz="2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246461"/>
            <a:ext cx="9144000" cy="2329815"/>
            <a:chOff x="0" y="4246461"/>
            <a:chExt cx="9144000" cy="23298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55261" y="4246461"/>
              <a:ext cx="2061288" cy="200815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179957" y="5819775"/>
              <a:ext cx="560070" cy="323215"/>
            </a:xfrm>
            <a:custGeom>
              <a:avLst/>
              <a:gdLst/>
              <a:ahLst/>
              <a:cxnLst/>
              <a:rect l="l" t="t" r="r" b="b"/>
              <a:pathLst>
                <a:path w="560069" h="323214">
                  <a:moveTo>
                    <a:pt x="506222" y="0"/>
                  </a:moveTo>
                  <a:lnTo>
                    <a:pt x="53848" y="0"/>
                  </a:lnTo>
                  <a:lnTo>
                    <a:pt x="32886" y="4231"/>
                  </a:lnTo>
                  <a:lnTo>
                    <a:pt x="15770" y="15770"/>
                  </a:lnTo>
                  <a:lnTo>
                    <a:pt x="4231" y="32886"/>
                  </a:lnTo>
                  <a:lnTo>
                    <a:pt x="0" y="53848"/>
                  </a:lnTo>
                  <a:lnTo>
                    <a:pt x="0" y="269240"/>
                  </a:lnTo>
                  <a:lnTo>
                    <a:pt x="4231" y="290201"/>
                  </a:lnTo>
                  <a:lnTo>
                    <a:pt x="15770" y="307317"/>
                  </a:lnTo>
                  <a:lnTo>
                    <a:pt x="32886" y="318856"/>
                  </a:lnTo>
                  <a:lnTo>
                    <a:pt x="53848" y="323088"/>
                  </a:lnTo>
                  <a:lnTo>
                    <a:pt x="506222" y="323088"/>
                  </a:lnTo>
                  <a:lnTo>
                    <a:pt x="527173" y="318856"/>
                  </a:lnTo>
                  <a:lnTo>
                    <a:pt x="544290" y="307317"/>
                  </a:lnTo>
                  <a:lnTo>
                    <a:pt x="555835" y="290201"/>
                  </a:lnTo>
                  <a:lnTo>
                    <a:pt x="560070" y="269240"/>
                  </a:lnTo>
                  <a:lnTo>
                    <a:pt x="560070" y="53848"/>
                  </a:lnTo>
                  <a:lnTo>
                    <a:pt x="555835" y="32886"/>
                  </a:lnTo>
                  <a:lnTo>
                    <a:pt x="544290" y="15770"/>
                  </a:lnTo>
                  <a:lnTo>
                    <a:pt x="527173" y="4231"/>
                  </a:lnTo>
                  <a:lnTo>
                    <a:pt x="506222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79957" y="5819775"/>
              <a:ext cx="560070" cy="323215"/>
            </a:xfrm>
            <a:custGeom>
              <a:avLst/>
              <a:gdLst/>
              <a:ahLst/>
              <a:cxnLst/>
              <a:rect l="l" t="t" r="r" b="b"/>
              <a:pathLst>
                <a:path w="560069" h="323214">
                  <a:moveTo>
                    <a:pt x="0" y="53848"/>
                  </a:moveTo>
                  <a:lnTo>
                    <a:pt x="4231" y="32886"/>
                  </a:lnTo>
                  <a:lnTo>
                    <a:pt x="15770" y="15770"/>
                  </a:lnTo>
                  <a:lnTo>
                    <a:pt x="32886" y="4231"/>
                  </a:lnTo>
                  <a:lnTo>
                    <a:pt x="53848" y="0"/>
                  </a:lnTo>
                  <a:lnTo>
                    <a:pt x="506222" y="0"/>
                  </a:lnTo>
                  <a:lnTo>
                    <a:pt x="527173" y="4231"/>
                  </a:lnTo>
                  <a:lnTo>
                    <a:pt x="544290" y="15770"/>
                  </a:lnTo>
                  <a:lnTo>
                    <a:pt x="555835" y="32886"/>
                  </a:lnTo>
                  <a:lnTo>
                    <a:pt x="560070" y="53848"/>
                  </a:lnTo>
                  <a:lnTo>
                    <a:pt x="560070" y="269240"/>
                  </a:lnTo>
                  <a:lnTo>
                    <a:pt x="555835" y="290201"/>
                  </a:lnTo>
                  <a:lnTo>
                    <a:pt x="544290" y="307317"/>
                  </a:lnTo>
                  <a:lnTo>
                    <a:pt x="527173" y="318856"/>
                  </a:lnTo>
                  <a:lnTo>
                    <a:pt x="506222" y="323088"/>
                  </a:lnTo>
                  <a:lnTo>
                    <a:pt x="53848" y="323088"/>
                  </a:lnTo>
                  <a:lnTo>
                    <a:pt x="32886" y="318856"/>
                  </a:lnTo>
                  <a:lnTo>
                    <a:pt x="15770" y="307317"/>
                  </a:lnTo>
                  <a:lnTo>
                    <a:pt x="4231" y="290201"/>
                  </a:lnTo>
                  <a:lnTo>
                    <a:pt x="0" y="269240"/>
                  </a:lnTo>
                  <a:lnTo>
                    <a:pt x="0" y="53848"/>
                  </a:lnTo>
                  <a:close/>
                </a:path>
              </a:pathLst>
            </a:custGeom>
            <a:ln w="16002">
              <a:solidFill>
                <a:srgbClr val="3E3E3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01700" y="914146"/>
            <a:ext cx="207772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STRINGS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10259" y="1658513"/>
            <a:ext cx="6420485" cy="1095375"/>
          </a:xfrm>
          <a:prstGeom prst="rect">
            <a:avLst/>
          </a:prstGeom>
        </p:spPr>
        <p:txBody>
          <a:bodyPr vert="horz" wrap="square" lIns="0" tIns="172085" rIns="0" bIns="0" rtlCol="0">
            <a:spAutoFit/>
          </a:bodyPr>
          <a:lstStyle/>
          <a:p>
            <a:pPr marL="237490" indent="-224790">
              <a:lnSpc>
                <a:spcPct val="100000"/>
              </a:lnSpc>
              <a:spcBef>
                <a:spcPts val="1355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sz="2600" dirty="0">
                <a:latin typeface="Calibri"/>
                <a:cs typeface="Calibri"/>
              </a:rPr>
              <a:t>strings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are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“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immutable</a:t>
            </a:r>
            <a:r>
              <a:rPr sz="2600" dirty="0">
                <a:latin typeface="Calibri"/>
                <a:cs typeface="Calibri"/>
              </a:rPr>
              <a:t>”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cannot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modified</a:t>
            </a:r>
            <a:endParaRPr sz="2600">
              <a:latin typeface="Calibri"/>
              <a:cs typeface="Calibri"/>
            </a:endParaRPr>
          </a:p>
          <a:p>
            <a:pPr marL="377825">
              <a:lnSpc>
                <a:spcPct val="100000"/>
              </a:lnSpc>
              <a:spcBef>
                <a:spcPts val="1165"/>
              </a:spcBef>
            </a:pPr>
            <a:r>
              <a:rPr sz="2400" dirty="0">
                <a:latin typeface="Courier New"/>
                <a:cs typeface="Courier New"/>
              </a:rPr>
              <a:t>s</a:t>
            </a:r>
            <a:r>
              <a:rPr sz="2400" spc="-1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= </a:t>
            </a:r>
            <a:r>
              <a:rPr sz="2400" spc="-10" dirty="0">
                <a:latin typeface="Courier New"/>
                <a:cs typeface="Courier New"/>
              </a:rPr>
              <a:t>"hello"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76019" y="2868929"/>
            <a:ext cx="3493770" cy="85153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2400" dirty="0">
                <a:latin typeface="Courier New"/>
                <a:cs typeface="Courier New"/>
              </a:rPr>
              <a:t>s[0]</a:t>
            </a:r>
            <a:r>
              <a:rPr sz="2400" spc="-3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=</a:t>
            </a:r>
            <a:r>
              <a:rPr sz="2400" spc="-25" dirty="0">
                <a:latin typeface="Courier New"/>
                <a:cs typeface="Courier New"/>
              </a:rPr>
              <a:t> 'y'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z="2400" dirty="0">
                <a:latin typeface="Courier New"/>
                <a:cs typeface="Courier New"/>
              </a:rPr>
              <a:t>s</a:t>
            </a:r>
            <a:r>
              <a:rPr sz="2400" spc="-1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= </a:t>
            </a:r>
            <a:r>
              <a:rPr sz="2400" spc="-10" dirty="0">
                <a:latin typeface="Courier New"/>
                <a:cs typeface="Courier New"/>
              </a:rPr>
              <a:t>'y'+s[1:len(s)]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82767" y="2868929"/>
            <a:ext cx="3125470" cy="122745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2400" dirty="0">
                <a:latin typeface="Wingdings"/>
                <a:cs typeface="Wingdings"/>
              </a:rPr>
              <a:t>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Calibri"/>
                <a:cs typeface="Calibri"/>
              </a:rPr>
              <a:t>gives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error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z="2400" dirty="0">
                <a:latin typeface="Wingdings"/>
                <a:cs typeface="Wingdings"/>
              </a:rPr>
              <a:t>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allowed,</a:t>
            </a:r>
            <a:endParaRPr sz="2400">
              <a:latin typeface="Calibri"/>
              <a:cs typeface="Calibri"/>
            </a:endParaRPr>
          </a:p>
          <a:p>
            <a:pPr marL="353695">
              <a:lnSpc>
                <a:spcPct val="100000"/>
              </a:lnSpc>
              <a:spcBef>
                <a:spcPts val="75"/>
              </a:spcBef>
            </a:pPr>
            <a:r>
              <a:rPr sz="2400" dirty="0">
                <a:latin typeface="Calibri"/>
                <a:cs typeface="Calibri"/>
              </a:rPr>
              <a:t>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bound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new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object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78458" y="5804916"/>
            <a:ext cx="1631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ourier New"/>
                <a:cs typeface="Courier New"/>
              </a:rPr>
              <a:t>s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739645" y="4781296"/>
            <a:ext cx="2929890" cy="1214755"/>
            <a:chOff x="1739645" y="4781296"/>
            <a:chExt cx="2929890" cy="1214755"/>
          </a:xfrm>
        </p:grpSpPr>
        <p:sp>
          <p:nvSpPr>
            <p:cNvPr id="12" name="object 12"/>
            <p:cNvSpPr/>
            <p:nvPr/>
          </p:nvSpPr>
          <p:spPr>
            <a:xfrm>
              <a:off x="3516248" y="4789551"/>
              <a:ext cx="1108075" cy="257175"/>
            </a:xfrm>
            <a:custGeom>
              <a:avLst/>
              <a:gdLst/>
              <a:ahLst/>
              <a:cxnLst/>
              <a:rect l="l" t="t" r="r" b="b"/>
              <a:pathLst>
                <a:path w="1108075" h="257175">
                  <a:moveTo>
                    <a:pt x="1065149" y="0"/>
                  </a:moveTo>
                  <a:lnTo>
                    <a:pt x="42799" y="0"/>
                  </a:lnTo>
                  <a:lnTo>
                    <a:pt x="26146" y="3365"/>
                  </a:lnTo>
                  <a:lnTo>
                    <a:pt x="12541" y="12541"/>
                  </a:lnTo>
                  <a:lnTo>
                    <a:pt x="3365" y="26146"/>
                  </a:lnTo>
                  <a:lnTo>
                    <a:pt x="0" y="42799"/>
                  </a:lnTo>
                  <a:lnTo>
                    <a:pt x="0" y="213995"/>
                  </a:lnTo>
                  <a:lnTo>
                    <a:pt x="3365" y="230647"/>
                  </a:lnTo>
                  <a:lnTo>
                    <a:pt x="12541" y="244252"/>
                  </a:lnTo>
                  <a:lnTo>
                    <a:pt x="26146" y="253428"/>
                  </a:lnTo>
                  <a:lnTo>
                    <a:pt x="42799" y="256794"/>
                  </a:lnTo>
                  <a:lnTo>
                    <a:pt x="1065149" y="256794"/>
                  </a:lnTo>
                  <a:lnTo>
                    <a:pt x="1081801" y="253428"/>
                  </a:lnTo>
                  <a:lnTo>
                    <a:pt x="1095406" y="244252"/>
                  </a:lnTo>
                  <a:lnTo>
                    <a:pt x="1104582" y="230647"/>
                  </a:lnTo>
                  <a:lnTo>
                    <a:pt x="1107948" y="213995"/>
                  </a:lnTo>
                  <a:lnTo>
                    <a:pt x="1107948" y="42799"/>
                  </a:lnTo>
                  <a:lnTo>
                    <a:pt x="1104582" y="26146"/>
                  </a:lnTo>
                  <a:lnTo>
                    <a:pt x="1095406" y="12541"/>
                  </a:lnTo>
                  <a:lnTo>
                    <a:pt x="1081801" y="3365"/>
                  </a:lnTo>
                  <a:lnTo>
                    <a:pt x="1065149" y="0"/>
                  </a:lnTo>
                  <a:close/>
                </a:path>
              </a:pathLst>
            </a:custGeom>
            <a:solidFill>
              <a:srgbClr val="9437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516248" y="4789551"/>
              <a:ext cx="1108075" cy="257175"/>
            </a:xfrm>
            <a:custGeom>
              <a:avLst/>
              <a:gdLst/>
              <a:ahLst/>
              <a:cxnLst/>
              <a:rect l="l" t="t" r="r" b="b"/>
              <a:pathLst>
                <a:path w="1108075" h="257175">
                  <a:moveTo>
                    <a:pt x="0" y="42799"/>
                  </a:moveTo>
                  <a:lnTo>
                    <a:pt x="3365" y="26146"/>
                  </a:lnTo>
                  <a:lnTo>
                    <a:pt x="12541" y="12541"/>
                  </a:lnTo>
                  <a:lnTo>
                    <a:pt x="26146" y="3365"/>
                  </a:lnTo>
                  <a:lnTo>
                    <a:pt x="42799" y="0"/>
                  </a:lnTo>
                  <a:lnTo>
                    <a:pt x="1065149" y="0"/>
                  </a:lnTo>
                  <a:lnTo>
                    <a:pt x="1081801" y="3365"/>
                  </a:lnTo>
                  <a:lnTo>
                    <a:pt x="1095406" y="12541"/>
                  </a:lnTo>
                  <a:lnTo>
                    <a:pt x="1104582" y="26146"/>
                  </a:lnTo>
                  <a:lnTo>
                    <a:pt x="1107948" y="42799"/>
                  </a:lnTo>
                  <a:lnTo>
                    <a:pt x="1107948" y="213995"/>
                  </a:lnTo>
                  <a:lnTo>
                    <a:pt x="1104582" y="230647"/>
                  </a:lnTo>
                  <a:lnTo>
                    <a:pt x="1095406" y="244252"/>
                  </a:lnTo>
                  <a:lnTo>
                    <a:pt x="1081801" y="253428"/>
                  </a:lnTo>
                  <a:lnTo>
                    <a:pt x="1065149" y="256794"/>
                  </a:lnTo>
                  <a:lnTo>
                    <a:pt x="42799" y="256794"/>
                  </a:lnTo>
                  <a:lnTo>
                    <a:pt x="26146" y="253428"/>
                  </a:lnTo>
                  <a:lnTo>
                    <a:pt x="12541" y="244252"/>
                  </a:lnTo>
                  <a:lnTo>
                    <a:pt x="3365" y="230647"/>
                  </a:lnTo>
                  <a:lnTo>
                    <a:pt x="0" y="213995"/>
                  </a:lnTo>
                  <a:lnTo>
                    <a:pt x="0" y="42799"/>
                  </a:lnTo>
                  <a:close/>
                </a:path>
              </a:pathLst>
            </a:custGeom>
            <a:ln w="16002">
              <a:solidFill>
                <a:srgbClr val="6C252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739645" y="4874514"/>
              <a:ext cx="1776730" cy="1121410"/>
            </a:xfrm>
            <a:custGeom>
              <a:avLst/>
              <a:gdLst/>
              <a:ahLst/>
              <a:cxnLst/>
              <a:rect l="l" t="t" r="r" b="b"/>
              <a:pathLst>
                <a:path w="1776729" h="1121410">
                  <a:moveTo>
                    <a:pt x="873760" y="1092276"/>
                  </a:moveTo>
                  <a:lnTo>
                    <a:pt x="0" y="1092276"/>
                  </a:lnTo>
                  <a:lnTo>
                    <a:pt x="0" y="1121232"/>
                  </a:lnTo>
                  <a:lnTo>
                    <a:pt x="896238" y="1121232"/>
                  </a:lnTo>
                  <a:lnTo>
                    <a:pt x="902716" y="1114755"/>
                  </a:lnTo>
                  <a:lnTo>
                    <a:pt x="902716" y="1106754"/>
                  </a:lnTo>
                  <a:lnTo>
                    <a:pt x="873760" y="1106754"/>
                  </a:lnTo>
                  <a:lnTo>
                    <a:pt x="873760" y="1092276"/>
                  </a:lnTo>
                  <a:close/>
                </a:path>
                <a:path w="1776729" h="1121410">
                  <a:moveTo>
                    <a:pt x="1689735" y="28956"/>
                  </a:moveTo>
                  <a:lnTo>
                    <a:pt x="880363" y="28956"/>
                  </a:lnTo>
                  <a:lnTo>
                    <a:pt x="873760" y="35433"/>
                  </a:lnTo>
                  <a:lnTo>
                    <a:pt x="873760" y="1106754"/>
                  </a:lnTo>
                  <a:lnTo>
                    <a:pt x="888238" y="1092276"/>
                  </a:lnTo>
                  <a:lnTo>
                    <a:pt x="902716" y="1092276"/>
                  </a:lnTo>
                  <a:lnTo>
                    <a:pt x="902716" y="57912"/>
                  </a:lnTo>
                  <a:lnTo>
                    <a:pt x="888238" y="57912"/>
                  </a:lnTo>
                  <a:lnTo>
                    <a:pt x="902716" y="43434"/>
                  </a:lnTo>
                  <a:lnTo>
                    <a:pt x="1689735" y="43434"/>
                  </a:lnTo>
                  <a:lnTo>
                    <a:pt x="1689735" y="28956"/>
                  </a:lnTo>
                  <a:close/>
                </a:path>
                <a:path w="1776729" h="1121410">
                  <a:moveTo>
                    <a:pt x="902716" y="1092276"/>
                  </a:moveTo>
                  <a:lnTo>
                    <a:pt x="888238" y="1092276"/>
                  </a:lnTo>
                  <a:lnTo>
                    <a:pt x="873760" y="1106754"/>
                  </a:lnTo>
                  <a:lnTo>
                    <a:pt x="902716" y="1106754"/>
                  </a:lnTo>
                  <a:lnTo>
                    <a:pt x="902716" y="1092276"/>
                  </a:lnTo>
                  <a:close/>
                </a:path>
                <a:path w="1776729" h="1121410">
                  <a:moveTo>
                    <a:pt x="1689735" y="0"/>
                  </a:moveTo>
                  <a:lnTo>
                    <a:pt x="1689735" y="86868"/>
                  </a:lnTo>
                  <a:lnTo>
                    <a:pt x="1747646" y="57912"/>
                  </a:lnTo>
                  <a:lnTo>
                    <a:pt x="1704213" y="57912"/>
                  </a:lnTo>
                  <a:lnTo>
                    <a:pt x="1704213" y="28956"/>
                  </a:lnTo>
                  <a:lnTo>
                    <a:pt x="1747646" y="28956"/>
                  </a:lnTo>
                  <a:lnTo>
                    <a:pt x="1689735" y="0"/>
                  </a:lnTo>
                  <a:close/>
                </a:path>
                <a:path w="1776729" h="1121410">
                  <a:moveTo>
                    <a:pt x="902716" y="43434"/>
                  </a:moveTo>
                  <a:lnTo>
                    <a:pt x="888238" y="57912"/>
                  </a:lnTo>
                  <a:lnTo>
                    <a:pt x="902716" y="57912"/>
                  </a:lnTo>
                  <a:lnTo>
                    <a:pt x="902716" y="43434"/>
                  </a:lnTo>
                  <a:close/>
                </a:path>
                <a:path w="1776729" h="1121410">
                  <a:moveTo>
                    <a:pt x="1689735" y="43434"/>
                  </a:moveTo>
                  <a:lnTo>
                    <a:pt x="902716" y="43434"/>
                  </a:lnTo>
                  <a:lnTo>
                    <a:pt x="902716" y="57912"/>
                  </a:lnTo>
                  <a:lnTo>
                    <a:pt x="1689735" y="57912"/>
                  </a:lnTo>
                  <a:lnTo>
                    <a:pt x="1689735" y="43434"/>
                  </a:lnTo>
                  <a:close/>
                </a:path>
                <a:path w="1776729" h="1121410">
                  <a:moveTo>
                    <a:pt x="1747646" y="28956"/>
                  </a:moveTo>
                  <a:lnTo>
                    <a:pt x="1704213" y="28956"/>
                  </a:lnTo>
                  <a:lnTo>
                    <a:pt x="1704213" y="57912"/>
                  </a:lnTo>
                  <a:lnTo>
                    <a:pt x="1747646" y="57912"/>
                  </a:lnTo>
                  <a:lnTo>
                    <a:pt x="1776602" y="43434"/>
                  </a:lnTo>
                  <a:lnTo>
                    <a:pt x="1747646" y="289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552825" y="5398389"/>
              <a:ext cx="1108075" cy="257175"/>
            </a:xfrm>
            <a:custGeom>
              <a:avLst/>
              <a:gdLst/>
              <a:ahLst/>
              <a:cxnLst/>
              <a:rect l="l" t="t" r="r" b="b"/>
              <a:pathLst>
                <a:path w="1108075" h="257175">
                  <a:moveTo>
                    <a:pt x="1065149" y="0"/>
                  </a:moveTo>
                  <a:lnTo>
                    <a:pt x="42799" y="0"/>
                  </a:lnTo>
                  <a:lnTo>
                    <a:pt x="26146" y="3365"/>
                  </a:lnTo>
                  <a:lnTo>
                    <a:pt x="12541" y="12541"/>
                  </a:lnTo>
                  <a:lnTo>
                    <a:pt x="3365" y="26146"/>
                  </a:lnTo>
                  <a:lnTo>
                    <a:pt x="0" y="42798"/>
                  </a:lnTo>
                  <a:lnTo>
                    <a:pt x="0" y="213994"/>
                  </a:lnTo>
                  <a:lnTo>
                    <a:pt x="3365" y="230653"/>
                  </a:lnTo>
                  <a:lnTo>
                    <a:pt x="12541" y="244257"/>
                  </a:lnTo>
                  <a:lnTo>
                    <a:pt x="26146" y="253430"/>
                  </a:lnTo>
                  <a:lnTo>
                    <a:pt x="42799" y="256793"/>
                  </a:lnTo>
                  <a:lnTo>
                    <a:pt x="1065149" y="256793"/>
                  </a:lnTo>
                  <a:lnTo>
                    <a:pt x="1081801" y="253430"/>
                  </a:lnTo>
                  <a:lnTo>
                    <a:pt x="1095406" y="244257"/>
                  </a:lnTo>
                  <a:lnTo>
                    <a:pt x="1104582" y="230653"/>
                  </a:lnTo>
                  <a:lnTo>
                    <a:pt x="1107948" y="213994"/>
                  </a:lnTo>
                  <a:lnTo>
                    <a:pt x="1107948" y="42798"/>
                  </a:lnTo>
                  <a:lnTo>
                    <a:pt x="1104582" y="26146"/>
                  </a:lnTo>
                  <a:lnTo>
                    <a:pt x="1095406" y="12541"/>
                  </a:lnTo>
                  <a:lnTo>
                    <a:pt x="1081801" y="3365"/>
                  </a:lnTo>
                  <a:lnTo>
                    <a:pt x="1065149" y="0"/>
                  </a:lnTo>
                  <a:close/>
                </a:path>
              </a:pathLst>
            </a:custGeom>
            <a:solidFill>
              <a:srgbClr val="9437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552825" y="5398389"/>
              <a:ext cx="1108075" cy="257175"/>
            </a:xfrm>
            <a:custGeom>
              <a:avLst/>
              <a:gdLst/>
              <a:ahLst/>
              <a:cxnLst/>
              <a:rect l="l" t="t" r="r" b="b"/>
              <a:pathLst>
                <a:path w="1108075" h="257175">
                  <a:moveTo>
                    <a:pt x="0" y="42798"/>
                  </a:moveTo>
                  <a:lnTo>
                    <a:pt x="3365" y="26146"/>
                  </a:lnTo>
                  <a:lnTo>
                    <a:pt x="12541" y="12541"/>
                  </a:lnTo>
                  <a:lnTo>
                    <a:pt x="26146" y="3365"/>
                  </a:lnTo>
                  <a:lnTo>
                    <a:pt x="42799" y="0"/>
                  </a:lnTo>
                  <a:lnTo>
                    <a:pt x="1065149" y="0"/>
                  </a:lnTo>
                  <a:lnTo>
                    <a:pt x="1081801" y="3365"/>
                  </a:lnTo>
                  <a:lnTo>
                    <a:pt x="1095406" y="12541"/>
                  </a:lnTo>
                  <a:lnTo>
                    <a:pt x="1104582" y="26146"/>
                  </a:lnTo>
                  <a:lnTo>
                    <a:pt x="1107948" y="42798"/>
                  </a:lnTo>
                  <a:lnTo>
                    <a:pt x="1107948" y="213994"/>
                  </a:lnTo>
                  <a:lnTo>
                    <a:pt x="1104582" y="230653"/>
                  </a:lnTo>
                  <a:lnTo>
                    <a:pt x="1095406" y="244257"/>
                  </a:lnTo>
                  <a:lnTo>
                    <a:pt x="1081801" y="253430"/>
                  </a:lnTo>
                  <a:lnTo>
                    <a:pt x="1065149" y="256793"/>
                  </a:lnTo>
                  <a:lnTo>
                    <a:pt x="42799" y="256793"/>
                  </a:lnTo>
                  <a:lnTo>
                    <a:pt x="26146" y="253430"/>
                  </a:lnTo>
                  <a:lnTo>
                    <a:pt x="12541" y="244257"/>
                  </a:lnTo>
                  <a:lnTo>
                    <a:pt x="3365" y="230653"/>
                  </a:lnTo>
                  <a:lnTo>
                    <a:pt x="0" y="213994"/>
                  </a:lnTo>
                  <a:lnTo>
                    <a:pt x="0" y="42798"/>
                  </a:lnTo>
                  <a:close/>
                </a:path>
              </a:pathLst>
            </a:custGeom>
            <a:ln w="16002">
              <a:solidFill>
                <a:srgbClr val="6C252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685285" y="4778247"/>
            <a:ext cx="807085" cy="847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solidFill>
                  <a:srgbClr val="FFFFFF"/>
                </a:solidFill>
                <a:latin typeface="Courier New"/>
                <a:cs typeface="Courier New"/>
              </a:rPr>
              <a:t>"hello"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530"/>
              </a:spcBef>
            </a:pPr>
            <a:endParaRPr sz="1400">
              <a:latin typeface="Courier New"/>
              <a:cs typeface="Courier New"/>
            </a:endParaRPr>
          </a:p>
          <a:p>
            <a:pPr marL="48895">
              <a:lnSpc>
                <a:spcPct val="100000"/>
              </a:lnSpc>
            </a:pPr>
            <a:r>
              <a:rPr sz="1400" spc="-10" dirty="0">
                <a:solidFill>
                  <a:srgbClr val="FFFFFF"/>
                </a:solidFill>
                <a:latin typeface="Courier New"/>
                <a:cs typeface="Courier New"/>
              </a:rPr>
              <a:t>"yello"</a:t>
            </a:r>
            <a:endParaRPr sz="1400">
              <a:latin typeface="Courier New"/>
              <a:cs typeface="Courier New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739645" y="4755959"/>
            <a:ext cx="1813560" cy="1240155"/>
            <a:chOff x="1739645" y="4755959"/>
            <a:chExt cx="1813560" cy="1240155"/>
          </a:xfrm>
        </p:grpSpPr>
        <p:sp>
          <p:nvSpPr>
            <p:cNvPr id="19" name="object 19"/>
            <p:cNvSpPr/>
            <p:nvPr/>
          </p:nvSpPr>
          <p:spPr>
            <a:xfrm>
              <a:off x="1739645" y="5483351"/>
              <a:ext cx="1813560" cy="512445"/>
            </a:xfrm>
            <a:custGeom>
              <a:avLst/>
              <a:gdLst/>
              <a:ahLst/>
              <a:cxnLst/>
              <a:rect l="l" t="t" r="r" b="b"/>
              <a:pathLst>
                <a:path w="1813560" h="512445">
                  <a:moveTo>
                    <a:pt x="878459" y="483349"/>
                  </a:moveTo>
                  <a:lnTo>
                    <a:pt x="0" y="483349"/>
                  </a:lnTo>
                  <a:lnTo>
                    <a:pt x="0" y="512305"/>
                  </a:lnTo>
                  <a:lnTo>
                    <a:pt x="900938" y="512305"/>
                  </a:lnTo>
                  <a:lnTo>
                    <a:pt x="907415" y="505828"/>
                  </a:lnTo>
                  <a:lnTo>
                    <a:pt x="907415" y="497827"/>
                  </a:lnTo>
                  <a:lnTo>
                    <a:pt x="878459" y="497827"/>
                  </a:lnTo>
                  <a:lnTo>
                    <a:pt x="878459" y="483349"/>
                  </a:lnTo>
                  <a:close/>
                </a:path>
                <a:path w="1813560" h="512445">
                  <a:moveTo>
                    <a:pt x="1726311" y="28956"/>
                  </a:moveTo>
                  <a:lnTo>
                    <a:pt x="884936" y="28956"/>
                  </a:lnTo>
                  <a:lnTo>
                    <a:pt x="878459" y="35433"/>
                  </a:lnTo>
                  <a:lnTo>
                    <a:pt x="878459" y="497827"/>
                  </a:lnTo>
                  <a:lnTo>
                    <a:pt x="892937" y="483349"/>
                  </a:lnTo>
                  <a:lnTo>
                    <a:pt x="907415" y="483349"/>
                  </a:lnTo>
                  <a:lnTo>
                    <a:pt x="907415" y="57912"/>
                  </a:lnTo>
                  <a:lnTo>
                    <a:pt x="892937" y="57912"/>
                  </a:lnTo>
                  <a:lnTo>
                    <a:pt x="907415" y="43434"/>
                  </a:lnTo>
                  <a:lnTo>
                    <a:pt x="1726311" y="43434"/>
                  </a:lnTo>
                  <a:lnTo>
                    <a:pt x="1726311" y="28956"/>
                  </a:lnTo>
                  <a:close/>
                </a:path>
                <a:path w="1813560" h="512445">
                  <a:moveTo>
                    <a:pt x="907415" y="483349"/>
                  </a:moveTo>
                  <a:lnTo>
                    <a:pt x="892937" y="483349"/>
                  </a:lnTo>
                  <a:lnTo>
                    <a:pt x="878459" y="497827"/>
                  </a:lnTo>
                  <a:lnTo>
                    <a:pt x="907415" y="497827"/>
                  </a:lnTo>
                  <a:lnTo>
                    <a:pt x="907415" y="483349"/>
                  </a:lnTo>
                  <a:close/>
                </a:path>
                <a:path w="1813560" h="512445">
                  <a:moveTo>
                    <a:pt x="1726311" y="0"/>
                  </a:moveTo>
                  <a:lnTo>
                    <a:pt x="1726311" y="86868"/>
                  </a:lnTo>
                  <a:lnTo>
                    <a:pt x="1784223" y="57912"/>
                  </a:lnTo>
                  <a:lnTo>
                    <a:pt x="1740789" y="57912"/>
                  </a:lnTo>
                  <a:lnTo>
                    <a:pt x="1740789" y="28956"/>
                  </a:lnTo>
                  <a:lnTo>
                    <a:pt x="1784223" y="28956"/>
                  </a:lnTo>
                  <a:lnTo>
                    <a:pt x="1726311" y="0"/>
                  </a:lnTo>
                  <a:close/>
                </a:path>
                <a:path w="1813560" h="512445">
                  <a:moveTo>
                    <a:pt x="907415" y="43434"/>
                  </a:moveTo>
                  <a:lnTo>
                    <a:pt x="892937" y="57912"/>
                  </a:lnTo>
                  <a:lnTo>
                    <a:pt x="907415" y="57912"/>
                  </a:lnTo>
                  <a:lnTo>
                    <a:pt x="907415" y="43434"/>
                  </a:lnTo>
                  <a:close/>
                </a:path>
                <a:path w="1813560" h="512445">
                  <a:moveTo>
                    <a:pt x="1726311" y="43434"/>
                  </a:moveTo>
                  <a:lnTo>
                    <a:pt x="907415" y="43434"/>
                  </a:lnTo>
                  <a:lnTo>
                    <a:pt x="907415" y="57912"/>
                  </a:lnTo>
                  <a:lnTo>
                    <a:pt x="1726311" y="57912"/>
                  </a:lnTo>
                  <a:lnTo>
                    <a:pt x="1726311" y="43434"/>
                  </a:lnTo>
                  <a:close/>
                </a:path>
                <a:path w="1813560" h="512445">
                  <a:moveTo>
                    <a:pt x="1784223" y="28956"/>
                  </a:moveTo>
                  <a:lnTo>
                    <a:pt x="1740789" y="28956"/>
                  </a:lnTo>
                  <a:lnTo>
                    <a:pt x="1740789" y="57912"/>
                  </a:lnTo>
                  <a:lnTo>
                    <a:pt x="1784223" y="57912"/>
                  </a:lnTo>
                  <a:lnTo>
                    <a:pt x="1813179" y="43434"/>
                  </a:lnTo>
                  <a:lnTo>
                    <a:pt x="1784223" y="289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790951" y="4763896"/>
              <a:ext cx="307340" cy="307975"/>
            </a:xfrm>
            <a:custGeom>
              <a:avLst/>
              <a:gdLst/>
              <a:ahLst/>
              <a:cxnLst/>
              <a:rect l="l" t="t" r="r" b="b"/>
              <a:pathLst>
                <a:path w="307339" h="307975">
                  <a:moveTo>
                    <a:pt x="284226" y="0"/>
                  </a:moveTo>
                  <a:lnTo>
                    <a:pt x="154305" y="138430"/>
                  </a:lnTo>
                  <a:lnTo>
                    <a:pt x="15875" y="8509"/>
                  </a:lnTo>
                  <a:lnTo>
                    <a:pt x="0" y="25400"/>
                  </a:lnTo>
                  <a:lnTo>
                    <a:pt x="138430" y="155321"/>
                  </a:lnTo>
                  <a:lnTo>
                    <a:pt x="8509" y="293878"/>
                  </a:lnTo>
                  <a:lnTo>
                    <a:pt x="23113" y="307467"/>
                  </a:lnTo>
                  <a:lnTo>
                    <a:pt x="153035" y="169037"/>
                  </a:lnTo>
                  <a:lnTo>
                    <a:pt x="291592" y="298958"/>
                  </a:lnTo>
                  <a:lnTo>
                    <a:pt x="307340" y="282067"/>
                  </a:lnTo>
                  <a:lnTo>
                    <a:pt x="168910" y="152146"/>
                  </a:lnTo>
                  <a:lnTo>
                    <a:pt x="298831" y="13589"/>
                  </a:lnTo>
                  <a:lnTo>
                    <a:pt x="284226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790951" y="4763896"/>
              <a:ext cx="307340" cy="307975"/>
            </a:xfrm>
            <a:custGeom>
              <a:avLst/>
              <a:gdLst/>
              <a:ahLst/>
              <a:cxnLst/>
              <a:rect l="l" t="t" r="r" b="b"/>
              <a:pathLst>
                <a:path w="307339" h="307975">
                  <a:moveTo>
                    <a:pt x="15875" y="8509"/>
                  </a:moveTo>
                  <a:lnTo>
                    <a:pt x="154305" y="138430"/>
                  </a:lnTo>
                  <a:lnTo>
                    <a:pt x="284226" y="0"/>
                  </a:lnTo>
                  <a:lnTo>
                    <a:pt x="298831" y="13589"/>
                  </a:lnTo>
                  <a:lnTo>
                    <a:pt x="168910" y="152146"/>
                  </a:lnTo>
                  <a:lnTo>
                    <a:pt x="307340" y="282067"/>
                  </a:lnTo>
                  <a:lnTo>
                    <a:pt x="291592" y="298958"/>
                  </a:lnTo>
                  <a:lnTo>
                    <a:pt x="153035" y="169037"/>
                  </a:lnTo>
                  <a:lnTo>
                    <a:pt x="23113" y="307467"/>
                  </a:lnTo>
                  <a:lnTo>
                    <a:pt x="8509" y="293878"/>
                  </a:lnTo>
                  <a:lnTo>
                    <a:pt x="138430" y="155321"/>
                  </a:lnTo>
                  <a:lnTo>
                    <a:pt x="0" y="25400"/>
                  </a:lnTo>
                  <a:lnTo>
                    <a:pt x="15875" y="8509"/>
                  </a:lnTo>
                  <a:close/>
                </a:path>
              </a:pathLst>
            </a:custGeom>
            <a:ln w="158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914146"/>
            <a:ext cx="412813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for</a:t>
            </a:r>
            <a:r>
              <a:rPr spc="-204" dirty="0"/>
              <a:t> </a:t>
            </a:r>
            <a:r>
              <a:rPr spc="-55" dirty="0"/>
              <a:t>LOOPS</a:t>
            </a:r>
            <a:r>
              <a:rPr spc="-210" dirty="0"/>
              <a:t> </a:t>
            </a:r>
            <a:r>
              <a:rPr spc="-30" dirty="0"/>
              <a:t>RECAP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810259" y="1814576"/>
            <a:ext cx="7899400" cy="78232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04139" marR="5080" indent="-91440">
              <a:lnSpc>
                <a:spcPts val="2840"/>
              </a:lnSpc>
              <a:spcBef>
                <a:spcPts val="425"/>
              </a:spcBef>
              <a:buClr>
                <a:srgbClr val="585858"/>
              </a:buClr>
              <a:buFont typeface="Wingdings"/>
              <a:buChar char=""/>
              <a:tabLst>
                <a:tab pos="104139" algn="l"/>
                <a:tab pos="237490" algn="l"/>
              </a:tabLst>
            </a:pPr>
            <a:r>
              <a:rPr sz="2600" spc="-25" dirty="0">
                <a:latin typeface="Courier New"/>
                <a:cs typeface="Courier New"/>
              </a:rPr>
              <a:t>	for</a:t>
            </a:r>
            <a:r>
              <a:rPr sz="2600" spc="-969" dirty="0">
                <a:latin typeface="Courier New"/>
                <a:cs typeface="Courier New"/>
              </a:rPr>
              <a:t> </a:t>
            </a:r>
            <a:r>
              <a:rPr sz="2600" dirty="0">
                <a:latin typeface="Calibri"/>
                <a:cs typeface="Calibri"/>
              </a:rPr>
              <a:t>loops</a:t>
            </a:r>
            <a:r>
              <a:rPr sz="2600" spc="-114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have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loop</a:t>
            </a:r>
            <a:r>
              <a:rPr sz="2600" b="1" spc="-6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variable</a:t>
            </a:r>
            <a:r>
              <a:rPr sz="2600" b="1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that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iterates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over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set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of </a:t>
            </a:r>
            <a:r>
              <a:rPr sz="2600" spc="-10" dirty="0">
                <a:latin typeface="Calibri"/>
                <a:cs typeface="Calibri"/>
              </a:rPr>
              <a:t>values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0259" y="2707385"/>
            <a:ext cx="3679825" cy="745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35"/>
              </a:lnSpc>
              <a:spcBef>
                <a:spcPts val="100"/>
              </a:spcBef>
            </a:pPr>
            <a:r>
              <a:rPr sz="2400" dirty="0">
                <a:latin typeface="Courier New"/>
                <a:cs typeface="Courier New"/>
              </a:rPr>
              <a:t>for</a:t>
            </a:r>
            <a:r>
              <a:rPr sz="2400" spc="-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var</a:t>
            </a:r>
            <a:r>
              <a:rPr sz="2400" spc="-1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in</a:t>
            </a:r>
            <a:r>
              <a:rPr sz="2400" spc="-2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range(4):</a:t>
            </a:r>
            <a:endParaRPr sz="2400">
              <a:latin typeface="Courier New"/>
              <a:cs typeface="Courier New"/>
            </a:endParaRPr>
          </a:p>
          <a:p>
            <a:pPr marL="742315">
              <a:lnSpc>
                <a:spcPts val="2835"/>
              </a:lnSpc>
            </a:pPr>
            <a:r>
              <a:rPr sz="2400" spc="-10" dirty="0">
                <a:latin typeface="Courier New"/>
                <a:cs typeface="Courier New"/>
              </a:rPr>
              <a:t>&lt;expressions&gt;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90084" y="2713786"/>
            <a:ext cx="4096385" cy="1049020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31750">
              <a:lnSpc>
                <a:spcPct val="100000"/>
              </a:lnSpc>
              <a:spcBef>
                <a:spcPts val="250"/>
              </a:spcBef>
              <a:tabLst>
                <a:tab pos="473709" algn="l"/>
              </a:tabLst>
            </a:pPr>
            <a:r>
              <a:rPr sz="2200" spc="-50" dirty="0">
                <a:latin typeface="Wingdings"/>
                <a:cs typeface="Wingdings"/>
              </a:rPr>
              <a:t>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Courier New"/>
                <a:cs typeface="Courier New"/>
              </a:rPr>
              <a:t>var</a:t>
            </a:r>
            <a:r>
              <a:rPr sz="2200" spc="-81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alibri"/>
                <a:cs typeface="Calibri"/>
              </a:rPr>
              <a:t>iterates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over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values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0,1,2,3</a:t>
            </a:r>
            <a:endParaRPr sz="2200">
              <a:latin typeface="Calibri"/>
              <a:cs typeface="Calibri"/>
            </a:endParaRPr>
          </a:p>
          <a:p>
            <a:pPr marL="405130" marR="24765" indent="-393065">
              <a:lnSpc>
                <a:spcPts val="2480"/>
              </a:lnSpc>
              <a:spcBef>
                <a:spcPts val="365"/>
              </a:spcBef>
            </a:pPr>
            <a:r>
              <a:rPr sz="2200" dirty="0">
                <a:latin typeface="Wingdings"/>
                <a:cs typeface="Wingdings"/>
              </a:rPr>
              <a:t>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Calibri"/>
                <a:cs typeface="Calibri"/>
              </a:rPr>
              <a:t>expressions </a:t>
            </a:r>
            <a:r>
              <a:rPr sz="2200" dirty="0">
                <a:latin typeface="Calibri"/>
                <a:cs typeface="Calibri"/>
              </a:rPr>
              <a:t>inside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loop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executed </a:t>
            </a:r>
            <a:r>
              <a:rPr sz="2200" dirty="0">
                <a:latin typeface="Calibri"/>
                <a:cs typeface="Calibri"/>
              </a:rPr>
              <a:t>with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each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value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25" dirty="0">
                <a:latin typeface="Courier New"/>
                <a:cs typeface="Courier New"/>
              </a:rPr>
              <a:t>var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10259" y="3996690"/>
            <a:ext cx="8300084" cy="1970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750"/>
              </a:lnSpc>
              <a:spcBef>
                <a:spcPts val="100"/>
              </a:spcBef>
              <a:tabLst>
                <a:tab pos="4653280" algn="l"/>
              </a:tabLst>
            </a:pPr>
            <a:r>
              <a:rPr sz="2400" dirty="0">
                <a:latin typeface="Courier New"/>
                <a:cs typeface="Courier New"/>
              </a:rPr>
              <a:t>for</a:t>
            </a:r>
            <a:r>
              <a:rPr sz="2400" spc="-4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var</a:t>
            </a:r>
            <a:r>
              <a:rPr sz="2400" spc="-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in</a:t>
            </a:r>
            <a:r>
              <a:rPr sz="2400" spc="-3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range(4,6):</a:t>
            </a:r>
            <a:r>
              <a:rPr sz="2400" spc="-50" dirty="0">
                <a:latin typeface="Courier New"/>
                <a:cs typeface="Courier New"/>
              </a:rPr>
              <a:t> </a:t>
            </a:r>
            <a:r>
              <a:rPr sz="2200" spc="-50" dirty="0">
                <a:latin typeface="Wingdings"/>
                <a:cs typeface="Wingdings"/>
              </a:rPr>
              <a:t>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Courier New"/>
                <a:cs typeface="Courier New"/>
              </a:rPr>
              <a:t>var</a:t>
            </a:r>
            <a:r>
              <a:rPr sz="2200" spc="-81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alibri"/>
                <a:cs typeface="Calibri"/>
              </a:rPr>
              <a:t>iterates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over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values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4,5</a:t>
            </a:r>
            <a:endParaRPr sz="2200">
              <a:latin typeface="Calibri"/>
              <a:cs typeface="Calibri"/>
            </a:endParaRPr>
          </a:p>
          <a:p>
            <a:pPr marL="742315">
              <a:lnSpc>
                <a:spcPts val="2750"/>
              </a:lnSpc>
            </a:pPr>
            <a:r>
              <a:rPr sz="2400" spc="-10" dirty="0">
                <a:latin typeface="Courier New"/>
                <a:cs typeface="Courier New"/>
              </a:rPr>
              <a:t>&lt;expressions&gt;</a:t>
            </a:r>
            <a:endParaRPr sz="2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515"/>
              </a:spcBef>
            </a:pPr>
            <a:endParaRPr sz="2400">
              <a:latin typeface="Courier New"/>
              <a:cs typeface="Courier New"/>
            </a:endParaRPr>
          </a:p>
          <a:p>
            <a:pPr marL="104139" marR="5080" indent="-91440">
              <a:lnSpc>
                <a:spcPts val="2810"/>
              </a:lnSpc>
              <a:buClr>
                <a:srgbClr val="585858"/>
              </a:buClr>
              <a:buFont typeface="Wingdings"/>
              <a:buChar char=""/>
              <a:tabLst>
                <a:tab pos="104139" algn="l"/>
                <a:tab pos="237490" algn="l"/>
              </a:tabLst>
            </a:pPr>
            <a:r>
              <a:rPr sz="2600" spc="-25" dirty="0">
                <a:latin typeface="Courier New"/>
                <a:cs typeface="Courier New"/>
              </a:rPr>
              <a:t>	range</a:t>
            </a:r>
            <a:r>
              <a:rPr sz="2600" spc="-960" dirty="0">
                <a:latin typeface="Courier New"/>
                <a:cs typeface="Courier New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10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way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iterate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over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numbers,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but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loop </a:t>
            </a:r>
            <a:r>
              <a:rPr sz="2600" dirty="0">
                <a:latin typeface="Calibri"/>
                <a:cs typeface="Calibri"/>
              </a:rPr>
              <a:t>variable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can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iterate</a:t>
            </a:r>
            <a:r>
              <a:rPr sz="2600" b="1" spc="-6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over</a:t>
            </a:r>
            <a:r>
              <a:rPr sz="2600" b="1" spc="-7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any</a:t>
            </a:r>
            <a:r>
              <a:rPr sz="2600" b="1" spc="-5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set</a:t>
            </a:r>
            <a:r>
              <a:rPr sz="2600" b="1" spc="-7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of</a:t>
            </a:r>
            <a:r>
              <a:rPr sz="2600" b="1" spc="-7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values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not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just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numbers!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914146"/>
            <a:ext cx="501523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STRINGS</a:t>
            </a:r>
            <a:r>
              <a:rPr spc="-215" dirty="0"/>
              <a:t> </a:t>
            </a:r>
            <a:r>
              <a:rPr dirty="0"/>
              <a:t>AND</a:t>
            </a:r>
            <a:r>
              <a:rPr spc="-225" dirty="0"/>
              <a:t> </a:t>
            </a:r>
            <a:r>
              <a:rPr spc="-35" dirty="0"/>
              <a:t>LOOPS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810259" y="1689025"/>
            <a:ext cx="6426835" cy="438975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237490" indent="-224790">
              <a:lnSpc>
                <a:spcPct val="100000"/>
              </a:lnSpc>
              <a:spcBef>
                <a:spcPts val="865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sz="2600" dirty="0">
                <a:latin typeface="Calibri"/>
                <a:cs typeface="Calibri"/>
              </a:rPr>
              <a:t>these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two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code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snippets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same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thing</a:t>
            </a:r>
            <a:endParaRPr sz="2600">
              <a:latin typeface="Calibri"/>
              <a:cs typeface="Calibri"/>
            </a:endParaRPr>
          </a:p>
          <a:p>
            <a:pPr marL="237490" indent="-224790">
              <a:lnSpc>
                <a:spcPct val="100000"/>
              </a:lnSpc>
              <a:spcBef>
                <a:spcPts val="765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sz="2600" dirty="0">
                <a:latin typeface="Calibri"/>
                <a:cs typeface="Calibri"/>
              </a:rPr>
              <a:t>bottom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one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more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“pythonic”</a:t>
            </a:r>
            <a:endParaRPr sz="2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sz="2000" dirty="0">
                <a:latin typeface="Courier New"/>
                <a:cs typeface="Courier New"/>
              </a:rPr>
              <a:t>s</a:t>
            </a:r>
            <a:r>
              <a:rPr sz="2000" spc="-1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=</a:t>
            </a:r>
            <a:r>
              <a:rPr sz="2000" spc="-10" dirty="0">
                <a:latin typeface="Courier New"/>
                <a:cs typeface="Courier New"/>
              </a:rPr>
              <a:t> "abcdefgh"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sz="2000" dirty="0">
                <a:latin typeface="Courier New"/>
                <a:cs typeface="Courier New"/>
              </a:rPr>
              <a:t>for</a:t>
            </a:r>
            <a:r>
              <a:rPr sz="2000" spc="-4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index</a:t>
            </a:r>
            <a:r>
              <a:rPr sz="2000" spc="-4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in</a:t>
            </a:r>
            <a:r>
              <a:rPr sz="2000" spc="-4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range(len(s)):</a:t>
            </a:r>
            <a:endParaRPr sz="2000">
              <a:latin typeface="Courier New"/>
              <a:cs typeface="Courier New"/>
            </a:endParaRPr>
          </a:p>
          <a:p>
            <a:pPr marL="1231900" marR="5080" indent="-610235">
              <a:lnSpc>
                <a:spcPts val="3350"/>
              </a:lnSpc>
              <a:spcBef>
                <a:spcPts val="240"/>
              </a:spcBef>
            </a:pPr>
            <a:r>
              <a:rPr sz="2000" dirty="0">
                <a:latin typeface="Courier New"/>
                <a:cs typeface="Courier New"/>
              </a:rPr>
              <a:t>if</a:t>
            </a:r>
            <a:r>
              <a:rPr sz="2000" spc="-5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s[index]</a:t>
            </a:r>
            <a:r>
              <a:rPr sz="2000" spc="-4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==</a:t>
            </a:r>
            <a:r>
              <a:rPr sz="2000" spc="-4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'i'</a:t>
            </a:r>
            <a:r>
              <a:rPr sz="2000" spc="-5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or</a:t>
            </a:r>
            <a:r>
              <a:rPr sz="2000" spc="-4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s[index]</a:t>
            </a:r>
            <a:r>
              <a:rPr sz="2000" spc="-4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==</a:t>
            </a:r>
            <a:r>
              <a:rPr sz="2000" spc="-4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'u': </a:t>
            </a:r>
            <a:r>
              <a:rPr sz="2000" dirty="0">
                <a:latin typeface="Courier New"/>
                <a:cs typeface="Courier New"/>
              </a:rPr>
              <a:t>print("There</a:t>
            </a:r>
            <a:r>
              <a:rPr sz="2000" spc="-5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is</a:t>
            </a:r>
            <a:r>
              <a:rPr sz="2000" spc="-4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an</a:t>
            </a:r>
            <a:r>
              <a:rPr sz="2000" spc="-4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i</a:t>
            </a:r>
            <a:r>
              <a:rPr sz="2000" spc="-4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or</a:t>
            </a:r>
            <a:r>
              <a:rPr sz="2000" spc="-45" dirty="0">
                <a:latin typeface="Courier New"/>
                <a:cs typeface="Courier New"/>
              </a:rPr>
              <a:t> </a:t>
            </a:r>
            <a:r>
              <a:rPr sz="2000" spc="-25" dirty="0">
                <a:latin typeface="Courier New"/>
                <a:cs typeface="Courier New"/>
              </a:rPr>
              <a:t>u")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675"/>
              </a:spcBef>
            </a:pP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for</a:t>
            </a:r>
            <a:r>
              <a:rPr sz="2000" spc="-4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char</a:t>
            </a:r>
            <a:r>
              <a:rPr sz="2000" spc="-3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in</a:t>
            </a:r>
            <a:r>
              <a:rPr sz="2000" spc="-35" dirty="0">
                <a:latin typeface="Courier New"/>
                <a:cs typeface="Courier New"/>
              </a:rPr>
              <a:t> </a:t>
            </a:r>
            <a:r>
              <a:rPr sz="2000" spc="-25" dirty="0">
                <a:latin typeface="Courier New"/>
                <a:cs typeface="Courier New"/>
              </a:rPr>
              <a:t>s:</a:t>
            </a:r>
            <a:endParaRPr sz="2000">
              <a:latin typeface="Courier New"/>
              <a:cs typeface="Courier New"/>
            </a:endParaRPr>
          </a:p>
          <a:p>
            <a:pPr marL="1231900" marR="1071880" indent="-610235">
              <a:lnSpc>
                <a:spcPts val="3350"/>
              </a:lnSpc>
              <a:spcBef>
                <a:spcPts val="70"/>
              </a:spcBef>
            </a:pPr>
            <a:r>
              <a:rPr sz="2000" dirty="0">
                <a:latin typeface="Courier New"/>
                <a:cs typeface="Courier New"/>
              </a:rPr>
              <a:t>if</a:t>
            </a:r>
            <a:r>
              <a:rPr sz="2000" spc="-3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char</a:t>
            </a:r>
            <a:r>
              <a:rPr sz="2000" spc="-3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==</a:t>
            </a:r>
            <a:r>
              <a:rPr sz="2000" spc="-3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'i'</a:t>
            </a:r>
            <a:r>
              <a:rPr sz="2000" spc="-3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or</a:t>
            </a:r>
            <a:r>
              <a:rPr sz="2000" spc="-3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char</a:t>
            </a:r>
            <a:r>
              <a:rPr sz="2000" spc="-3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==</a:t>
            </a:r>
            <a:r>
              <a:rPr sz="2000" spc="-3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'u': </a:t>
            </a:r>
            <a:r>
              <a:rPr sz="2000" dirty="0">
                <a:latin typeface="Courier New"/>
                <a:cs typeface="Courier New"/>
              </a:rPr>
              <a:t>print("There</a:t>
            </a:r>
            <a:r>
              <a:rPr sz="2000" spc="-5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is</a:t>
            </a:r>
            <a:r>
              <a:rPr sz="2000" spc="-4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an</a:t>
            </a:r>
            <a:r>
              <a:rPr sz="2000" spc="-4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i</a:t>
            </a:r>
            <a:r>
              <a:rPr sz="2000" spc="-4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or</a:t>
            </a:r>
            <a:r>
              <a:rPr sz="2000" spc="-45" dirty="0">
                <a:latin typeface="Courier New"/>
                <a:cs typeface="Courier New"/>
              </a:rPr>
              <a:t> </a:t>
            </a:r>
            <a:r>
              <a:rPr sz="2000" spc="-25" dirty="0">
                <a:latin typeface="Courier New"/>
                <a:cs typeface="Courier New"/>
              </a:rPr>
              <a:t>u")</a:t>
            </a:r>
            <a:endParaRPr sz="2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50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FUNCTIONS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810259" y="1679849"/>
            <a:ext cx="7515859" cy="3989704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237490" indent="-224790">
              <a:lnSpc>
                <a:spcPct val="100000"/>
              </a:lnSpc>
              <a:spcBef>
                <a:spcPts val="1190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sz="2600" dirty="0">
                <a:latin typeface="Calibri"/>
                <a:cs typeface="Calibri"/>
              </a:rPr>
              <a:t>write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reusable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pieces/chunks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code,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called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functions</a:t>
            </a:r>
            <a:endParaRPr sz="2600">
              <a:latin typeface="Calibri"/>
              <a:cs typeface="Calibri"/>
            </a:endParaRPr>
          </a:p>
          <a:p>
            <a:pPr marL="104139" marR="807085" indent="-91440">
              <a:lnSpc>
                <a:spcPts val="2810"/>
              </a:lnSpc>
              <a:spcBef>
                <a:spcPts val="1440"/>
              </a:spcBef>
              <a:buClr>
                <a:srgbClr val="585858"/>
              </a:buClr>
              <a:buFont typeface="Wingdings"/>
              <a:buChar char=""/>
              <a:tabLst>
                <a:tab pos="104139" algn="l"/>
                <a:tab pos="237490" algn="l"/>
              </a:tabLst>
            </a:pPr>
            <a:r>
              <a:rPr sz="2600" dirty="0">
                <a:latin typeface="Calibri"/>
                <a:cs typeface="Calibri"/>
              </a:rPr>
              <a:t>	functions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are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not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run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program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until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they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are </a:t>
            </a:r>
            <a:r>
              <a:rPr sz="2600" dirty="0">
                <a:latin typeface="Calibri"/>
                <a:cs typeface="Calibri"/>
              </a:rPr>
              <a:t>“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called</a:t>
            </a:r>
            <a:r>
              <a:rPr sz="2600" dirty="0">
                <a:latin typeface="Calibri"/>
                <a:cs typeface="Calibri"/>
              </a:rPr>
              <a:t>”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or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“</a:t>
            </a:r>
            <a:r>
              <a:rPr sz="2600" b="1" spc="-20" dirty="0">
                <a:solidFill>
                  <a:srgbClr val="C00000"/>
                </a:solidFill>
                <a:latin typeface="Calibri"/>
                <a:cs typeface="Calibri"/>
              </a:rPr>
              <a:t>invoked</a:t>
            </a:r>
            <a:r>
              <a:rPr sz="2600" spc="-20" dirty="0">
                <a:latin typeface="Calibri"/>
                <a:cs typeface="Calibri"/>
              </a:rPr>
              <a:t>”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program</a:t>
            </a:r>
            <a:endParaRPr sz="2600">
              <a:latin typeface="Calibri"/>
              <a:cs typeface="Calibri"/>
            </a:endParaRPr>
          </a:p>
          <a:p>
            <a:pPr marL="237490" indent="-224790">
              <a:lnSpc>
                <a:spcPct val="100000"/>
              </a:lnSpc>
              <a:spcBef>
                <a:spcPts val="1040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sz="2600" dirty="0">
                <a:latin typeface="Calibri"/>
                <a:cs typeface="Calibri"/>
              </a:rPr>
              <a:t>function</a:t>
            </a:r>
            <a:r>
              <a:rPr sz="2600" spc="-1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characteristics:</a:t>
            </a:r>
            <a:endParaRPr sz="2600">
              <a:latin typeface="Calibri"/>
              <a:cs typeface="Calibri"/>
            </a:endParaRPr>
          </a:p>
          <a:p>
            <a:pPr marL="464820" lvl="1" indent="-251460">
              <a:lnSpc>
                <a:spcPct val="100000"/>
              </a:lnSpc>
              <a:spcBef>
                <a:spcPts val="130"/>
              </a:spcBef>
              <a:buClr>
                <a:srgbClr val="585858"/>
              </a:buClr>
              <a:buFont typeface="Arial MT"/>
              <a:buChar char="•"/>
              <a:tabLst>
                <a:tab pos="464820" algn="l"/>
              </a:tabLst>
            </a:pPr>
            <a:r>
              <a:rPr sz="2400" dirty="0">
                <a:latin typeface="Calibri"/>
                <a:cs typeface="Calibri"/>
              </a:rPr>
              <a:t>has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C00000"/>
                </a:solidFill>
                <a:latin typeface="Calibri"/>
                <a:cs typeface="Calibri"/>
              </a:rPr>
              <a:t>name</a:t>
            </a:r>
            <a:endParaRPr sz="2400">
              <a:latin typeface="Calibri"/>
              <a:cs typeface="Calibri"/>
            </a:endParaRPr>
          </a:p>
          <a:p>
            <a:pPr marL="464820" lvl="1" indent="-251460">
              <a:lnSpc>
                <a:spcPct val="100000"/>
              </a:lnSpc>
              <a:spcBef>
                <a:spcPts val="310"/>
              </a:spcBef>
              <a:buClr>
                <a:srgbClr val="585858"/>
              </a:buClr>
              <a:buFont typeface="Arial MT"/>
              <a:buChar char="•"/>
              <a:tabLst>
                <a:tab pos="464820" algn="l"/>
              </a:tabLst>
            </a:pPr>
            <a:r>
              <a:rPr sz="2400" dirty="0">
                <a:latin typeface="Calibri"/>
                <a:cs typeface="Calibri"/>
              </a:rPr>
              <a:t>has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C00000"/>
                </a:solidFill>
                <a:latin typeface="Calibri"/>
                <a:cs typeface="Calibri"/>
              </a:rPr>
              <a:t>parameters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(0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more)</a:t>
            </a:r>
            <a:endParaRPr sz="2400">
              <a:latin typeface="Calibri"/>
              <a:cs typeface="Calibri"/>
            </a:endParaRPr>
          </a:p>
          <a:p>
            <a:pPr marL="464820" lvl="1" indent="-251460">
              <a:lnSpc>
                <a:spcPct val="100000"/>
              </a:lnSpc>
              <a:spcBef>
                <a:spcPts val="315"/>
              </a:spcBef>
              <a:buClr>
                <a:srgbClr val="585858"/>
              </a:buClr>
              <a:buFont typeface="Arial MT"/>
              <a:buChar char="•"/>
              <a:tabLst>
                <a:tab pos="464820" algn="l"/>
              </a:tabLst>
            </a:pPr>
            <a:r>
              <a:rPr sz="2400" dirty="0">
                <a:latin typeface="Calibri"/>
                <a:cs typeface="Calibri"/>
              </a:rPr>
              <a:t>has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docstring</a:t>
            </a:r>
            <a:r>
              <a:rPr sz="2400" b="1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(optional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but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recommended)</a:t>
            </a:r>
            <a:endParaRPr sz="2400">
              <a:latin typeface="Calibri"/>
              <a:cs typeface="Calibri"/>
            </a:endParaRPr>
          </a:p>
          <a:p>
            <a:pPr marL="464820" lvl="1" indent="-251460">
              <a:lnSpc>
                <a:spcPct val="100000"/>
              </a:lnSpc>
              <a:spcBef>
                <a:spcPts val="310"/>
              </a:spcBef>
              <a:buClr>
                <a:srgbClr val="585858"/>
              </a:buClr>
              <a:buFont typeface="Arial MT"/>
              <a:buChar char="•"/>
              <a:tabLst>
                <a:tab pos="464820" algn="l"/>
              </a:tabLst>
            </a:pPr>
            <a:r>
              <a:rPr sz="2400" dirty="0">
                <a:latin typeface="Calibri"/>
                <a:cs typeface="Calibri"/>
              </a:rPr>
              <a:t>has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C00000"/>
                </a:solidFill>
                <a:latin typeface="Calibri"/>
                <a:cs typeface="Calibri"/>
              </a:rPr>
              <a:t>body</a:t>
            </a:r>
            <a:endParaRPr sz="2400">
              <a:latin typeface="Calibri"/>
              <a:cs typeface="Calibri"/>
            </a:endParaRPr>
          </a:p>
          <a:p>
            <a:pPr marL="464820" lvl="1" indent="-251460">
              <a:lnSpc>
                <a:spcPct val="100000"/>
              </a:lnSpc>
              <a:spcBef>
                <a:spcPts val="315"/>
              </a:spcBef>
              <a:buClr>
                <a:srgbClr val="585858"/>
              </a:buClr>
              <a:buFont typeface="Arial MT"/>
              <a:buChar char="•"/>
              <a:tabLst>
                <a:tab pos="464820" algn="l"/>
              </a:tabLst>
            </a:pP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returns</a:t>
            </a:r>
            <a:r>
              <a:rPr sz="2400" b="1" spc="-1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something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7329" y="2268854"/>
            <a:ext cx="561975" cy="459105"/>
          </a:xfrm>
          <a:prstGeom prst="rect">
            <a:avLst/>
          </a:prstGeom>
          <a:ln w="16001">
            <a:solidFill>
              <a:srgbClr val="FF0000"/>
            </a:solidFill>
          </a:ln>
        </p:spPr>
        <p:txBody>
          <a:bodyPr vert="horz" wrap="square" lIns="0" tIns="21590" rIns="0" bIns="0" rtlCol="0">
            <a:spAutoFit/>
          </a:bodyPr>
          <a:lstStyle/>
          <a:p>
            <a:pPr marL="95250">
              <a:lnSpc>
                <a:spcPct val="100000"/>
              </a:lnSpc>
              <a:spcBef>
                <a:spcPts val="170"/>
              </a:spcBef>
            </a:pPr>
            <a:r>
              <a:rPr sz="2000" spc="-25" dirty="0">
                <a:latin typeface="Courier New"/>
                <a:cs typeface="Courier New"/>
              </a:rPr>
              <a:t>def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19860" y="2278380"/>
            <a:ext cx="124523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latin typeface="Courier New"/>
                <a:cs typeface="Courier New"/>
              </a:rPr>
              <a:t>is_even(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78810" y="2276475"/>
            <a:ext cx="391160" cy="459740"/>
          </a:xfrm>
          <a:prstGeom prst="rect">
            <a:avLst/>
          </a:prstGeom>
          <a:ln w="16001">
            <a:solidFill>
              <a:srgbClr val="FF0000"/>
            </a:solidFill>
          </a:ln>
        </p:spPr>
        <p:txBody>
          <a:bodyPr vert="horz" wrap="square" lIns="0" tIns="13970" rIns="0" bIns="0" rtlCol="0">
            <a:spAutoFit/>
          </a:bodyPr>
          <a:lstStyle/>
          <a:p>
            <a:pPr marL="125095">
              <a:lnSpc>
                <a:spcPct val="100000"/>
              </a:lnSpc>
              <a:spcBef>
                <a:spcPts val="110"/>
              </a:spcBef>
            </a:pPr>
            <a:r>
              <a:rPr sz="2000" spc="-50" dirty="0">
                <a:latin typeface="Courier New"/>
                <a:cs typeface="Courier New"/>
              </a:rPr>
              <a:t>i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96514" y="2278380"/>
            <a:ext cx="3302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5" dirty="0">
                <a:latin typeface="Courier New"/>
                <a:cs typeface="Courier New"/>
              </a:rPr>
              <a:t>):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80363" y="2772536"/>
            <a:ext cx="6594475" cy="1617980"/>
          </a:xfrm>
          <a:prstGeom prst="rect">
            <a:avLst/>
          </a:prstGeom>
          <a:ln w="16001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52069">
              <a:lnSpc>
                <a:spcPts val="2170"/>
              </a:lnSpc>
            </a:pPr>
            <a:r>
              <a:rPr sz="2000" spc="-25" dirty="0">
                <a:latin typeface="Courier New"/>
                <a:cs typeface="Courier New"/>
              </a:rPr>
              <a:t>"""</a:t>
            </a:r>
            <a:endParaRPr sz="2000">
              <a:latin typeface="Courier New"/>
              <a:cs typeface="Courier New"/>
            </a:endParaRPr>
          </a:p>
          <a:p>
            <a:pPr marL="52069">
              <a:lnSpc>
                <a:spcPct val="100000"/>
              </a:lnSpc>
              <a:spcBef>
                <a:spcPts val="1155"/>
              </a:spcBef>
            </a:pPr>
            <a:r>
              <a:rPr sz="2000" dirty="0">
                <a:latin typeface="Courier New"/>
                <a:cs typeface="Courier New"/>
              </a:rPr>
              <a:t>Input:</a:t>
            </a:r>
            <a:r>
              <a:rPr sz="2000" spc="-5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i,</a:t>
            </a:r>
            <a:r>
              <a:rPr sz="2000" spc="-5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a</a:t>
            </a:r>
            <a:r>
              <a:rPr sz="2000" spc="-5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positive</a:t>
            </a:r>
            <a:r>
              <a:rPr sz="2000" spc="-50" dirty="0">
                <a:latin typeface="Courier New"/>
                <a:cs typeface="Courier New"/>
              </a:rPr>
              <a:t> </a:t>
            </a:r>
            <a:r>
              <a:rPr sz="2000" spc="-25" dirty="0">
                <a:latin typeface="Courier New"/>
                <a:cs typeface="Courier New"/>
              </a:rPr>
              <a:t>int</a:t>
            </a:r>
            <a:endParaRPr sz="2000">
              <a:latin typeface="Courier New"/>
              <a:cs typeface="Courier New"/>
            </a:endParaRPr>
          </a:p>
          <a:p>
            <a:pPr marL="52069" marR="132715">
              <a:lnSpc>
                <a:spcPts val="3560"/>
              </a:lnSpc>
              <a:spcBef>
                <a:spcPts val="110"/>
              </a:spcBef>
            </a:pPr>
            <a:r>
              <a:rPr sz="2000" dirty="0">
                <a:latin typeface="Courier New"/>
                <a:cs typeface="Courier New"/>
              </a:rPr>
              <a:t>Returns</a:t>
            </a:r>
            <a:r>
              <a:rPr sz="2000" spc="-5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True</a:t>
            </a:r>
            <a:r>
              <a:rPr sz="2000" spc="-5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if</a:t>
            </a:r>
            <a:r>
              <a:rPr sz="2000" spc="-5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i</a:t>
            </a:r>
            <a:r>
              <a:rPr sz="2000" spc="-5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is</a:t>
            </a:r>
            <a:r>
              <a:rPr sz="2000" spc="-5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even,</a:t>
            </a:r>
            <a:r>
              <a:rPr sz="2000" spc="-5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otherwise</a:t>
            </a:r>
            <a:r>
              <a:rPr sz="2000" spc="-5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False </a:t>
            </a:r>
            <a:r>
              <a:rPr sz="2000" spc="-25" dirty="0">
                <a:latin typeface="Courier New"/>
                <a:cs typeface="Courier New"/>
              </a:rPr>
              <a:t>"""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35330" y="4391609"/>
            <a:ext cx="4375785" cy="18345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6595" marR="165735">
              <a:lnSpc>
                <a:spcPct val="148300"/>
              </a:lnSpc>
              <a:spcBef>
                <a:spcPts val="100"/>
              </a:spcBef>
            </a:pPr>
            <a:r>
              <a:rPr sz="2000" dirty="0">
                <a:latin typeface="Courier New"/>
                <a:cs typeface="Courier New"/>
              </a:rPr>
              <a:t>print("inside</a:t>
            </a:r>
            <a:r>
              <a:rPr sz="2000" spc="-16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is_even") </a:t>
            </a:r>
            <a:r>
              <a:rPr sz="2000" dirty="0">
                <a:latin typeface="Courier New"/>
                <a:cs typeface="Courier New"/>
              </a:rPr>
              <a:t>return</a:t>
            </a:r>
            <a:r>
              <a:rPr sz="2000" spc="-4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i%2</a:t>
            </a:r>
            <a:r>
              <a:rPr sz="2000" spc="-4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==</a:t>
            </a:r>
            <a:r>
              <a:rPr sz="2000" spc="-45" dirty="0">
                <a:latin typeface="Courier New"/>
                <a:cs typeface="Courier New"/>
              </a:rPr>
              <a:t> </a:t>
            </a:r>
            <a:r>
              <a:rPr sz="2000" spc="-50" dirty="0">
                <a:latin typeface="Courier New"/>
                <a:cs typeface="Courier New"/>
              </a:rPr>
              <a:t>0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endParaRPr sz="2000">
              <a:latin typeface="Courier New"/>
              <a:cs typeface="Courier New"/>
            </a:endParaRPr>
          </a:p>
          <a:p>
            <a:pPr marL="86995">
              <a:lnSpc>
                <a:spcPct val="100000"/>
              </a:lnSpc>
            </a:pPr>
            <a:r>
              <a:rPr sz="2000" spc="-10" dirty="0">
                <a:latin typeface="Courier New"/>
                <a:cs typeface="Courier New"/>
              </a:rPr>
              <a:t>is_even(3)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12700" marR="5080">
              <a:lnSpc>
                <a:spcPts val="4900"/>
              </a:lnSpc>
              <a:spcBef>
                <a:spcPts val="980"/>
              </a:spcBef>
            </a:pPr>
            <a:r>
              <a:rPr spc="-20" dirty="0"/>
              <a:t>HOW</a:t>
            </a:r>
            <a:r>
              <a:rPr spc="-245" dirty="0"/>
              <a:t> </a:t>
            </a:r>
            <a:r>
              <a:rPr spc="-50" dirty="0"/>
              <a:t>TO</a:t>
            </a:r>
            <a:r>
              <a:rPr spc="-220" dirty="0"/>
              <a:t> </a:t>
            </a:r>
            <a:r>
              <a:rPr spc="-25" dirty="0"/>
              <a:t>WRITE</a:t>
            </a:r>
            <a:r>
              <a:rPr spc="-225" dirty="0"/>
              <a:t> </a:t>
            </a:r>
            <a:r>
              <a:rPr spc="-25" dirty="0"/>
              <a:t>and </a:t>
            </a:r>
            <a:r>
              <a:rPr spc="-55" dirty="0"/>
              <a:t>CALL/INVOKE</a:t>
            </a:r>
            <a:r>
              <a:rPr spc="-150" dirty="0"/>
              <a:t> </a:t>
            </a:r>
            <a:r>
              <a:rPr dirty="0"/>
              <a:t>A</a:t>
            </a:r>
            <a:r>
              <a:rPr spc="-150" dirty="0"/>
              <a:t> </a:t>
            </a:r>
            <a:r>
              <a:rPr spc="-30" dirty="0"/>
              <a:t>FUNCTION</a:t>
            </a:r>
          </a:p>
        </p:txBody>
      </p:sp>
      <p:sp>
        <p:nvSpPr>
          <p:cNvPr id="9" name="object 9"/>
          <p:cNvSpPr/>
          <p:nvPr/>
        </p:nvSpPr>
        <p:spPr>
          <a:xfrm>
            <a:off x="1694179" y="1898396"/>
            <a:ext cx="483234" cy="309880"/>
          </a:xfrm>
          <a:custGeom>
            <a:avLst/>
            <a:gdLst/>
            <a:ahLst/>
            <a:cxnLst/>
            <a:rect l="l" t="t" r="r" b="b"/>
            <a:pathLst>
              <a:path w="483235" h="309880">
                <a:moveTo>
                  <a:pt x="14604" y="210819"/>
                </a:moveTo>
                <a:lnTo>
                  <a:pt x="9905" y="210819"/>
                </a:lnTo>
                <a:lnTo>
                  <a:pt x="9016" y="212089"/>
                </a:lnTo>
                <a:lnTo>
                  <a:pt x="4698" y="213359"/>
                </a:lnTo>
                <a:lnTo>
                  <a:pt x="3555" y="214629"/>
                </a:lnTo>
                <a:lnTo>
                  <a:pt x="2666" y="214629"/>
                </a:lnTo>
                <a:lnTo>
                  <a:pt x="1777" y="215899"/>
                </a:lnTo>
                <a:lnTo>
                  <a:pt x="1142" y="215899"/>
                </a:lnTo>
                <a:lnTo>
                  <a:pt x="761" y="217169"/>
                </a:lnTo>
                <a:lnTo>
                  <a:pt x="253" y="217169"/>
                </a:lnTo>
                <a:lnTo>
                  <a:pt x="0" y="218439"/>
                </a:lnTo>
                <a:lnTo>
                  <a:pt x="126" y="219709"/>
                </a:lnTo>
                <a:lnTo>
                  <a:pt x="46862" y="309879"/>
                </a:lnTo>
                <a:lnTo>
                  <a:pt x="53339" y="309879"/>
                </a:lnTo>
                <a:lnTo>
                  <a:pt x="56387" y="307339"/>
                </a:lnTo>
                <a:lnTo>
                  <a:pt x="58038" y="307339"/>
                </a:lnTo>
                <a:lnTo>
                  <a:pt x="59308" y="306069"/>
                </a:lnTo>
                <a:lnTo>
                  <a:pt x="60324" y="306069"/>
                </a:lnTo>
                <a:lnTo>
                  <a:pt x="61340" y="304799"/>
                </a:lnTo>
                <a:lnTo>
                  <a:pt x="62483" y="303529"/>
                </a:lnTo>
                <a:lnTo>
                  <a:pt x="62991" y="303529"/>
                </a:lnTo>
                <a:lnTo>
                  <a:pt x="63245" y="302259"/>
                </a:lnTo>
                <a:lnTo>
                  <a:pt x="63245" y="300989"/>
                </a:lnTo>
                <a:lnTo>
                  <a:pt x="30733" y="238759"/>
                </a:lnTo>
                <a:lnTo>
                  <a:pt x="32257" y="229869"/>
                </a:lnTo>
                <a:lnTo>
                  <a:pt x="34416" y="223519"/>
                </a:lnTo>
                <a:lnTo>
                  <a:pt x="21335" y="223519"/>
                </a:lnTo>
                <a:lnTo>
                  <a:pt x="14985" y="212089"/>
                </a:lnTo>
                <a:lnTo>
                  <a:pt x="14604" y="210819"/>
                </a:lnTo>
                <a:close/>
              </a:path>
              <a:path w="483235" h="309880">
                <a:moveTo>
                  <a:pt x="90297" y="205739"/>
                </a:moveTo>
                <a:lnTo>
                  <a:pt x="62229" y="205739"/>
                </a:lnTo>
                <a:lnTo>
                  <a:pt x="64896" y="207009"/>
                </a:lnTo>
                <a:lnTo>
                  <a:pt x="67563" y="209549"/>
                </a:lnTo>
                <a:lnTo>
                  <a:pt x="70103" y="210819"/>
                </a:lnTo>
                <a:lnTo>
                  <a:pt x="74929" y="215899"/>
                </a:lnTo>
                <a:lnTo>
                  <a:pt x="77342" y="220979"/>
                </a:lnTo>
                <a:lnTo>
                  <a:pt x="107314" y="278129"/>
                </a:lnTo>
                <a:lnTo>
                  <a:pt x="107695" y="278129"/>
                </a:lnTo>
                <a:lnTo>
                  <a:pt x="108204" y="279399"/>
                </a:lnTo>
                <a:lnTo>
                  <a:pt x="111632" y="279399"/>
                </a:lnTo>
                <a:lnTo>
                  <a:pt x="112775" y="278129"/>
                </a:lnTo>
                <a:lnTo>
                  <a:pt x="116966" y="276859"/>
                </a:lnTo>
                <a:lnTo>
                  <a:pt x="119761" y="274319"/>
                </a:lnTo>
                <a:lnTo>
                  <a:pt x="121792" y="273049"/>
                </a:lnTo>
                <a:lnTo>
                  <a:pt x="122427" y="273049"/>
                </a:lnTo>
                <a:lnTo>
                  <a:pt x="122936" y="271779"/>
                </a:lnTo>
                <a:lnTo>
                  <a:pt x="123697" y="271779"/>
                </a:lnTo>
                <a:lnTo>
                  <a:pt x="123697" y="269239"/>
                </a:lnTo>
                <a:lnTo>
                  <a:pt x="123443" y="269239"/>
                </a:lnTo>
                <a:lnTo>
                  <a:pt x="91947" y="208279"/>
                </a:lnTo>
                <a:lnTo>
                  <a:pt x="90297" y="205739"/>
                </a:lnTo>
                <a:close/>
              </a:path>
              <a:path w="483235" h="309880">
                <a:moveTo>
                  <a:pt x="186817" y="153669"/>
                </a:moveTo>
                <a:lnTo>
                  <a:pt x="158495" y="153669"/>
                </a:lnTo>
                <a:lnTo>
                  <a:pt x="161036" y="154939"/>
                </a:lnTo>
                <a:lnTo>
                  <a:pt x="163576" y="154939"/>
                </a:lnTo>
                <a:lnTo>
                  <a:pt x="165861" y="157479"/>
                </a:lnTo>
                <a:lnTo>
                  <a:pt x="167894" y="158749"/>
                </a:lnTo>
                <a:lnTo>
                  <a:pt x="170052" y="161289"/>
                </a:lnTo>
                <a:lnTo>
                  <a:pt x="171958" y="163829"/>
                </a:lnTo>
                <a:lnTo>
                  <a:pt x="177292" y="175259"/>
                </a:lnTo>
                <a:lnTo>
                  <a:pt x="165100" y="181609"/>
                </a:lnTo>
                <a:lnTo>
                  <a:pt x="158115" y="184149"/>
                </a:lnTo>
                <a:lnTo>
                  <a:pt x="152145" y="189229"/>
                </a:lnTo>
                <a:lnTo>
                  <a:pt x="147319" y="193039"/>
                </a:lnTo>
                <a:lnTo>
                  <a:pt x="142367" y="196849"/>
                </a:lnTo>
                <a:lnTo>
                  <a:pt x="138556" y="200659"/>
                </a:lnTo>
                <a:lnTo>
                  <a:pt x="133476" y="209549"/>
                </a:lnTo>
                <a:lnTo>
                  <a:pt x="132079" y="214629"/>
                </a:lnTo>
                <a:lnTo>
                  <a:pt x="132043" y="215899"/>
                </a:lnTo>
                <a:lnTo>
                  <a:pt x="131934" y="219709"/>
                </a:lnTo>
                <a:lnTo>
                  <a:pt x="131826" y="223519"/>
                </a:lnTo>
                <a:lnTo>
                  <a:pt x="133095" y="228599"/>
                </a:lnTo>
                <a:lnTo>
                  <a:pt x="135636" y="233679"/>
                </a:lnTo>
                <a:lnTo>
                  <a:pt x="137922" y="238759"/>
                </a:lnTo>
                <a:lnTo>
                  <a:pt x="140588" y="241299"/>
                </a:lnTo>
                <a:lnTo>
                  <a:pt x="143890" y="243839"/>
                </a:lnTo>
                <a:lnTo>
                  <a:pt x="147065" y="246379"/>
                </a:lnTo>
                <a:lnTo>
                  <a:pt x="150622" y="248919"/>
                </a:lnTo>
                <a:lnTo>
                  <a:pt x="154558" y="250189"/>
                </a:lnTo>
                <a:lnTo>
                  <a:pt x="162560" y="250189"/>
                </a:lnTo>
                <a:lnTo>
                  <a:pt x="171450" y="248919"/>
                </a:lnTo>
                <a:lnTo>
                  <a:pt x="176022" y="247649"/>
                </a:lnTo>
                <a:lnTo>
                  <a:pt x="180720" y="245109"/>
                </a:lnTo>
                <a:lnTo>
                  <a:pt x="186054" y="242569"/>
                </a:lnTo>
                <a:lnTo>
                  <a:pt x="190500" y="238759"/>
                </a:lnTo>
                <a:lnTo>
                  <a:pt x="193167" y="234949"/>
                </a:lnTo>
                <a:lnTo>
                  <a:pt x="166497" y="234949"/>
                </a:lnTo>
                <a:lnTo>
                  <a:pt x="157861" y="232409"/>
                </a:lnTo>
                <a:lnTo>
                  <a:pt x="149796" y="214629"/>
                </a:lnTo>
                <a:lnTo>
                  <a:pt x="149733" y="213359"/>
                </a:lnTo>
                <a:lnTo>
                  <a:pt x="183387" y="186689"/>
                </a:lnTo>
                <a:lnTo>
                  <a:pt x="204234" y="186689"/>
                </a:lnTo>
                <a:lnTo>
                  <a:pt x="189611" y="158749"/>
                </a:lnTo>
                <a:lnTo>
                  <a:pt x="186817" y="153669"/>
                </a:lnTo>
                <a:close/>
              </a:path>
              <a:path w="483235" h="309880">
                <a:moveTo>
                  <a:pt x="204234" y="186689"/>
                </a:moveTo>
                <a:lnTo>
                  <a:pt x="183387" y="186689"/>
                </a:lnTo>
                <a:lnTo>
                  <a:pt x="193294" y="205739"/>
                </a:lnTo>
                <a:lnTo>
                  <a:pt x="191515" y="212089"/>
                </a:lnTo>
                <a:lnTo>
                  <a:pt x="189357" y="217169"/>
                </a:lnTo>
                <a:lnTo>
                  <a:pt x="186817" y="220979"/>
                </a:lnTo>
                <a:lnTo>
                  <a:pt x="184404" y="226059"/>
                </a:lnTo>
                <a:lnTo>
                  <a:pt x="180975" y="228599"/>
                </a:lnTo>
                <a:lnTo>
                  <a:pt x="176657" y="231139"/>
                </a:lnTo>
                <a:lnTo>
                  <a:pt x="171322" y="233679"/>
                </a:lnTo>
                <a:lnTo>
                  <a:pt x="166497" y="234949"/>
                </a:lnTo>
                <a:lnTo>
                  <a:pt x="193167" y="234949"/>
                </a:lnTo>
                <a:lnTo>
                  <a:pt x="194056" y="233679"/>
                </a:lnTo>
                <a:lnTo>
                  <a:pt x="197738" y="228599"/>
                </a:lnTo>
                <a:lnTo>
                  <a:pt x="200405" y="223519"/>
                </a:lnTo>
                <a:lnTo>
                  <a:pt x="202057" y="217169"/>
                </a:lnTo>
                <a:lnTo>
                  <a:pt x="220188" y="217169"/>
                </a:lnTo>
                <a:lnTo>
                  <a:pt x="204234" y="186689"/>
                </a:lnTo>
                <a:close/>
              </a:path>
              <a:path w="483235" h="309880">
                <a:moveTo>
                  <a:pt x="220188" y="217169"/>
                </a:moveTo>
                <a:lnTo>
                  <a:pt x="202057" y="217169"/>
                </a:lnTo>
                <a:lnTo>
                  <a:pt x="206756" y="226059"/>
                </a:lnTo>
                <a:lnTo>
                  <a:pt x="207136" y="227329"/>
                </a:lnTo>
                <a:lnTo>
                  <a:pt x="212090" y="227329"/>
                </a:lnTo>
                <a:lnTo>
                  <a:pt x="213614" y="226059"/>
                </a:lnTo>
                <a:lnTo>
                  <a:pt x="215265" y="226059"/>
                </a:lnTo>
                <a:lnTo>
                  <a:pt x="217043" y="224789"/>
                </a:lnTo>
                <a:lnTo>
                  <a:pt x="218440" y="223519"/>
                </a:lnTo>
                <a:lnTo>
                  <a:pt x="219201" y="223519"/>
                </a:lnTo>
                <a:lnTo>
                  <a:pt x="220598" y="222249"/>
                </a:lnTo>
                <a:lnTo>
                  <a:pt x="220979" y="220979"/>
                </a:lnTo>
                <a:lnTo>
                  <a:pt x="221233" y="220979"/>
                </a:lnTo>
                <a:lnTo>
                  <a:pt x="221233" y="219709"/>
                </a:lnTo>
                <a:lnTo>
                  <a:pt x="220853" y="218439"/>
                </a:lnTo>
                <a:lnTo>
                  <a:pt x="220188" y="217169"/>
                </a:lnTo>
                <a:close/>
              </a:path>
              <a:path w="483235" h="309880">
                <a:moveTo>
                  <a:pt x="64769" y="186689"/>
                </a:moveTo>
                <a:lnTo>
                  <a:pt x="29971" y="203199"/>
                </a:lnTo>
                <a:lnTo>
                  <a:pt x="21335" y="223519"/>
                </a:lnTo>
                <a:lnTo>
                  <a:pt x="34416" y="223519"/>
                </a:lnTo>
                <a:lnTo>
                  <a:pt x="39496" y="213359"/>
                </a:lnTo>
                <a:lnTo>
                  <a:pt x="42925" y="209549"/>
                </a:lnTo>
                <a:lnTo>
                  <a:pt x="46989" y="208279"/>
                </a:lnTo>
                <a:lnTo>
                  <a:pt x="50164" y="205739"/>
                </a:lnTo>
                <a:lnTo>
                  <a:pt x="90297" y="205739"/>
                </a:lnTo>
                <a:lnTo>
                  <a:pt x="88645" y="203199"/>
                </a:lnTo>
                <a:lnTo>
                  <a:pt x="81787" y="195579"/>
                </a:lnTo>
                <a:lnTo>
                  <a:pt x="77850" y="191769"/>
                </a:lnTo>
                <a:lnTo>
                  <a:pt x="73659" y="190499"/>
                </a:lnTo>
                <a:lnTo>
                  <a:pt x="69341" y="187959"/>
                </a:lnTo>
                <a:lnTo>
                  <a:pt x="64769" y="186689"/>
                </a:lnTo>
                <a:close/>
              </a:path>
              <a:path w="483235" h="309880">
                <a:moveTo>
                  <a:pt x="257809" y="203199"/>
                </a:moveTo>
                <a:lnTo>
                  <a:pt x="251206" y="203199"/>
                </a:lnTo>
                <a:lnTo>
                  <a:pt x="251586" y="204469"/>
                </a:lnTo>
                <a:lnTo>
                  <a:pt x="255523" y="204469"/>
                </a:lnTo>
                <a:lnTo>
                  <a:pt x="257809" y="203199"/>
                </a:lnTo>
                <a:close/>
              </a:path>
              <a:path w="483235" h="309880">
                <a:moveTo>
                  <a:pt x="219329" y="105409"/>
                </a:moveTo>
                <a:lnTo>
                  <a:pt x="213359" y="105409"/>
                </a:lnTo>
                <a:lnTo>
                  <a:pt x="212090" y="106679"/>
                </a:lnTo>
                <a:lnTo>
                  <a:pt x="210565" y="106679"/>
                </a:lnTo>
                <a:lnTo>
                  <a:pt x="209042" y="107949"/>
                </a:lnTo>
                <a:lnTo>
                  <a:pt x="207898" y="107949"/>
                </a:lnTo>
                <a:lnTo>
                  <a:pt x="207009" y="109219"/>
                </a:lnTo>
                <a:lnTo>
                  <a:pt x="206120" y="109219"/>
                </a:lnTo>
                <a:lnTo>
                  <a:pt x="205486" y="110489"/>
                </a:lnTo>
                <a:lnTo>
                  <a:pt x="205104" y="110489"/>
                </a:lnTo>
                <a:lnTo>
                  <a:pt x="204597" y="111759"/>
                </a:lnTo>
                <a:lnTo>
                  <a:pt x="204469" y="113029"/>
                </a:lnTo>
                <a:lnTo>
                  <a:pt x="250951" y="203199"/>
                </a:lnTo>
                <a:lnTo>
                  <a:pt x="259079" y="203199"/>
                </a:lnTo>
                <a:lnTo>
                  <a:pt x="262381" y="200659"/>
                </a:lnTo>
                <a:lnTo>
                  <a:pt x="263652" y="200659"/>
                </a:lnTo>
                <a:lnTo>
                  <a:pt x="264667" y="199389"/>
                </a:lnTo>
                <a:lnTo>
                  <a:pt x="265684" y="199389"/>
                </a:lnTo>
                <a:lnTo>
                  <a:pt x="266319" y="198119"/>
                </a:lnTo>
                <a:lnTo>
                  <a:pt x="266827" y="198119"/>
                </a:lnTo>
                <a:lnTo>
                  <a:pt x="267334" y="196849"/>
                </a:lnTo>
                <a:lnTo>
                  <a:pt x="267589" y="196849"/>
                </a:lnTo>
                <a:lnTo>
                  <a:pt x="267589" y="195579"/>
                </a:lnTo>
                <a:lnTo>
                  <a:pt x="235076" y="132079"/>
                </a:lnTo>
                <a:lnTo>
                  <a:pt x="236601" y="124459"/>
                </a:lnTo>
                <a:lnTo>
                  <a:pt x="238633" y="118109"/>
                </a:lnTo>
                <a:lnTo>
                  <a:pt x="225679" y="118109"/>
                </a:lnTo>
                <a:lnTo>
                  <a:pt x="219329" y="105409"/>
                </a:lnTo>
                <a:close/>
              </a:path>
              <a:path w="483235" h="309880">
                <a:moveTo>
                  <a:pt x="164465" y="135889"/>
                </a:moveTo>
                <a:lnTo>
                  <a:pt x="159765" y="135889"/>
                </a:lnTo>
                <a:lnTo>
                  <a:pt x="149224" y="138429"/>
                </a:lnTo>
                <a:lnTo>
                  <a:pt x="143510" y="139699"/>
                </a:lnTo>
                <a:lnTo>
                  <a:pt x="137033" y="143509"/>
                </a:lnTo>
                <a:lnTo>
                  <a:pt x="133604" y="144779"/>
                </a:lnTo>
                <a:lnTo>
                  <a:pt x="130429" y="147319"/>
                </a:lnTo>
                <a:lnTo>
                  <a:pt x="124332" y="152399"/>
                </a:lnTo>
                <a:lnTo>
                  <a:pt x="121538" y="154939"/>
                </a:lnTo>
                <a:lnTo>
                  <a:pt x="119252" y="156209"/>
                </a:lnTo>
                <a:lnTo>
                  <a:pt x="116839" y="158749"/>
                </a:lnTo>
                <a:lnTo>
                  <a:pt x="114934" y="161289"/>
                </a:lnTo>
                <a:lnTo>
                  <a:pt x="113411" y="163829"/>
                </a:lnTo>
                <a:lnTo>
                  <a:pt x="111759" y="166369"/>
                </a:lnTo>
                <a:lnTo>
                  <a:pt x="110743" y="167639"/>
                </a:lnTo>
                <a:lnTo>
                  <a:pt x="110363" y="168909"/>
                </a:lnTo>
                <a:lnTo>
                  <a:pt x="109854" y="170179"/>
                </a:lnTo>
                <a:lnTo>
                  <a:pt x="109727" y="171449"/>
                </a:lnTo>
                <a:lnTo>
                  <a:pt x="110236" y="173989"/>
                </a:lnTo>
                <a:lnTo>
                  <a:pt x="110870" y="175259"/>
                </a:lnTo>
                <a:lnTo>
                  <a:pt x="111759" y="176529"/>
                </a:lnTo>
                <a:lnTo>
                  <a:pt x="112775" y="179069"/>
                </a:lnTo>
                <a:lnTo>
                  <a:pt x="113283" y="179069"/>
                </a:lnTo>
                <a:lnTo>
                  <a:pt x="113918" y="180339"/>
                </a:lnTo>
                <a:lnTo>
                  <a:pt x="114426" y="180339"/>
                </a:lnTo>
                <a:lnTo>
                  <a:pt x="115061" y="181609"/>
                </a:lnTo>
                <a:lnTo>
                  <a:pt x="119125" y="181609"/>
                </a:lnTo>
                <a:lnTo>
                  <a:pt x="120014" y="180339"/>
                </a:lnTo>
                <a:lnTo>
                  <a:pt x="123697" y="173989"/>
                </a:lnTo>
                <a:lnTo>
                  <a:pt x="125602" y="171449"/>
                </a:lnTo>
                <a:lnTo>
                  <a:pt x="127380" y="170179"/>
                </a:lnTo>
                <a:lnTo>
                  <a:pt x="129666" y="167639"/>
                </a:lnTo>
                <a:lnTo>
                  <a:pt x="132333" y="165099"/>
                </a:lnTo>
                <a:lnTo>
                  <a:pt x="135001" y="161289"/>
                </a:lnTo>
                <a:lnTo>
                  <a:pt x="138429" y="160019"/>
                </a:lnTo>
                <a:lnTo>
                  <a:pt x="142494" y="157479"/>
                </a:lnTo>
                <a:lnTo>
                  <a:pt x="146176" y="154939"/>
                </a:lnTo>
                <a:lnTo>
                  <a:pt x="149606" y="153669"/>
                </a:lnTo>
                <a:lnTo>
                  <a:pt x="186817" y="153669"/>
                </a:lnTo>
                <a:lnTo>
                  <a:pt x="183642" y="148589"/>
                </a:lnTo>
                <a:lnTo>
                  <a:pt x="180212" y="144779"/>
                </a:lnTo>
                <a:lnTo>
                  <a:pt x="176783" y="142239"/>
                </a:lnTo>
                <a:lnTo>
                  <a:pt x="172974" y="139699"/>
                </a:lnTo>
                <a:lnTo>
                  <a:pt x="168783" y="138429"/>
                </a:lnTo>
                <a:lnTo>
                  <a:pt x="164465" y="135889"/>
                </a:lnTo>
                <a:close/>
              </a:path>
              <a:path w="483235" h="309880">
                <a:moveTo>
                  <a:pt x="293460" y="100329"/>
                </a:moveTo>
                <a:lnTo>
                  <a:pt x="261747" y="100329"/>
                </a:lnTo>
                <a:lnTo>
                  <a:pt x="267081" y="102869"/>
                </a:lnTo>
                <a:lnTo>
                  <a:pt x="269620" y="104139"/>
                </a:lnTo>
                <a:lnTo>
                  <a:pt x="309245" y="173989"/>
                </a:lnTo>
                <a:lnTo>
                  <a:pt x="315848" y="173989"/>
                </a:lnTo>
                <a:lnTo>
                  <a:pt x="318642" y="171449"/>
                </a:lnTo>
                <a:lnTo>
                  <a:pt x="320294" y="171449"/>
                </a:lnTo>
                <a:lnTo>
                  <a:pt x="321564" y="170179"/>
                </a:lnTo>
                <a:lnTo>
                  <a:pt x="322580" y="170179"/>
                </a:lnTo>
                <a:lnTo>
                  <a:pt x="323469" y="168909"/>
                </a:lnTo>
                <a:lnTo>
                  <a:pt x="324231" y="168909"/>
                </a:lnTo>
                <a:lnTo>
                  <a:pt x="324739" y="167639"/>
                </a:lnTo>
                <a:lnTo>
                  <a:pt x="325247" y="167639"/>
                </a:lnTo>
                <a:lnTo>
                  <a:pt x="325501" y="166369"/>
                </a:lnTo>
                <a:lnTo>
                  <a:pt x="325628" y="165099"/>
                </a:lnTo>
                <a:lnTo>
                  <a:pt x="292989" y="102869"/>
                </a:lnTo>
                <a:lnTo>
                  <a:pt x="293460" y="100329"/>
                </a:lnTo>
                <a:close/>
              </a:path>
              <a:path w="483235" h="309880">
                <a:moveTo>
                  <a:pt x="349250" y="69849"/>
                </a:moveTo>
                <a:lnTo>
                  <a:pt x="314070" y="69849"/>
                </a:lnTo>
                <a:lnTo>
                  <a:pt x="319786" y="71119"/>
                </a:lnTo>
                <a:lnTo>
                  <a:pt x="322453" y="71119"/>
                </a:lnTo>
                <a:lnTo>
                  <a:pt x="327787" y="73659"/>
                </a:lnTo>
                <a:lnTo>
                  <a:pt x="330200" y="76199"/>
                </a:lnTo>
                <a:lnTo>
                  <a:pt x="334772" y="82549"/>
                </a:lnTo>
                <a:lnTo>
                  <a:pt x="336804" y="85089"/>
                </a:lnTo>
                <a:lnTo>
                  <a:pt x="338709" y="88899"/>
                </a:lnTo>
                <a:lnTo>
                  <a:pt x="367157" y="143509"/>
                </a:lnTo>
                <a:lnTo>
                  <a:pt x="367538" y="143509"/>
                </a:lnTo>
                <a:lnTo>
                  <a:pt x="367919" y="144779"/>
                </a:lnTo>
                <a:lnTo>
                  <a:pt x="371475" y="144779"/>
                </a:lnTo>
                <a:lnTo>
                  <a:pt x="373761" y="143509"/>
                </a:lnTo>
                <a:lnTo>
                  <a:pt x="375158" y="142239"/>
                </a:lnTo>
                <a:lnTo>
                  <a:pt x="376809" y="142239"/>
                </a:lnTo>
                <a:lnTo>
                  <a:pt x="378333" y="140969"/>
                </a:lnTo>
                <a:lnTo>
                  <a:pt x="379603" y="140969"/>
                </a:lnTo>
                <a:lnTo>
                  <a:pt x="381634" y="138429"/>
                </a:lnTo>
                <a:lnTo>
                  <a:pt x="382397" y="138429"/>
                </a:lnTo>
                <a:lnTo>
                  <a:pt x="383286" y="137159"/>
                </a:lnTo>
                <a:lnTo>
                  <a:pt x="383540" y="137159"/>
                </a:lnTo>
                <a:lnTo>
                  <a:pt x="383540" y="134619"/>
                </a:lnTo>
                <a:lnTo>
                  <a:pt x="383286" y="134619"/>
                </a:lnTo>
                <a:lnTo>
                  <a:pt x="354076" y="78739"/>
                </a:lnTo>
                <a:lnTo>
                  <a:pt x="351536" y="73659"/>
                </a:lnTo>
                <a:lnTo>
                  <a:pt x="349250" y="69849"/>
                </a:lnTo>
                <a:close/>
              </a:path>
              <a:path w="483235" h="309880">
                <a:moveTo>
                  <a:pt x="269494" y="82549"/>
                </a:moveTo>
                <a:lnTo>
                  <a:pt x="260222" y="82549"/>
                </a:lnTo>
                <a:lnTo>
                  <a:pt x="253365" y="83819"/>
                </a:lnTo>
                <a:lnTo>
                  <a:pt x="249936" y="85089"/>
                </a:lnTo>
                <a:lnTo>
                  <a:pt x="246126" y="86359"/>
                </a:lnTo>
                <a:lnTo>
                  <a:pt x="241300" y="88899"/>
                </a:lnTo>
                <a:lnTo>
                  <a:pt x="237236" y="92709"/>
                </a:lnTo>
                <a:lnTo>
                  <a:pt x="233933" y="97789"/>
                </a:lnTo>
                <a:lnTo>
                  <a:pt x="230504" y="102869"/>
                </a:lnTo>
                <a:lnTo>
                  <a:pt x="227711" y="110489"/>
                </a:lnTo>
                <a:lnTo>
                  <a:pt x="225679" y="118109"/>
                </a:lnTo>
                <a:lnTo>
                  <a:pt x="238633" y="118109"/>
                </a:lnTo>
                <a:lnTo>
                  <a:pt x="243204" y="107949"/>
                </a:lnTo>
                <a:lnTo>
                  <a:pt x="246253" y="105409"/>
                </a:lnTo>
                <a:lnTo>
                  <a:pt x="250062" y="102869"/>
                </a:lnTo>
                <a:lnTo>
                  <a:pt x="253111" y="101599"/>
                </a:lnTo>
                <a:lnTo>
                  <a:pt x="256031" y="100329"/>
                </a:lnTo>
                <a:lnTo>
                  <a:pt x="293460" y="100329"/>
                </a:lnTo>
                <a:lnTo>
                  <a:pt x="294640" y="93979"/>
                </a:lnTo>
                <a:lnTo>
                  <a:pt x="295859" y="90169"/>
                </a:lnTo>
                <a:lnTo>
                  <a:pt x="282829" y="90169"/>
                </a:lnTo>
                <a:lnTo>
                  <a:pt x="280289" y="87629"/>
                </a:lnTo>
                <a:lnTo>
                  <a:pt x="277748" y="86359"/>
                </a:lnTo>
                <a:lnTo>
                  <a:pt x="272415" y="83819"/>
                </a:lnTo>
                <a:lnTo>
                  <a:pt x="269494" y="82549"/>
                </a:lnTo>
                <a:close/>
              </a:path>
              <a:path w="483235" h="309880">
                <a:moveTo>
                  <a:pt x="427481" y="0"/>
                </a:moveTo>
                <a:lnTo>
                  <a:pt x="389890" y="13969"/>
                </a:lnTo>
                <a:lnTo>
                  <a:pt x="385826" y="19049"/>
                </a:lnTo>
                <a:lnTo>
                  <a:pt x="381634" y="24129"/>
                </a:lnTo>
                <a:lnTo>
                  <a:pt x="378841" y="29209"/>
                </a:lnTo>
                <a:lnTo>
                  <a:pt x="375793" y="41909"/>
                </a:lnTo>
                <a:lnTo>
                  <a:pt x="375742" y="44449"/>
                </a:lnTo>
                <a:lnTo>
                  <a:pt x="375666" y="48259"/>
                </a:lnTo>
                <a:lnTo>
                  <a:pt x="377952" y="63499"/>
                </a:lnTo>
                <a:lnTo>
                  <a:pt x="403479" y="102869"/>
                </a:lnTo>
                <a:lnTo>
                  <a:pt x="414781" y="107949"/>
                </a:lnTo>
                <a:lnTo>
                  <a:pt x="420623" y="110489"/>
                </a:lnTo>
                <a:lnTo>
                  <a:pt x="458469" y="101599"/>
                </a:lnTo>
                <a:lnTo>
                  <a:pt x="469138" y="93979"/>
                </a:lnTo>
                <a:lnTo>
                  <a:pt x="425450" y="93979"/>
                </a:lnTo>
                <a:lnTo>
                  <a:pt x="417830" y="90169"/>
                </a:lnTo>
                <a:lnTo>
                  <a:pt x="414400" y="87629"/>
                </a:lnTo>
                <a:lnTo>
                  <a:pt x="408305" y="81279"/>
                </a:lnTo>
                <a:lnTo>
                  <a:pt x="405511" y="77469"/>
                </a:lnTo>
                <a:lnTo>
                  <a:pt x="402971" y="72389"/>
                </a:lnTo>
                <a:lnTo>
                  <a:pt x="427471" y="59689"/>
                </a:lnTo>
                <a:lnTo>
                  <a:pt x="396748" y="59689"/>
                </a:lnTo>
                <a:lnTo>
                  <a:pt x="394970" y="55879"/>
                </a:lnTo>
                <a:lnTo>
                  <a:pt x="393827" y="52069"/>
                </a:lnTo>
                <a:lnTo>
                  <a:pt x="393191" y="48259"/>
                </a:lnTo>
                <a:lnTo>
                  <a:pt x="392684" y="44449"/>
                </a:lnTo>
                <a:lnTo>
                  <a:pt x="392684" y="40639"/>
                </a:lnTo>
                <a:lnTo>
                  <a:pt x="394208" y="34289"/>
                </a:lnTo>
                <a:lnTo>
                  <a:pt x="395732" y="30479"/>
                </a:lnTo>
                <a:lnTo>
                  <a:pt x="398018" y="27939"/>
                </a:lnTo>
                <a:lnTo>
                  <a:pt x="400304" y="24129"/>
                </a:lnTo>
                <a:lnTo>
                  <a:pt x="403479" y="21589"/>
                </a:lnTo>
                <a:lnTo>
                  <a:pt x="407543" y="19049"/>
                </a:lnTo>
                <a:lnTo>
                  <a:pt x="415416" y="15239"/>
                </a:lnTo>
                <a:lnTo>
                  <a:pt x="454215" y="15239"/>
                </a:lnTo>
                <a:lnTo>
                  <a:pt x="452119" y="12699"/>
                </a:lnTo>
                <a:lnTo>
                  <a:pt x="448056" y="8889"/>
                </a:lnTo>
                <a:lnTo>
                  <a:pt x="443356" y="5079"/>
                </a:lnTo>
                <a:lnTo>
                  <a:pt x="438277" y="3809"/>
                </a:lnTo>
                <a:lnTo>
                  <a:pt x="433069" y="1269"/>
                </a:lnTo>
                <a:lnTo>
                  <a:pt x="427481" y="0"/>
                </a:lnTo>
                <a:close/>
              </a:path>
              <a:path w="483235" h="309880">
                <a:moveTo>
                  <a:pt x="477773" y="67309"/>
                </a:moveTo>
                <a:lnTo>
                  <a:pt x="474091" y="67309"/>
                </a:lnTo>
                <a:lnTo>
                  <a:pt x="473075" y="68579"/>
                </a:lnTo>
                <a:lnTo>
                  <a:pt x="470789" y="71119"/>
                </a:lnTo>
                <a:lnTo>
                  <a:pt x="467106" y="76199"/>
                </a:lnTo>
                <a:lnTo>
                  <a:pt x="465200" y="77469"/>
                </a:lnTo>
                <a:lnTo>
                  <a:pt x="462661" y="80009"/>
                </a:lnTo>
                <a:lnTo>
                  <a:pt x="456819" y="85089"/>
                </a:lnTo>
                <a:lnTo>
                  <a:pt x="453136" y="87629"/>
                </a:lnTo>
                <a:lnTo>
                  <a:pt x="448944" y="88899"/>
                </a:lnTo>
                <a:lnTo>
                  <a:pt x="443611" y="92709"/>
                </a:lnTo>
                <a:lnTo>
                  <a:pt x="438658" y="93979"/>
                </a:lnTo>
                <a:lnTo>
                  <a:pt x="469138" y="93979"/>
                </a:lnTo>
                <a:lnTo>
                  <a:pt x="472059" y="91439"/>
                </a:lnTo>
                <a:lnTo>
                  <a:pt x="476884" y="86359"/>
                </a:lnTo>
                <a:lnTo>
                  <a:pt x="478790" y="85089"/>
                </a:lnTo>
                <a:lnTo>
                  <a:pt x="480187" y="82549"/>
                </a:lnTo>
                <a:lnTo>
                  <a:pt x="481584" y="81279"/>
                </a:lnTo>
                <a:lnTo>
                  <a:pt x="482346" y="80009"/>
                </a:lnTo>
                <a:lnTo>
                  <a:pt x="482727" y="77469"/>
                </a:lnTo>
                <a:lnTo>
                  <a:pt x="482600" y="76199"/>
                </a:lnTo>
                <a:lnTo>
                  <a:pt x="482472" y="76199"/>
                </a:lnTo>
                <a:lnTo>
                  <a:pt x="481711" y="73659"/>
                </a:lnTo>
                <a:lnTo>
                  <a:pt x="481330" y="73659"/>
                </a:lnTo>
                <a:lnTo>
                  <a:pt x="480948" y="72389"/>
                </a:lnTo>
                <a:lnTo>
                  <a:pt x="479678" y="69849"/>
                </a:lnTo>
                <a:lnTo>
                  <a:pt x="478663" y="68579"/>
                </a:lnTo>
                <a:lnTo>
                  <a:pt x="478155" y="68579"/>
                </a:lnTo>
                <a:lnTo>
                  <a:pt x="477773" y="67309"/>
                </a:lnTo>
                <a:close/>
              </a:path>
              <a:path w="483235" h="309880">
                <a:moveTo>
                  <a:pt x="325120" y="52069"/>
                </a:moveTo>
                <a:lnTo>
                  <a:pt x="315214" y="52069"/>
                </a:lnTo>
                <a:lnTo>
                  <a:pt x="309880" y="53339"/>
                </a:lnTo>
                <a:lnTo>
                  <a:pt x="304165" y="57149"/>
                </a:lnTo>
                <a:lnTo>
                  <a:pt x="301752" y="58419"/>
                </a:lnTo>
                <a:lnTo>
                  <a:pt x="282829" y="90169"/>
                </a:lnTo>
                <a:lnTo>
                  <a:pt x="295859" y="90169"/>
                </a:lnTo>
                <a:lnTo>
                  <a:pt x="296672" y="87629"/>
                </a:lnTo>
                <a:lnTo>
                  <a:pt x="298958" y="82549"/>
                </a:lnTo>
                <a:lnTo>
                  <a:pt x="314070" y="69849"/>
                </a:lnTo>
                <a:lnTo>
                  <a:pt x="349250" y="69849"/>
                </a:lnTo>
                <a:lnTo>
                  <a:pt x="348488" y="68579"/>
                </a:lnTo>
                <a:lnTo>
                  <a:pt x="345186" y="64769"/>
                </a:lnTo>
                <a:lnTo>
                  <a:pt x="341757" y="60959"/>
                </a:lnTo>
                <a:lnTo>
                  <a:pt x="338073" y="57149"/>
                </a:lnTo>
                <a:lnTo>
                  <a:pt x="329691" y="53339"/>
                </a:lnTo>
                <a:lnTo>
                  <a:pt x="325120" y="52069"/>
                </a:lnTo>
                <a:close/>
              </a:path>
              <a:path w="483235" h="309880">
                <a:moveTo>
                  <a:pt x="454215" y="15239"/>
                </a:moveTo>
                <a:lnTo>
                  <a:pt x="422656" y="15239"/>
                </a:lnTo>
                <a:lnTo>
                  <a:pt x="435737" y="20319"/>
                </a:lnTo>
                <a:lnTo>
                  <a:pt x="441197" y="26669"/>
                </a:lnTo>
                <a:lnTo>
                  <a:pt x="445389" y="34289"/>
                </a:lnTo>
                <a:lnTo>
                  <a:pt x="396748" y="59689"/>
                </a:lnTo>
                <a:lnTo>
                  <a:pt x="427471" y="59689"/>
                </a:lnTo>
                <a:lnTo>
                  <a:pt x="461772" y="41909"/>
                </a:lnTo>
                <a:lnTo>
                  <a:pt x="466090" y="35559"/>
                </a:lnTo>
                <a:lnTo>
                  <a:pt x="465709" y="34289"/>
                </a:lnTo>
                <a:lnTo>
                  <a:pt x="464439" y="31749"/>
                </a:lnTo>
                <a:lnTo>
                  <a:pt x="459866" y="22859"/>
                </a:lnTo>
                <a:lnTo>
                  <a:pt x="456311" y="17779"/>
                </a:lnTo>
                <a:lnTo>
                  <a:pt x="454215" y="152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791362" y="1758696"/>
            <a:ext cx="1772285" cy="984250"/>
            <a:chOff x="791362" y="1758696"/>
            <a:chExt cx="1772285" cy="984250"/>
          </a:xfrm>
        </p:grpSpPr>
        <p:sp>
          <p:nvSpPr>
            <p:cNvPr id="11" name="object 11"/>
            <p:cNvSpPr/>
            <p:nvPr/>
          </p:nvSpPr>
          <p:spPr>
            <a:xfrm>
              <a:off x="1380363" y="2275713"/>
              <a:ext cx="1175385" cy="459105"/>
            </a:xfrm>
            <a:custGeom>
              <a:avLst/>
              <a:gdLst/>
              <a:ahLst/>
              <a:cxnLst/>
              <a:rect l="l" t="t" r="r" b="b"/>
              <a:pathLst>
                <a:path w="1175385" h="459105">
                  <a:moveTo>
                    <a:pt x="0" y="458724"/>
                  </a:moveTo>
                  <a:lnTo>
                    <a:pt x="1175003" y="458724"/>
                  </a:lnTo>
                  <a:lnTo>
                    <a:pt x="1175003" y="0"/>
                  </a:lnTo>
                  <a:lnTo>
                    <a:pt x="0" y="0"/>
                  </a:lnTo>
                  <a:lnTo>
                    <a:pt x="0" y="458724"/>
                  </a:lnTo>
                  <a:close/>
                </a:path>
              </a:pathLst>
            </a:custGeom>
            <a:ln w="16001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91362" y="1758696"/>
              <a:ext cx="741045" cy="483234"/>
            </a:xfrm>
            <a:custGeom>
              <a:avLst/>
              <a:gdLst/>
              <a:ahLst/>
              <a:cxnLst/>
              <a:rect l="l" t="t" r="r" b="b"/>
              <a:pathLst>
                <a:path w="741044" h="483235">
                  <a:moveTo>
                    <a:pt x="16700" y="340613"/>
                  </a:moveTo>
                  <a:lnTo>
                    <a:pt x="8483" y="340613"/>
                  </a:lnTo>
                  <a:lnTo>
                    <a:pt x="6832" y="341883"/>
                  </a:lnTo>
                  <a:lnTo>
                    <a:pt x="5245" y="343153"/>
                  </a:lnTo>
                  <a:lnTo>
                    <a:pt x="3949" y="343153"/>
                  </a:lnTo>
                  <a:lnTo>
                    <a:pt x="2959" y="344423"/>
                  </a:lnTo>
                  <a:lnTo>
                    <a:pt x="1981" y="344423"/>
                  </a:lnTo>
                  <a:lnTo>
                    <a:pt x="1231" y="345693"/>
                  </a:lnTo>
                  <a:lnTo>
                    <a:pt x="749" y="345693"/>
                  </a:lnTo>
                  <a:lnTo>
                    <a:pt x="253" y="346963"/>
                  </a:lnTo>
                  <a:lnTo>
                    <a:pt x="0" y="346963"/>
                  </a:lnTo>
                  <a:lnTo>
                    <a:pt x="63" y="349503"/>
                  </a:lnTo>
                  <a:lnTo>
                    <a:pt x="342" y="349503"/>
                  </a:lnTo>
                  <a:lnTo>
                    <a:pt x="68910" y="481583"/>
                  </a:lnTo>
                  <a:lnTo>
                    <a:pt x="69189" y="482853"/>
                  </a:lnTo>
                  <a:lnTo>
                    <a:pt x="74561" y="482853"/>
                  </a:lnTo>
                  <a:lnTo>
                    <a:pt x="75691" y="481583"/>
                  </a:lnTo>
                  <a:lnTo>
                    <a:pt x="78638" y="480313"/>
                  </a:lnTo>
                  <a:lnTo>
                    <a:pt x="80289" y="480313"/>
                  </a:lnTo>
                  <a:lnTo>
                    <a:pt x="81610" y="479043"/>
                  </a:lnTo>
                  <a:lnTo>
                    <a:pt x="82600" y="479043"/>
                  </a:lnTo>
                  <a:lnTo>
                    <a:pt x="83578" y="477773"/>
                  </a:lnTo>
                  <a:lnTo>
                    <a:pt x="84302" y="476503"/>
                  </a:lnTo>
                  <a:lnTo>
                    <a:pt x="85229" y="476503"/>
                  </a:lnTo>
                  <a:lnTo>
                    <a:pt x="85496" y="475233"/>
                  </a:lnTo>
                  <a:lnTo>
                    <a:pt x="85547" y="473963"/>
                  </a:lnTo>
                  <a:lnTo>
                    <a:pt x="85267" y="473963"/>
                  </a:lnTo>
                  <a:lnTo>
                    <a:pt x="59651" y="424433"/>
                  </a:lnTo>
                  <a:lnTo>
                    <a:pt x="103041" y="424433"/>
                  </a:lnTo>
                  <a:lnTo>
                    <a:pt x="97767" y="421893"/>
                  </a:lnTo>
                  <a:lnTo>
                    <a:pt x="58470" y="421893"/>
                  </a:lnTo>
                  <a:lnTo>
                    <a:pt x="16700" y="340613"/>
                  </a:lnTo>
                  <a:close/>
                </a:path>
                <a:path w="741044" h="483235">
                  <a:moveTo>
                    <a:pt x="103041" y="424433"/>
                  </a:moveTo>
                  <a:lnTo>
                    <a:pt x="59651" y="424433"/>
                  </a:lnTo>
                  <a:lnTo>
                    <a:pt x="122885" y="453643"/>
                  </a:lnTo>
                  <a:lnTo>
                    <a:pt x="123583" y="453643"/>
                  </a:lnTo>
                  <a:lnTo>
                    <a:pt x="124294" y="454913"/>
                  </a:lnTo>
                  <a:lnTo>
                    <a:pt x="128371" y="454913"/>
                  </a:lnTo>
                  <a:lnTo>
                    <a:pt x="129438" y="453643"/>
                  </a:lnTo>
                  <a:lnTo>
                    <a:pt x="133349" y="452373"/>
                  </a:lnTo>
                  <a:lnTo>
                    <a:pt x="135127" y="451103"/>
                  </a:lnTo>
                  <a:lnTo>
                    <a:pt x="136855" y="451103"/>
                  </a:lnTo>
                  <a:lnTo>
                    <a:pt x="138239" y="449833"/>
                  </a:lnTo>
                  <a:lnTo>
                    <a:pt x="139293" y="448563"/>
                  </a:lnTo>
                  <a:lnTo>
                    <a:pt x="140347" y="448563"/>
                  </a:lnTo>
                  <a:lnTo>
                    <a:pt x="141122" y="447293"/>
                  </a:lnTo>
                  <a:lnTo>
                    <a:pt x="141604" y="447293"/>
                  </a:lnTo>
                  <a:lnTo>
                    <a:pt x="142100" y="446023"/>
                  </a:lnTo>
                  <a:lnTo>
                    <a:pt x="142379" y="446023"/>
                  </a:lnTo>
                  <a:lnTo>
                    <a:pt x="142392" y="444753"/>
                  </a:lnTo>
                  <a:lnTo>
                    <a:pt x="142112" y="443483"/>
                  </a:lnTo>
                  <a:lnTo>
                    <a:pt x="141808" y="443483"/>
                  </a:lnTo>
                  <a:lnTo>
                    <a:pt x="141287" y="442213"/>
                  </a:lnTo>
                  <a:lnTo>
                    <a:pt x="139839" y="442213"/>
                  </a:lnTo>
                  <a:lnTo>
                    <a:pt x="138760" y="440943"/>
                  </a:lnTo>
                  <a:lnTo>
                    <a:pt x="137325" y="440943"/>
                  </a:lnTo>
                  <a:lnTo>
                    <a:pt x="103041" y="424433"/>
                  </a:lnTo>
                  <a:close/>
                </a:path>
                <a:path w="741044" h="483235">
                  <a:moveTo>
                    <a:pt x="168262" y="319023"/>
                  </a:moveTo>
                  <a:lnTo>
                    <a:pt x="156095" y="319023"/>
                  </a:lnTo>
                  <a:lnTo>
                    <a:pt x="149542" y="321563"/>
                  </a:lnTo>
                  <a:lnTo>
                    <a:pt x="142544" y="325373"/>
                  </a:lnTo>
                  <a:lnTo>
                    <a:pt x="136004" y="327913"/>
                  </a:lnTo>
                  <a:lnTo>
                    <a:pt x="116598" y="360933"/>
                  </a:lnTo>
                  <a:lnTo>
                    <a:pt x="116527" y="363473"/>
                  </a:lnTo>
                  <a:lnTo>
                    <a:pt x="116420" y="367283"/>
                  </a:lnTo>
                  <a:lnTo>
                    <a:pt x="129514" y="404113"/>
                  </a:lnTo>
                  <a:lnTo>
                    <a:pt x="161429" y="429513"/>
                  </a:lnTo>
                  <a:lnTo>
                    <a:pt x="174218" y="429513"/>
                  </a:lnTo>
                  <a:lnTo>
                    <a:pt x="180797" y="428243"/>
                  </a:lnTo>
                  <a:lnTo>
                    <a:pt x="187756" y="425703"/>
                  </a:lnTo>
                  <a:lnTo>
                    <a:pt x="195084" y="421893"/>
                  </a:lnTo>
                  <a:lnTo>
                    <a:pt x="199313" y="419353"/>
                  </a:lnTo>
                  <a:lnTo>
                    <a:pt x="203136" y="418083"/>
                  </a:lnTo>
                  <a:lnTo>
                    <a:pt x="209956" y="413003"/>
                  </a:lnTo>
                  <a:lnTo>
                    <a:pt x="166255" y="413003"/>
                  </a:lnTo>
                  <a:lnTo>
                    <a:pt x="158661" y="409193"/>
                  </a:lnTo>
                  <a:lnTo>
                    <a:pt x="155244" y="406653"/>
                  </a:lnTo>
                  <a:lnTo>
                    <a:pt x="149148" y="400303"/>
                  </a:lnTo>
                  <a:lnTo>
                    <a:pt x="146342" y="395223"/>
                  </a:lnTo>
                  <a:lnTo>
                    <a:pt x="143776" y="390143"/>
                  </a:lnTo>
                  <a:lnTo>
                    <a:pt x="165808" y="378713"/>
                  </a:lnTo>
                  <a:lnTo>
                    <a:pt x="137566" y="378713"/>
                  </a:lnTo>
                  <a:lnTo>
                    <a:pt x="135813" y="374903"/>
                  </a:lnTo>
                  <a:lnTo>
                    <a:pt x="134645" y="371093"/>
                  </a:lnTo>
                  <a:lnTo>
                    <a:pt x="133438" y="363473"/>
                  </a:lnTo>
                  <a:lnTo>
                    <a:pt x="133527" y="359663"/>
                  </a:lnTo>
                  <a:lnTo>
                    <a:pt x="163474" y="332993"/>
                  </a:lnTo>
                  <a:lnTo>
                    <a:pt x="194318" y="332993"/>
                  </a:lnTo>
                  <a:lnTo>
                    <a:pt x="192938" y="331723"/>
                  </a:lnTo>
                  <a:lnTo>
                    <a:pt x="188798" y="326643"/>
                  </a:lnTo>
                  <a:lnTo>
                    <a:pt x="184162" y="324103"/>
                  </a:lnTo>
                  <a:lnTo>
                    <a:pt x="173875" y="320293"/>
                  </a:lnTo>
                  <a:lnTo>
                    <a:pt x="168262" y="319023"/>
                  </a:lnTo>
                  <a:close/>
                </a:path>
                <a:path w="741044" h="483235">
                  <a:moveTo>
                    <a:pt x="92354" y="355853"/>
                  </a:moveTo>
                  <a:lnTo>
                    <a:pt x="87401" y="355853"/>
                  </a:lnTo>
                  <a:lnTo>
                    <a:pt x="83642" y="357123"/>
                  </a:lnTo>
                  <a:lnTo>
                    <a:pt x="81991" y="358393"/>
                  </a:lnTo>
                  <a:lnTo>
                    <a:pt x="80403" y="358393"/>
                  </a:lnTo>
                  <a:lnTo>
                    <a:pt x="79070" y="359663"/>
                  </a:lnTo>
                  <a:lnTo>
                    <a:pt x="78003" y="360933"/>
                  </a:lnTo>
                  <a:lnTo>
                    <a:pt x="76923" y="360933"/>
                  </a:lnTo>
                  <a:lnTo>
                    <a:pt x="76060" y="362203"/>
                  </a:lnTo>
                  <a:lnTo>
                    <a:pt x="75387" y="362203"/>
                  </a:lnTo>
                  <a:lnTo>
                    <a:pt x="74714" y="363473"/>
                  </a:lnTo>
                  <a:lnTo>
                    <a:pt x="74193" y="363473"/>
                  </a:lnTo>
                  <a:lnTo>
                    <a:pt x="73825" y="364743"/>
                  </a:lnTo>
                  <a:lnTo>
                    <a:pt x="73444" y="364743"/>
                  </a:lnTo>
                  <a:lnTo>
                    <a:pt x="73164" y="366013"/>
                  </a:lnTo>
                  <a:lnTo>
                    <a:pt x="72986" y="367283"/>
                  </a:lnTo>
                  <a:lnTo>
                    <a:pt x="58470" y="421893"/>
                  </a:lnTo>
                  <a:lnTo>
                    <a:pt x="97767" y="421893"/>
                  </a:lnTo>
                  <a:lnTo>
                    <a:pt x="76669" y="411733"/>
                  </a:lnTo>
                  <a:lnTo>
                    <a:pt x="92240" y="363473"/>
                  </a:lnTo>
                  <a:lnTo>
                    <a:pt x="92913" y="359663"/>
                  </a:lnTo>
                  <a:lnTo>
                    <a:pt x="92951" y="358393"/>
                  </a:lnTo>
                  <a:lnTo>
                    <a:pt x="92760" y="357123"/>
                  </a:lnTo>
                  <a:lnTo>
                    <a:pt x="92354" y="355853"/>
                  </a:lnTo>
                  <a:close/>
                </a:path>
                <a:path w="741044" h="483235">
                  <a:moveTo>
                    <a:pt x="290233" y="415543"/>
                  </a:moveTo>
                  <a:lnTo>
                    <a:pt x="282625" y="415543"/>
                  </a:lnTo>
                  <a:lnTo>
                    <a:pt x="283438" y="416813"/>
                  </a:lnTo>
                  <a:lnTo>
                    <a:pt x="284022" y="418083"/>
                  </a:lnTo>
                  <a:lnTo>
                    <a:pt x="286511" y="418083"/>
                  </a:lnTo>
                  <a:lnTo>
                    <a:pt x="288798" y="416813"/>
                  </a:lnTo>
                  <a:lnTo>
                    <a:pt x="290233" y="415543"/>
                  </a:lnTo>
                  <a:close/>
                </a:path>
                <a:path w="741044" h="483235">
                  <a:moveTo>
                    <a:pt x="213131" y="293623"/>
                  </a:moveTo>
                  <a:lnTo>
                    <a:pt x="205752" y="293623"/>
                  </a:lnTo>
                  <a:lnTo>
                    <a:pt x="204177" y="294893"/>
                  </a:lnTo>
                  <a:lnTo>
                    <a:pt x="200202" y="297433"/>
                  </a:lnTo>
                  <a:lnTo>
                    <a:pt x="198666" y="297433"/>
                  </a:lnTo>
                  <a:lnTo>
                    <a:pt x="196456" y="298703"/>
                  </a:lnTo>
                  <a:lnTo>
                    <a:pt x="195757" y="299973"/>
                  </a:lnTo>
                  <a:lnTo>
                    <a:pt x="195186" y="301243"/>
                  </a:lnTo>
                  <a:lnTo>
                    <a:pt x="195237" y="302513"/>
                  </a:lnTo>
                  <a:lnTo>
                    <a:pt x="195656" y="302513"/>
                  </a:lnTo>
                  <a:lnTo>
                    <a:pt x="196062" y="303783"/>
                  </a:lnTo>
                  <a:lnTo>
                    <a:pt x="196888" y="305053"/>
                  </a:lnTo>
                  <a:lnTo>
                    <a:pt x="274104" y="374903"/>
                  </a:lnTo>
                  <a:lnTo>
                    <a:pt x="274637" y="374903"/>
                  </a:lnTo>
                  <a:lnTo>
                    <a:pt x="275323" y="376173"/>
                  </a:lnTo>
                  <a:lnTo>
                    <a:pt x="278511" y="376173"/>
                  </a:lnTo>
                  <a:lnTo>
                    <a:pt x="281160" y="402843"/>
                  </a:lnTo>
                  <a:lnTo>
                    <a:pt x="281286" y="404113"/>
                  </a:lnTo>
                  <a:lnTo>
                    <a:pt x="281412" y="405383"/>
                  </a:lnTo>
                  <a:lnTo>
                    <a:pt x="281538" y="406653"/>
                  </a:lnTo>
                  <a:lnTo>
                    <a:pt x="281664" y="407923"/>
                  </a:lnTo>
                  <a:lnTo>
                    <a:pt x="281790" y="409193"/>
                  </a:lnTo>
                  <a:lnTo>
                    <a:pt x="281917" y="410463"/>
                  </a:lnTo>
                  <a:lnTo>
                    <a:pt x="282043" y="411733"/>
                  </a:lnTo>
                  <a:lnTo>
                    <a:pt x="282169" y="413003"/>
                  </a:lnTo>
                  <a:lnTo>
                    <a:pt x="282295" y="414273"/>
                  </a:lnTo>
                  <a:lnTo>
                    <a:pt x="282371" y="415543"/>
                  </a:lnTo>
                  <a:lnTo>
                    <a:pt x="291947" y="415543"/>
                  </a:lnTo>
                  <a:lnTo>
                    <a:pt x="295249" y="413003"/>
                  </a:lnTo>
                  <a:lnTo>
                    <a:pt x="297561" y="411733"/>
                  </a:lnTo>
                  <a:lnTo>
                    <a:pt x="300227" y="409193"/>
                  </a:lnTo>
                  <a:lnTo>
                    <a:pt x="300812" y="407923"/>
                  </a:lnTo>
                  <a:lnTo>
                    <a:pt x="295567" y="367283"/>
                  </a:lnTo>
                  <a:lnTo>
                    <a:pt x="293722" y="353313"/>
                  </a:lnTo>
                  <a:lnTo>
                    <a:pt x="276440" y="353313"/>
                  </a:lnTo>
                  <a:lnTo>
                    <a:pt x="213906" y="294893"/>
                  </a:lnTo>
                  <a:lnTo>
                    <a:pt x="213131" y="293623"/>
                  </a:lnTo>
                  <a:close/>
                </a:path>
                <a:path w="741044" h="483235">
                  <a:moveTo>
                    <a:pt x="218986" y="386333"/>
                  </a:moveTo>
                  <a:lnTo>
                    <a:pt x="214934" y="386333"/>
                  </a:lnTo>
                  <a:lnTo>
                    <a:pt x="213931" y="387603"/>
                  </a:lnTo>
                  <a:lnTo>
                    <a:pt x="211531" y="390143"/>
                  </a:lnTo>
                  <a:lnTo>
                    <a:pt x="209943" y="392683"/>
                  </a:lnTo>
                  <a:lnTo>
                    <a:pt x="205981" y="396493"/>
                  </a:lnTo>
                  <a:lnTo>
                    <a:pt x="203517" y="399033"/>
                  </a:lnTo>
                  <a:lnTo>
                    <a:pt x="197599" y="404113"/>
                  </a:lnTo>
                  <a:lnTo>
                    <a:pt x="193992" y="405383"/>
                  </a:lnTo>
                  <a:lnTo>
                    <a:pt x="189737" y="407923"/>
                  </a:lnTo>
                  <a:lnTo>
                    <a:pt x="184365" y="410463"/>
                  </a:lnTo>
                  <a:lnTo>
                    <a:pt x="179425" y="413003"/>
                  </a:lnTo>
                  <a:lnTo>
                    <a:pt x="209956" y="413003"/>
                  </a:lnTo>
                  <a:lnTo>
                    <a:pt x="212877" y="410463"/>
                  </a:lnTo>
                  <a:lnTo>
                    <a:pt x="217741" y="405383"/>
                  </a:lnTo>
                  <a:lnTo>
                    <a:pt x="219633" y="402843"/>
                  </a:lnTo>
                  <a:lnTo>
                    <a:pt x="222338" y="400303"/>
                  </a:lnTo>
                  <a:lnTo>
                    <a:pt x="223113" y="399033"/>
                  </a:lnTo>
                  <a:lnTo>
                    <a:pt x="223278" y="397763"/>
                  </a:lnTo>
                  <a:lnTo>
                    <a:pt x="223456" y="397763"/>
                  </a:lnTo>
                  <a:lnTo>
                    <a:pt x="223545" y="395223"/>
                  </a:lnTo>
                  <a:lnTo>
                    <a:pt x="222503" y="392683"/>
                  </a:lnTo>
                  <a:lnTo>
                    <a:pt x="221094" y="390143"/>
                  </a:lnTo>
                  <a:lnTo>
                    <a:pt x="220522" y="388873"/>
                  </a:lnTo>
                  <a:lnTo>
                    <a:pt x="219989" y="387603"/>
                  </a:lnTo>
                  <a:lnTo>
                    <a:pt x="219468" y="387603"/>
                  </a:lnTo>
                  <a:lnTo>
                    <a:pt x="218986" y="386333"/>
                  </a:lnTo>
                  <a:close/>
                </a:path>
                <a:path w="741044" h="483235">
                  <a:moveTo>
                    <a:pt x="194318" y="332993"/>
                  </a:moveTo>
                  <a:lnTo>
                    <a:pt x="163474" y="332993"/>
                  </a:lnTo>
                  <a:lnTo>
                    <a:pt x="176580" y="339343"/>
                  </a:lnTo>
                  <a:lnTo>
                    <a:pt x="181978" y="344423"/>
                  </a:lnTo>
                  <a:lnTo>
                    <a:pt x="186232" y="353313"/>
                  </a:lnTo>
                  <a:lnTo>
                    <a:pt x="137566" y="378713"/>
                  </a:lnTo>
                  <a:lnTo>
                    <a:pt x="165808" y="378713"/>
                  </a:lnTo>
                  <a:lnTo>
                    <a:pt x="202526" y="359663"/>
                  </a:lnTo>
                  <a:lnTo>
                    <a:pt x="204177" y="359663"/>
                  </a:lnTo>
                  <a:lnTo>
                    <a:pt x="205371" y="358393"/>
                  </a:lnTo>
                  <a:lnTo>
                    <a:pt x="206832" y="354583"/>
                  </a:lnTo>
                  <a:lnTo>
                    <a:pt x="206540" y="352043"/>
                  </a:lnTo>
                  <a:lnTo>
                    <a:pt x="205193" y="349503"/>
                  </a:lnTo>
                  <a:lnTo>
                    <a:pt x="203657" y="346963"/>
                  </a:lnTo>
                  <a:lnTo>
                    <a:pt x="200647" y="340613"/>
                  </a:lnTo>
                  <a:lnTo>
                    <a:pt x="197078" y="335533"/>
                  </a:lnTo>
                  <a:lnTo>
                    <a:pt x="194318" y="332993"/>
                  </a:lnTo>
                  <a:close/>
                </a:path>
                <a:path w="741044" h="483235">
                  <a:moveTo>
                    <a:pt x="90677" y="354583"/>
                  </a:moveTo>
                  <a:lnTo>
                    <a:pt x="89217" y="354583"/>
                  </a:lnTo>
                  <a:lnTo>
                    <a:pt x="88391" y="355853"/>
                  </a:lnTo>
                  <a:lnTo>
                    <a:pt x="91643" y="355853"/>
                  </a:lnTo>
                  <a:lnTo>
                    <a:pt x="90677" y="354583"/>
                  </a:lnTo>
                  <a:close/>
                </a:path>
                <a:path w="741044" h="483235">
                  <a:moveTo>
                    <a:pt x="280289" y="258063"/>
                  </a:moveTo>
                  <a:lnTo>
                    <a:pt x="275767" y="258063"/>
                  </a:lnTo>
                  <a:lnTo>
                    <a:pt x="272923" y="259333"/>
                  </a:lnTo>
                  <a:lnTo>
                    <a:pt x="268960" y="261873"/>
                  </a:lnTo>
                  <a:lnTo>
                    <a:pt x="267385" y="261873"/>
                  </a:lnTo>
                  <a:lnTo>
                    <a:pt x="265315" y="263143"/>
                  </a:lnTo>
                  <a:lnTo>
                    <a:pt x="264604" y="264413"/>
                  </a:lnTo>
                  <a:lnTo>
                    <a:pt x="263855" y="265683"/>
                  </a:lnTo>
                  <a:lnTo>
                    <a:pt x="263804" y="266953"/>
                  </a:lnTo>
                  <a:lnTo>
                    <a:pt x="264058" y="268223"/>
                  </a:lnTo>
                  <a:lnTo>
                    <a:pt x="276733" y="353313"/>
                  </a:lnTo>
                  <a:lnTo>
                    <a:pt x="293722" y="353313"/>
                  </a:lnTo>
                  <a:lnTo>
                    <a:pt x="281647" y="261873"/>
                  </a:lnTo>
                  <a:lnTo>
                    <a:pt x="281419" y="260603"/>
                  </a:lnTo>
                  <a:lnTo>
                    <a:pt x="281114" y="259333"/>
                  </a:lnTo>
                  <a:lnTo>
                    <a:pt x="280695" y="259333"/>
                  </a:lnTo>
                  <a:lnTo>
                    <a:pt x="280289" y="258063"/>
                  </a:lnTo>
                  <a:close/>
                </a:path>
                <a:path w="741044" h="483235">
                  <a:moveTo>
                    <a:pt x="15112" y="339343"/>
                  </a:moveTo>
                  <a:lnTo>
                    <a:pt x="12115" y="339343"/>
                  </a:lnTo>
                  <a:lnTo>
                    <a:pt x="9867" y="340613"/>
                  </a:lnTo>
                  <a:lnTo>
                    <a:pt x="16052" y="340613"/>
                  </a:lnTo>
                  <a:lnTo>
                    <a:pt x="15112" y="339343"/>
                  </a:lnTo>
                  <a:close/>
                </a:path>
                <a:path w="741044" h="483235">
                  <a:moveTo>
                    <a:pt x="369417" y="329183"/>
                  </a:moveTo>
                  <a:lnTo>
                    <a:pt x="363677" y="329183"/>
                  </a:lnTo>
                  <a:lnTo>
                    <a:pt x="364261" y="330453"/>
                  </a:lnTo>
                  <a:lnTo>
                    <a:pt x="368261" y="330453"/>
                  </a:lnTo>
                  <a:lnTo>
                    <a:pt x="369417" y="329183"/>
                  </a:lnTo>
                  <a:close/>
                </a:path>
                <a:path w="741044" h="483235">
                  <a:moveTo>
                    <a:pt x="307441" y="245363"/>
                  </a:moveTo>
                  <a:lnTo>
                    <a:pt x="298627" y="245363"/>
                  </a:lnTo>
                  <a:lnTo>
                    <a:pt x="296773" y="246633"/>
                  </a:lnTo>
                  <a:lnTo>
                    <a:pt x="295249" y="247903"/>
                  </a:lnTo>
                  <a:lnTo>
                    <a:pt x="293979" y="247903"/>
                  </a:lnTo>
                  <a:lnTo>
                    <a:pt x="291934" y="249173"/>
                  </a:lnTo>
                  <a:lnTo>
                    <a:pt x="291172" y="250443"/>
                  </a:lnTo>
                  <a:lnTo>
                    <a:pt x="290664" y="250443"/>
                  </a:lnTo>
                  <a:lnTo>
                    <a:pt x="290156" y="251713"/>
                  </a:lnTo>
                  <a:lnTo>
                    <a:pt x="289864" y="251713"/>
                  </a:lnTo>
                  <a:lnTo>
                    <a:pt x="289826" y="252983"/>
                  </a:lnTo>
                  <a:lnTo>
                    <a:pt x="290372" y="254253"/>
                  </a:lnTo>
                  <a:lnTo>
                    <a:pt x="290728" y="255523"/>
                  </a:lnTo>
                  <a:lnTo>
                    <a:pt x="291680" y="255523"/>
                  </a:lnTo>
                  <a:lnTo>
                    <a:pt x="292341" y="256793"/>
                  </a:lnTo>
                  <a:lnTo>
                    <a:pt x="293179" y="258063"/>
                  </a:lnTo>
                  <a:lnTo>
                    <a:pt x="363143" y="329183"/>
                  </a:lnTo>
                  <a:lnTo>
                    <a:pt x="372135" y="329183"/>
                  </a:lnTo>
                  <a:lnTo>
                    <a:pt x="373837" y="327913"/>
                  </a:lnTo>
                  <a:lnTo>
                    <a:pt x="375894" y="326643"/>
                  </a:lnTo>
                  <a:lnTo>
                    <a:pt x="377875" y="325373"/>
                  </a:lnTo>
                  <a:lnTo>
                    <a:pt x="379514" y="325373"/>
                  </a:lnTo>
                  <a:lnTo>
                    <a:pt x="382117" y="322833"/>
                  </a:lnTo>
                  <a:lnTo>
                    <a:pt x="383133" y="322833"/>
                  </a:lnTo>
                  <a:lnTo>
                    <a:pt x="383857" y="321563"/>
                  </a:lnTo>
                  <a:lnTo>
                    <a:pt x="384581" y="321563"/>
                  </a:lnTo>
                  <a:lnTo>
                    <a:pt x="385038" y="320293"/>
                  </a:lnTo>
                  <a:lnTo>
                    <a:pt x="385419" y="319023"/>
                  </a:lnTo>
                  <a:lnTo>
                    <a:pt x="385419" y="317753"/>
                  </a:lnTo>
                  <a:lnTo>
                    <a:pt x="385241" y="317753"/>
                  </a:lnTo>
                  <a:lnTo>
                    <a:pt x="383292" y="308863"/>
                  </a:lnTo>
                  <a:lnTo>
                    <a:pt x="367690" y="308863"/>
                  </a:lnTo>
                  <a:lnTo>
                    <a:pt x="367030" y="307593"/>
                  </a:lnTo>
                  <a:lnTo>
                    <a:pt x="307441" y="245363"/>
                  </a:lnTo>
                  <a:close/>
                </a:path>
                <a:path w="741044" h="483235">
                  <a:moveTo>
                    <a:pt x="365620" y="214883"/>
                  </a:moveTo>
                  <a:lnTo>
                    <a:pt x="358762" y="214883"/>
                  </a:lnTo>
                  <a:lnTo>
                    <a:pt x="355853" y="216153"/>
                  </a:lnTo>
                  <a:lnTo>
                    <a:pt x="354202" y="217423"/>
                  </a:lnTo>
                  <a:lnTo>
                    <a:pt x="352882" y="217423"/>
                  </a:lnTo>
                  <a:lnTo>
                    <a:pt x="350939" y="218693"/>
                  </a:lnTo>
                  <a:lnTo>
                    <a:pt x="350215" y="219963"/>
                  </a:lnTo>
                  <a:lnTo>
                    <a:pt x="349745" y="219963"/>
                  </a:lnTo>
                  <a:lnTo>
                    <a:pt x="349262" y="221233"/>
                  </a:lnTo>
                  <a:lnTo>
                    <a:pt x="348995" y="221233"/>
                  </a:lnTo>
                  <a:lnTo>
                    <a:pt x="348894" y="222503"/>
                  </a:lnTo>
                  <a:lnTo>
                    <a:pt x="367690" y="308863"/>
                  </a:lnTo>
                  <a:lnTo>
                    <a:pt x="383292" y="308863"/>
                  </a:lnTo>
                  <a:lnTo>
                    <a:pt x="368808" y="242823"/>
                  </a:lnTo>
                  <a:lnTo>
                    <a:pt x="392334" y="242823"/>
                  </a:lnTo>
                  <a:lnTo>
                    <a:pt x="365620" y="214883"/>
                  </a:lnTo>
                  <a:close/>
                </a:path>
                <a:path w="741044" h="483235">
                  <a:moveTo>
                    <a:pt x="429513" y="298703"/>
                  </a:moveTo>
                  <a:lnTo>
                    <a:pt x="422262" y="298703"/>
                  </a:lnTo>
                  <a:lnTo>
                    <a:pt x="422846" y="299973"/>
                  </a:lnTo>
                  <a:lnTo>
                    <a:pt x="428053" y="299973"/>
                  </a:lnTo>
                  <a:lnTo>
                    <a:pt x="429513" y="298703"/>
                  </a:lnTo>
                  <a:close/>
                </a:path>
                <a:path w="741044" h="483235">
                  <a:moveTo>
                    <a:pt x="392334" y="242823"/>
                  </a:moveTo>
                  <a:lnTo>
                    <a:pt x="368808" y="242823"/>
                  </a:lnTo>
                  <a:lnTo>
                    <a:pt x="369468" y="244093"/>
                  </a:lnTo>
                  <a:lnTo>
                    <a:pt x="421716" y="298703"/>
                  </a:lnTo>
                  <a:lnTo>
                    <a:pt x="430961" y="298703"/>
                  </a:lnTo>
                  <a:lnTo>
                    <a:pt x="434771" y="296163"/>
                  </a:lnTo>
                  <a:lnTo>
                    <a:pt x="436753" y="294893"/>
                  </a:lnTo>
                  <a:lnTo>
                    <a:pt x="438378" y="294893"/>
                  </a:lnTo>
                  <a:lnTo>
                    <a:pt x="440918" y="292353"/>
                  </a:lnTo>
                  <a:lnTo>
                    <a:pt x="441858" y="292353"/>
                  </a:lnTo>
                  <a:lnTo>
                    <a:pt x="442480" y="291083"/>
                  </a:lnTo>
                  <a:lnTo>
                    <a:pt x="443103" y="291083"/>
                  </a:lnTo>
                  <a:lnTo>
                    <a:pt x="443509" y="289813"/>
                  </a:lnTo>
                  <a:lnTo>
                    <a:pt x="443699" y="289813"/>
                  </a:lnTo>
                  <a:lnTo>
                    <a:pt x="443890" y="288543"/>
                  </a:lnTo>
                  <a:lnTo>
                    <a:pt x="443725" y="287273"/>
                  </a:lnTo>
                  <a:lnTo>
                    <a:pt x="442143" y="278383"/>
                  </a:lnTo>
                  <a:lnTo>
                    <a:pt x="425780" y="278383"/>
                  </a:lnTo>
                  <a:lnTo>
                    <a:pt x="425119" y="277113"/>
                  </a:lnTo>
                  <a:lnTo>
                    <a:pt x="392334" y="242823"/>
                  </a:lnTo>
                  <a:close/>
                </a:path>
                <a:path w="741044" h="483235">
                  <a:moveTo>
                    <a:pt x="211353" y="292353"/>
                  </a:moveTo>
                  <a:lnTo>
                    <a:pt x="209092" y="292353"/>
                  </a:lnTo>
                  <a:lnTo>
                    <a:pt x="208102" y="293623"/>
                  </a:lnTo>
                  <a:lnTo>
                    <a:pt x="211912" y="293623"/>
                  </a:lnTo>
                  <a:lnTo>
                    <a:pt x="211353" y="292353"/>
                  </a:lnTo>
                  <a:close/>
                </a:path>
                <a:path w="741044" h="483235">
                  <a:moveTo>
                    <a:pt x="426097" y="188213"/>
                  </a:moveTo>
                  <a:lnTo>
                    <a:pt x="410540" y="188213"/>
                  </a:lnTo>
                  <a:lnTo>
                    <a:pt x="409765" y="189483"/>
                  </a:lnTo>
                  <a:lnTo>
                    <a:pt x="408749" y="189483"/>
                  </a:lnTo>
                  <a:lnTo>
                    <a:pt x="408470" y="190753"/>
                  </a:lnTo>
                  <a:lnTo>
                    <a:pt x="408546" y="193293"/>
                  </a:lnTo>
                  <a:lnTo>
                    <a:pt x="425411" y="277113"/>
                  </a:lnTo>
                  <a:lnTo>
                    <a:pt x="425780" y="278383"/>
                  </a:lnTo>
                  <a:lnTo>
                    <a:pt x="442143" y="278383"/>
                  </a:lnTo>
                  <a:lnTo>
                    <a:pt x="426097" y="188213"/>
                  </a:lnTo>
                  <a:close/>
                </a:path>
                <a:path w="741044" h="483235">
                  <a:moveTo>
                    <a:pt x="306438" y="244093"/>
                  </a:moveTo>
                  <a:lnTo>
                    <a:pt x="302488" y="244093"/>
                  </a:lnTo>
                  <a:lnTo>
                    <a:pt x="300139" y="245363"/>
                  </a:lnTo>
                  <a:lnTo>
                    <a:pt x="306933" y="245363"/>
                  </a:lnTo>
                  <a:lnTo>
                    <a:pt x="306438" y="244093"/>
                  </a:lnTo>
                  <a:close/>
                </a:path>
                <a:path w="741044" h="483235">
                  <a:moveTo>
                    <a:pt x="364769" y="213613"/>
                  </a:moveTo>
                  <a:lnTo>
                    <a:pt x="360921" y="213613"/>
                  </a:lnTo>
                  <a:lnTo>
                    <a:pt x="359841" y="214883"/>
                  </a:lnTo>
                  <a:lnTo>
                    <a:pt x="365213" y="214883"/>
                  </a:lnTo>
                  <a:lnTo>
                    <a:pt x="364769" y="213613"/>
                  </a:lnTo>
                  <a:close/>
                </a:path>
                <a:path w="741044" h="483235">
                  <a:moveTo>
                    <a:pt x="424535" y="183133"/>
                  </a:moveTo>
                  <a:lnTo>
                    <a:pt x="419582" y="183133"/>
                  </a:lnTo>
                  <a:lnTo>
                    <a:pt x="418591" y="184403"/>
                  </a:lnTo>
                  <a:lnTo>
                    <a:pt x="415721" y="185673"/>
                  </a:lnTo>
                  <a:lnTo>
                    <a:pt x="414007" y="185673"/>
                  </a:lnTo>
                  <a:lnTo>
                    <a:pt x="412622" y="186943"/>
                  </a:lnTo>
                  <a:lnTo>
                    <a:pt x="411581" y="188213"/>
                  </a:lnTo>
                  <a:lnTo>
                    <a:pt x="425919" y="188213"/>
                  </a:lnTo>
                  <a:lnTo>
                    <a:pt x="425729" y="186943"/>
                  </a:lnTo>
                  <a:lnTo>
                    <a:pt x="425310" y="185673"/>
                  </a:lnTo>
                  <a:lnTo>
                    <a:pt x="425081" y="184403"/>
                  </a:lnTo>
                  <a:lnTo>
                    <a:pt x="424840" y="184403"/>
                  </a:lnTo>
                  <a:lnTo>
                    <a:pt x="424535" y="183133"/>
                  </a:lnTo>
                  <a:close/>
                </a:path>
                <a:path w="741044" h="483235">
                  <a:moveTo>
                    <a:pt x="507339" y="142366"/>
                  </a:moveTo>
                  <a:lnTo>
                    <a:pt x="494131" y="143636"/>
                  </a:lnTo>
                  <a:lnTo>
                    <a:pt x="487146" y="145922"/>
                  </a:lnTo>
                  <a:lnTo>
                    <a:pt x="479907" y="149732"/>
                  </a:lnTo>
                  <a:lnTo>
                    <a:pt x="472274" y="153669"/>
                  </a:lnTo>
                  <a:lnTo>
                    <a:pt x="466255" y="158368"/>
                  </a:lnTo>
                  <a:lnTo>
                    <a:pt x="457428" y="169036"/>
                  </a:lnTo>
                  <a:lnTo>
                    <a:pt x="454469" y="175005"/>
                  </a:lnTo>
                  <a:lnTo>
                    <a:pt x="451446" y="187705"/>
                  </a:lnTo>
                  <a:lnTo>
                    <a:pt x="451448" y="195198"/>
                  </a:lnTo>
                  <a:lnTo>
                    <a:pt x="453805" y="208152"/>
                  </a:lnTo>
                  <a:lnTo>
                    <a:pt x="453897" y="208660"/>
                  </a:lnTo>
                  <a:lnTo>
                    <a:pt x="456425" y="215899"/>
                  </a:lnTo>
                  <a:lnTo>
                    <a:pt x="464096" y="230631"/>
                  </a:lnTo>
                  <a:lnTo>
                    <a:pt x="468477" y="236981"/>
                  </a:lnTo>
                  <a:lnTo>
                    <a:pt x="473341" y="241934"/>
                  </a:lnTo>
                  <a:lnTo>
                    <a:pt x="478205" y="247014"/>
                  </a:lnTo>
                  <a:lnTo>
                    <a:pt x="483463" y="250697"/>
                  </a:lnTo>
                  <a:lnTo>
                    <a:pt x="489305" y="252983"/>
                  </a:lnTo>
                  <a:lnTo>
                    <a:pt x="495147" y="255142"/>
                  </a:lnTo>
                  <a:lnTo>
                    <a:pt x="501243" y="256031"/>
                  </a:lnTo>
                  <a:lnTo>
                    <a:pt x="514451" y="254761"/>
                  </a:lnTo>
                  <a:lnTo>
                    <a:pt x="521436" y="252475"/>
                  </a:lnTo>
                  <a:lnTo>
                    <a:pt x="536295" y="244855"/>
                  </a:lnTo>
                  <a:lnTo>
                    <a:pt x="542264" y="240156"/>
                  </a:lnTo>
                  <a:lnTo>
                    <a:pt x="543505" y="238632"/>
                  </a:lnTo>
                  <a:lnTo>
                    <a:pt x="512292" y="238632"/>
                  </a:lnTo>
                  <a:lnTo>
                    <a:pt x="507847" y="238505"/>
                  </a:lnTo>
                  <a:lnTo>
                    <a:pt x="503275" y="238505"/>
                  </a:lnTo>
                  <a:lnTo>
                    <a:pt x="499084" y="237362"/>
                  </a:lnTo>
                  <a:lnTo>
                    <a:pt x="495401" y="235203"/>
                  </a:lnTo>
                  <a:lnTo>
                    <a:pt x="491591" y="233171"/>
                  </a:lnTo>
                  <a:lnTo>
                    <a:pt x="488162" y="230123"/>
                  </a:lnTo>
                  <a:lnTo>
                    <a:pt x="485114" y="226313"/>
                  </a:lnTo>
                  <a:lnTo>
                    <a:pt x="481939" y="222503"/>
                  </a:lnTo>
                  <a:lnTo>
                    <a:pt x="469636" y="190118"/>
                  </a:lnTo>
                  <a:lnTo>
                    <a:pt x="469569" y="188848"/>
                  </a:lnTo>
                  <a:lnTo>
                    <a:pt x="470852" y="180212"/>
                  </a:lnTo>
                  <a:lnTo>
                    <a:pt x="472478" y="176275"/>
                  </a:lnTo>
                  <a:lnTo>
                    <a:pt x="475094" y="172846"/>
                  </a:lnTo>
                  <a:lnTo>
                    <a:pt x="477697" y="169290"/>
                  </a:lnTo>
                  <a:lnTo>
                    <a:pt x="481431" y="166242"/>
                  </a:lnTo>
                  <a:lnTo>
                    <a:pt x="486257" y="163702"/>
                  </a:lnTo>
                  <a:lnTo>
                    <a:pt x="491591" y="161035"/>
                  </a:lnTo>
                  <a:lnTo>
                    <a:pt x="495978" y="159765"/>
                  </a:lnTo>
                  <a:lnTo>
                    <a:pt x="538581" y="159765"/>
                  </a:lnTo>
                  <a:lnTo>
                    <a:pt x="535279" y="156463"/>
                  </a:lnTo>
                  <a:lnTo>
                    <a:pt x="530453" y="151383"/>
                  </a:lnTo>
                  <a:lnTo>
                    <a:pt x="525119" y="147827"/>
                  </a:lnTo>
                  <a:lnTo>
                    <a:pt x="513562" y="143255"/>
                  </a:lnTo>
                  <a:lnTo>
                    <a:pt x="507339" y="142366"/>
                  </a:lnTo>
                  <a:close/>
                </a:path>
                <a:path w="741044" h="483235">
                  <a:moveTo>
                    <a:pt x="538581" y="159765"/>
                  </a:moveTo>
                  <a:lnTo>
                    <a:pt x="505434" y="159765"/>
                  </a:lnTo>
                  <a:lnTo>
                    <a:pt x="509625" y="160908"/>
                  </a:lnTo>
                  <a:lnTo>
                    <a:pt x="513308" y="163067"/>
                  </a:lnTo>
                  <a:lnTo>
                    <a:pt x="517118" y="165226"/>
                  </a:lnTo>
                  <a:lnTo>
                    <a:pt x="520547" y="168274"/>
                  </a:lnTo>
                  <a:lnTo>
                    <a:pt x="523595" y="172084"/>
                  </a:lnTo>
                  <a:lnTo>
                    <a:pt x="526770" y="175894"/>
                  </a:lnTo>
                  <a:lnTo>
                    <a:pt x="539046" y="210565"/>
                  </a:lnTo>
                  <a:lnTo>
                    <a:pt x="537946" y="217931"/>
                  </a:lnTo>
                  <a:lnTo>
                    <a:pt x="516997" y="237362"/>
                  </a:lnTo>
                  <a:lnTo>
                    <a:pt x="516795" y="237362"/>
                  </a:lnTo>
                  <a:lnTo>
                    <a:pt x="512292" y="238632"/>
                  </a:lnTo>
                  <a:lnTo>
                    <a:pt x="543505" y="238632"/>
                  </a:lnTo>
                  <a:lnTo>
                    <a:pt x="551154" y="229234"/>
                  </a:lnTo>
                  <a:lnTo>
                    <a:pt x="554075" y="223392"/>
                  </a:lnTo>
                  <a:lnTo>
                    <a:pt x="555599" y="216915"/>
                  </a:lnTo>
                  <a:lnTo>
                    <a:pt x="557123" y="210565"/>
                  </a:lnTo>
                  <a:lnTo>
                    <a:pt x="544550" y="167639"/>
                  </a:lnTo>
                  <a:lnTo>
                    <a:pt x="540232" y="161416"/>
                  </a:lnTo>
                  <a:lnTo>
                    <a:pt x="538581" y="159765"/>
                  </a:lnTo>
                  <a:close/>
                </a:path>
                <a:path w="741044" h="483235">
                  <a:moveTo>
                    <a:pt x="561187" y="109854"/>
                  </a:moveTo>
                  <a:lnTo>
                    <a:pt x="560425" y="110108"/>
                  </a:lnTo>
                  <a:lnTo>
                    <a:pt x="558393" y="110870"/>
                  </a:lnTo>
                  <a:lnTo>
                    <a:pt x="557123" y="111505"/>
                  </a:lnTo>
                  <a:lnTo>
                    <a:pt x="555472" y="112394"/>
                  </a:lnTo>
                  <a:lnTo>
                    <a:pt x="552932" y="113664"/>
                  </a:lnTo>
                  <a:lnTo>
                    <a:pt x="552043" y="114299"/>
                  </a:lnTo>
                  <a:lnTo>
                    <a:pt x="551154" y="114807"/>
                  </a:lnTo>
                  <a:lnTo>
                    <a:pt x="550443" y="115569"/>
                  </a:lnTo>
                  <a:lnTo>
                    <a:pt x="550138" y="116077"/>
                  </a:lnTo>
                  <a:lnTo>
                    <a:pt x="549630" y="116585"/>
                  </a:lnTo>
                  <a:lnTo>
                    <a:pt x="549503" y="117601"/>
                  </a:lnTo>
                  <a:lnTo>
                    <a:pt x="549376" y="118109"/>
                  </a:lnTo>
                  <a:lnTo>
                    <a:pt x="549503" y="118617"/>
                  </a:lnTo>
                  <a:lnTo>
                    <a:pt x="549884" y="119125"/>
                  </a:lnTo>
                  <a:lnTo>
                    <a:pt x="595985" y="208406"/>
                  </a:lnTo>
                  <a:lnTo>
                    <a:pt x="596366" y="208914"/>
                  </a:lnTo>
                  <a:lnTo>
                    <a:pt x="596620" y="209295"/>
                  </a:lnTo>
                  <a:lnTo>
                    <a:pt x="597319" y="209676"/>
                  </a:lnTo>
                  <a:lnTo>
                    <a:pt x="597509" y="209803"/>
                  </a:lnTo>
                  <a:lnTo>
                    <a:pt x="598906" y="209803"/>
                  </a:lnTo>
                  <a:lnTo>
                    <a:pt x="599668" y="209676"/>
                  </a:lnTo>
                  <a:lnTo>
                    <a:pt x="600557" y="209422"/>
                  </a:lnTo>
                  <a:lnTo>
                    <a:pt x="602843" y="208660"/>
                  </a:lnTo>
                  <a:lnTo>
                    <a:pt x="603859" y="208152"/>
                  </a:lnTo>
                  <a:lnTo>
                    <a:pt x="605764" y="207263"/>
                  </a:lnTo>
                  <a:lnTo>
                    <a:pt x="607415" y="206374"/>
                  </a:lnTo>
                  <a:lnTo>
                    <a:pt x="608685" y="205612"/>
                  </a:lnTo>
                  <a:lnTo>
                    <a:pt x="609701" y="204850"/>
                  </a:lnTo>
                  <a:lnTo>
                    <a:pt x="610717" y="204215"/>
                  </a:lnTo>
                  <a:lnTo>
                    <a:pt x="611479" y="203580"/>
                  </a:lnTo>
                  <a:lnTo>
                    <a:pt x="612368" y="202437"/>
                  </a:lnTo>
                  <a:lnTo>
                    <a:pt x="612622" y="201929"/>
                  </a:lnTo>
                  <a:lnTo>
                    <a:pt x="612622" y="200405"/>
                  </a:lnTo>
                  <a:lnTo>
                    <a:pt x="582015" y="141223"/>
                  </a:lnTo>
                  <a:lnTo>
                    <a:pt x="582396" y="136397"/>
                  </a:lnTo>
                  <a:lnTo>
                    <a:pt x="582904" y="132206"/>
                  </a:lnTo>
                  <a:lnTo>
                    <a:pt x="584174" y="125221"/>
                  </a:lnTo>
                  <a:lnTo>
                    <a:pt x="584365" y="124459"/>
                  </a:lnTo>
                  <a:lnTo>
                    <a:pt x="571347" y="124459"/>
                  </a:lnTo>
                  <a:lnTo>
                    <a:pt x="564362" y="110997"/>
                  </a:lnTo>
                  <a:lnTo>
                    <a:pt x="563981" y="110616"/>
                  </a:lnTo>
                  <a:lnTo>
                    <a:pt x="563600" y="110362"/>
                  </a:lnTo>
                  <a:lnTo>
                    <a:pt x="563092" y="110108"/>
                  </a:lnTo>
                  <a:lnTo>
                    <a:pt x="562711" y="110108"/>
                  </a:lnTo>
                  <a:lnTo>
                    <a:pt x="561187" y="109854"/>
                  </a:lnTo>
                  <a:close/>
                </a:path>
                <a:path w="741044" h="483235">
                  <a:moveTo>
                    <a:pt x="599033" y="90804"/>
                  </a:moveTo>
                  <a:lnTo>
                    <a:pt x="597128" y="91058"/>
                  </a:lnTo>
                  <a:lnTo>
                    <a:pt x="595985" y="91185"/>
                  </a:lnTo>
                  <a:lnTo>
                    <a:pt x="594080" y="91566"/>
                  </a:lnTo>
                  <a:lnTo>
                    <a:pt x="594292" y="91566"/>
                  </a:lnTo>
                  <a:lnTo>
                    <a:pt x="593445" y="91820"/>
                  </a:lnTo>
                  <a:lnTo>
                    <a:pt x="592048" y="92201"/>
                  </a:lnTo>
                  <a:lnTo>
                    <a:pt x="590778" y="92582"/>
                  </a:lnTo>
                  <a:lnTo>
                    <a:pt x="589635" y="93090"/>
                  </a:lnTo>
                  <a:lnTo>
                    <a:pt x="588492" y="93471"/>
                  </a:lnTo>
                  <a:lnTo>
                    <a:pt x="586714" y="94360"/>
                  </a:lnTo>
                  <a:lnTo>
                    <a:pt x="573760" y="112140"/>
                  </a:lnTo>
                  <a:lnTo>
                    <a:pt x="572744" y="115569"/>
                  </a:lnTo>
                  <a:lnTo>
                    <a:pt x="572411" y="117347"/>
                  </a:lnTo>
                  <a:lnTo>
                    <a:pt x="572363" y="117601"/>
                  </a:lnTo>
                  <a:lnTo>
                    <a:pt x="572268" y="118109"/>
                  </a:lnTo>
                  <a:lnTo>
                    <a:pt x="572173" y="118617"/>
                  </a:lnTo>
                  <a:lnTo>
                    <a:pt x="572077" y="119125"/>
                  </a:lnTo>
                  <a:lnTo>
                    <a:pt x="571982" y="119633"/>
                  </a:lnTo>
                  <a:lnTo>
                    <a:pt x="571347" y="124459"/>
                  </a:lnTo>
                  <a:lnTo>
                    <a:pt x="584365" y="124459"/>
                  </a:lnTo>
                  <a:lnTo>
                    <a:pt x="584936" y="122173"/>
                  </a:lnTo>
                  <a:lnTo>
                    <a:pt x="586861" y="117601"/>
                  </a:lnTo>
                  <a:lnTo>
                    <a:pt x="593297" y="110616"/>
                  </a:lnTo>
                  <a:lnTo>
                    <a:pt x="593805" y="110362"/>
                  </a:lnTo>
                  <a:lnTo>
                    <a:pt x="602462" y="107822"/>
                  </a:lnTo>
                  <a:lnTo>
                    <a:pt x="604367" y="107568"/>
                  </a:lnTo>
                  <a:lnTo>
                    <a:pt x="606018" y="107314"/>
                  </a:lnTo>
                  <a:lnTo>
                    <a:pt x="606526" y="107060"/>
                  </a:lnTo>
                  <a:lnTo>
                    <a:pt x="607034" y="106679"/>
                  </a:lnTo>
                  <a:lnTo>
                    <a:pt x="607415" y="106425"/>
                  </a:lnTo>
                  <a:lnTo>
                    <a:pt x="607510" y="106044"/>
                  </a:lnTo>
                  <a:lnTo>
                    <a:pt x="607542" y="103631"/>
                  </a:lnTo>
                  <a:lnTo>
                    <a:pt x="607288" y="102742"/>
                  </a:lnTo>
                  <a:lnTo>
                    <a:pt x="606780" y="101726"/>
                  </a:lnTo>
                  <a:lnTo>
                    <a:pt x="606399" y="100710"/>
                  </a:lnTo>
                  <a:lnTo>
                    <a:pt x="605828" y="99567"/>
                  </a:lnTo>
                  <a:lnTo>
                    <a:pt x="605002" y="98043"/>
                  </a:lnTo>
                  <a:lnTo>
                    <a:pt x="603669" y="95376"/>
                  </a:lnTo>
                  <a:lnTo>
                    <a:pt x="602208" y="92836"/>
                  </a:lnTo>
                  <a:lnTo>
                    <a:pt x="601573" y="92201"/>
                  </a:lnTo>
                  <a:lnTo>
                    <a:pt x="601277" y="91820"/>
                  </a:lnTo>
                  <a:lnTo>
                    <a:pt x="601446" y="91820"/>
                  </a:lnTo>
                  <a:lnTo>
                    <a:pt x="600938" y="91566"/>
                  </a:lnTo>
                  <a:lnTo>
                    <a:pt x="600176" y="91058"/>
                  </a:lnTo>
                  <a:lnTo>
                    <a:pt x="599033" y="90804"/>
                  </a:lnTo>
                  <a:close/>
                </a:path>
                <a:path w="741044" h="483235">
                  <a:moveTo>
                    <a:pt x="670280" y="58292"/>
                  </a:moveTo>
                  <a:lnTo>
                    <a:pt x="659231" y="58292"/>
                  </a:lnTo>
                  <a:lnTo>
                    <a:pt x="653897" y="59562"/>
                  </a:lnTo>
                  <a:lnTo>
                    <a:pt x="648690" y="62356"/>
                  </a:lnTo>
                  <a:lnTo>
                    <a:pt x="642340" y="65531"/>
                  </a:lnTo>
                  <a:lnTo>
                    <a:pt x="637514" y="69595"/>
                  </a:lnTo>
                  <a:lnTo>
                    <a:pt x="633958" y="74421"/>
                  </a:lnTo>
                  <a:lnTo>
                    <a:pt x="630372" y="79120"/>
                  </a:lnTo>
                  <a:lnTo>
                    <a:pt x="630275" y="79247"/>
                  </a:lnTo>
                  <a:lnTo>
                    <a:pt x="627989" y="84708"/>
                  </a:lnTo>
                  <a:lnTo>
                    <a:pt x="627100" y="90677"/>
                  </a:lnTo>
                  <a:lnTo>
                    <a:pt x="626084" y="96773"/>
                  </a:lnTo>
                  <a:lnTo>
                    <a:pt x="636244" y="132333"/>
                  </a:lnTo>
                  <a:lnTo>
                    <a:pt x="639546" y="138810"/>
                  </a:lnTo>
                  <a:lnTo>
                    <a:pt x="643356" y="144652"/>
                  </a:lnTo>
                  <a:lnTo>
                    <a:pt x="652119" y="154939"/>
                  </a:lnTo>
                  <a:lnTo>
                    <a:pt x="656818" y="159003"/>
                  </a:lnTo>
                  <a:lnTo>
                    <a:pt x="661898" y="161797"/>
                  </a:lnTo>
                  <a:lnTo>
                    <a:pt x="667331" y="164845"/>
                  </a:lnTo>
                  <a:lnTo>
                    <a:pt x="667602" y="164845"/>
                  </a:lnTo>
                  <a:lnTo>
                    <a:pt x="672566" y="166115"/>
                  </a:lnTo>
                  <a:lnTo>
                    <a:pt x="678535" y="166369"/>
                  </a:lnTo>
                  <a:lnTo>
                    <a:pt x="684504" y="166496"/>
                  </a:lnTo>
                  <a:lnTo>
                    <a:pt x="690727" y="164845"/>
                  </a:lnTo>
                  <a:lnTo>
                    <a:pt x="697204" y="161416"/>
                  </a:lnTo>
                  <a:lnTo>
                    <a:pt x="703300" y="158368"/>
                  </a:lnTo>
                  <a:lnTo>
                    <a:pt x="708126" y="154050"/>
                  </a:lnTo>
                  <a:lnTo>
                    <a:pt x="711351" y="149097"/>
                  </a:lnTo>
                  <a:lnTo>
                    <a:pt x="684504" y="149097"/>
                  </a:lnTo>
                  <a:lnTo>
                    <a:pt x="680567" y="148462"/>
                  </a:lnTo>
                  <a:lnTo>
                    <a:pt x="652246" y="121792"/>
                  </a:lnTo>
                  <a:lnTo>
                    <a:pt x="650087" y="117601"/>
                  </a:lnTo>
                  <a:lnTo>
                    <a:pt x="648309" y="113156"/>
                  </a:lnTo>
                  <a:lnTo>
                    <a:pt x="647039" y="108711"/>
                  </a:lnTo>
                  <a:lnTo>
                    <a:pt x="645642" y="104139"/>
                  </a:lnTo>
                  <a:lnTo>
                    <a:pt x="645134" y="99821"/>
                  </a:lnTo>
                  <a:lnTo>
                    <a:pt x="645388" y="91439"/>
                  </a:lnTo>
                  <a:lnTo>
                    <a:pt x="646404" y="87629"/>
                  </a:lnTo>
                  <a:lnTo>
                    <a:pt x="648309" y="84073"/>
                  </a:lnTo>
                  <a:lnTo>
                    <a:pt x="650214" y="80644"/>
                  </a:lnTo>
                  <a:lnTo>
                    <a:pt x="653135" y="77850"/>
                  </a:lnTo>
                  <a:lnTo>
                    <a:pt x="657326" y="75691"/>
                  </a:lnTo>
                  <a:lnTo>
                    <a:pt x="661898" y="73278"/>
                  </a:lnTo>
                  <a:lnTo>
                    <a:pt x="666851" y="72516"/>
                  </a:lnTo>
                  <a:lnTo>
                    <a:pt x="709270" y="72516"/>
                  </a:lnTo>
                  <a:lnTo>
                    <a:pt x="703681" y="61721"/>
                  </a:lnTo>
                  <a:lnTo>
                    <a:pt x="682853" y="61721"/>
                  </a:lnTo>
                  <a:lnTo>
                    <a:pt x="676616" y="59562"/>
                  </a:lnTo>
                  <a:lnTo>
                    <a:pt x="676912" y="59562"/>
                  </a:lnTo>
                  <a:lnTo>
                    <a:pt x="670280" y="58292"/>
                  </a:lnTo>
                  <a:close/>
                </a:path>
                <a:path w="741044" h="483235">
                  <a:moveTo>
                    <a:pt x="709270" y="72516"/>
                  </a:moveTo>
                  <a:lnTo>
                    <a:pt x="666851" y="72516"/>
                  </a:lnTo>
                  <a:lnTo>
                    <a:pt x="678154" y="74040"/>
                  </a:lnTo>
                  <a:lnTo>
                    <a:pt x="684631" y="75945"/>
                  </a:lnTo>
                  <a:lnTo>
                    <a:pt x="691870" y="79120"/>
                  </a:lnTo>
                  <a:lnTo>
                    <a:pt x="710285" y="114807"/>
                  </a:lnTo>
                  <a:lnTo>
                    <a:pt x="709396" y="119379"/>
                  </a:lnTo>
                  <a:lnTo>
                    <a:pt x="703501" y="135508"/>
                  </a:lnTo>
                  <a:lnTo>
                    <a:pt x="702030" y="138175"/>
                  </a:lnTo>
                  <a:lnTo>
                    <a:pt x="684504" y="149097"/>
                  </a:lnTo>
                  <a:lnTo>
                    <a:pt x="711351" y="149097"/>
                  </a:lnTo>
                  <a:lnTo>
                    <a:pt x="715238" y="143128"/>
                  </a:lnTo>
                  <a:lnTo>
                    <a:pt x="718032" y="136651"/>
                  </a:lnTo>
                  <a:lnTo>
                    <a:pt x="720064" y="129158"/>
                  </a:lnTo>
                  <a:lnTo>
                    <a:pt x="738595" y="129158"/>
                  </a:lnTo>
                  <a:lnTo>
                    <a:pt x="709270" y="72516"/>
                  </a:lnTo>
                  <a:close/>
                </a:path>
                <a:path w="741044" h="483235">
                  <a:moveTo>
                    <a:pt x="738595" y="129158"/>
                  </a:moveTo>
                  <a:lnTo>
                    <a:pt x="720064" y="129158"/>
                  </a:lnTo>
                  <a:lnTo>
                    <a:pt x="726541" y="141477"/>
                  </a:lnTo>
                  <a:lnTo>
                    <a:pt x="726922" y="141858"/>
                  </a:lnTo>
                  <a:lnTo>
                    <a:pt x="727303" y="142112"/>
                  </a:lnTo>
                  <a:lnTo>
                    <a:pt x="727811" y="142366"/>
                  </a:lnTo>
                  <a:lnTo>
                    <a:pt x="728446" y="142493"/>
                  </a:lnTo>
                  <a:lnTo>
                    <a:pt x="729081" y="142366"/>
                  </a:lnTo>
                  <a:lnTo>
                    <a:pt x="729843" y="142366"/>
                  </a:lnTo>
                  <a:lnTo>
                    <a:pt x="730732" y="142112"/>
                  </a:lnTo>
                  <a:lnTo>
                    <a:pt x="733907" y="140842"/>
                  </a:lnTo>
                  <a:lnTo>
                    <a:pt x="735304" y="140207"/>
                  </a:lnTo>
                  <a:lnTo>
                    <a:pt x="736574" y="139445"/>
                  </a:lnTo>
                  <a:lnTo>
                    <a:pt x="737717" y="138810"/>
                  </a:lnTo>
                  <a:lnTo>
                    <a:pt x="738479" y="138175"/>
                  </a:lnTo>
                  <a:lnTo>
                    <a:pt x="739368" y="137540"/>
                  </a:lnTo>
                  <a:lnTo>
                    <a:pt x="740003" y="137032"/>
                  </a:lnTo>
                  <a:lnTo>
                    <a:pt x="740384" y="136651"/>
                  </a:lnTo>
                  <a:lnTo>
                    <a:pt x="740892" y="136016"/>
                  </a:lnTo>
                  <a:lnTo>
                    <a:pt x="741019" y="133857"/>
                  </a:lnTo>
                  <a:lnTo>
                    <a:pt x="738595" y="129158"/>
                  </a:lnTo>
                  <a:close/>
                </a:path>
                <a:path w="741044" h="483235">
                  <a:moveTo>
                    <a:pt x="670788" y="0"/>
                  </a:moveTo>
                  <a:lnTo>
                    <a:pt x="668756" y="0"/>
                  </a:lnTo>
                  <a:lnTo>
                    <a:pt x="667740" y="253"/>
                  </a:lnTo>
                  <a:lnTo>
                    <a:pt x="665454" y="1015"/>
                  </a:lnTo>
                  <a:lnTo>
                    <a:pt x="664057" y="1650"/>
                  </a:lnTo>
                  <a:lnTo>
                    <a:pt x="662406" y="2539"/>
                  </a:lnTo>
                  <a:lnTo>
                    <a:pt x="660882" y="3301"/>
                  </a:lnTo>
                  <a:lnTo>
                    <a:pt x="659612" y="4063"/>
                  </a:lnTo>
                  <a:lnTo>
                    <a:pt x="658723" y="4825"/>
                  </a:lnTo>
                  <a:lnTo>
                    <a:pt x="657707" y="5460"/>
                  </a:lnTo>
                  <a:lnTo>
                    <a:pt x="656945" y="6095"/>
                  </a:lnTo>
                  <a:lnTo>
                    <a:pt x="656437" y="6730"/>
                  </a:lnTo>
                  <a:lnTo>
                    <a:pt x="655929" y="7238"/>
                  </a:lnTo>
                  <a:lnTo>
                    <a:pt x="655675" y="7746"/>
                  </a:lnTo>
                  <a:lnTo>
                    <a:pt x="655675" y="9397"/>
                  </a:lnTo>
                  <a:lnTo>
                    <a:pt x="682853" y="61721"/>
                  </a:lnTo>
                  <a:lnTo>
                    <a:pt x="703681" y="61721"/>
                  </a:lnTo>
                  <a:lnTo>
                    <a:pt x="672251" y="1015"/>
                  </a:lnTo>
                  <a:lnTo>
                    <a:pt x="671804" y="507"/>
                  </a:lnTo>
                  <a:lnTo>
                    <a:pt x="67078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44442" y="1827402"/>
            <a:ext cx="1248028" cy="796798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791362" y="4655692"/>
            <a:ext cx="436880" cy="296545"/>
          </a:xfrm>
          <a:custGeom>
            <a:avLst/>
            <a:gdLst/>
            <a:ahLst/>
            <a:cxnLst/>
            <a:rect l="l" t="t" r="r" b="b"/>
            <a:pathLst>
              <a:path w="436880" h="296545">
                <a:moveTo>
                  <a:pt x="42319" y="203454"/>
                </a:moveTo>
                <a:lnTo>
                  <a:pt x="21577" y="203454"/>
                </a:lnTo>
                <a:lnTo>
                  <a:pt x="68980" y="295021"/>
                </a:lnTo>
                <a:lnTo>
                  <a:pt x="69437" y="295783"/>
                </a:lnTo>
                <a:lnTo>
                  <a:pt x="69519" y="295910"/>
                </a:lnTo>
                <a:lnTo>
                  <a:pt x="70332" y="296418"/>
                </a:lnTo>
                <a:lnTo>
                  <a:pt x="72326" y="296418"/>
                </a:lnTo>
                <a:lnTo>
                  <a:pt x="73177" y="296164"/>
                </a:lnTo>
                <a:lnTo>
                  <a:pt x="74168" y="295783"/>
                </a:lnTo>
                <a:lnTo>
                  <a:pt x="75158" y="295529"/>
                </a:lnTo>
                <a:lnTo>
                  <a:pt x="76314" y="295021"/>
                </a:lnTo>
                <a:lnTo>
                  <a:pt x="77635" y="294259"/>
                </a:lnTo>
                <a:lnTo>
                  <a:pt x="79032" y="293624"/>
                </a:lnTo>
                <a:lnTo>
                  <a:pt x="80137" y="292862"/>
                </a:lnTo>
                <a:lnTo>
                  <a:pt x="80962" y="292354"/>
                </a:lnTo>
                <a:lnTo>
                  <a:pt x="82435" y="291211"/>
                </a:lnTo>
                <a:lnTo>
                  <a:pt x="82905" y="290576"/>
                </a:lnTo>
                <a:lnTo>
                  <a:pt x="83375" y="290068"/>
                </a:lnTo>
                <a:lnTo>
                  <a:pt x="83642" y="289560"/>
                </a:lnTo>
                <a:lnTo>
                  <a:pt x="83654" y="287909"/>
                </a:lnTo>
                <a:lnTo>
                  <a:pt x="77802" y="276606"/>
                </a:lnTo>
                <a:lnTo>
                  <a:pt x="114884" y="276606"/>
                </a:lnTo>
                <a:lnTo>
                  <a:pt x="121031" y="273431"/>
                </a:lnTo>
                <a:lnTo>
                  <a:pt x="125882" y="269494"/>
                </a:lnTo>
                <a:lnTo>
                  <a:pt x="128128" y="266446"/>
                </a:lnTo>
                <a:lnTo>
                  <a:pt x="96583" y="266446"/>
                </a:lnTo>
                <a:lnTo>
                  <a:pt x="85356" y="264922"/>
                </a:lnTo>
                <a:lnTo>
                  <a:pt x="78879" y="263017"/>
                </a:lnTo>
                <a:lnTo>
                  <a:pt x="71808" y="259969"/>
                </a:lnTo>
                <a:lnTo>
                  <a:pt x="71579" y="259969"/>
                </a:lnTo>
                <a:lnTo>
                  <a:pt x="53086" y="224282"/>
                </a:lnTo>
                <a:lnTo>
                  <a:pt x="53962" y="219583"/>
                </a:lnTo>
                <a:lnTo>
                  <a:pt x="54991" y="215646"/>
                </a:lnTo>
                <a:lnTo>
                  <a:pt x="56159" y="212217"/>
                </a:lnTo>
                <a:lnTo>
                  <a:pt x="57315" y="208915"/>
                </a:lnTo>
                <a:lnTo>
                  <a:pt x="57990" y="207391"/>
                </a:lnTo>
                <a:lnTo>
                  <a:pt x="44361" y="207391"/>
                </a:lnTo>
                <a:lnTo>
                  <a:pt x="42319" y="203454"/>
                </a:lnTo>
                <a:close/>
              </a:path>
              <a:path w="436880" h="296545">
                <a:moveTo>
                  <a:pt x="114884" y="276606"/>
                </a:moveTo>
                <a:lnTo>
                  <a:pt x="78099" y="276606"/>
                </a:lnTo>
                <a:lnTo>
                  <a:pt x="81724" y="277876"/>
                </a:lnTo>
                <a:lnTo>
                  <a:pt x="85356" y="278892"/>
                </a:lnTo>
                <a:lnTo>
                  <a:pt x="92524" y="280543"/>
                </a:lnTo>
                <a:lnTo>
                  <a:pt x="93019" y="280543"/>
                </a:lnTo>
                <a:lnTo>
                  <a:pt x="96155" y="280924"/>
                </a:lnTo>
                <a:lnTo>
                  <a:pt x="101028" y="280924"/>
                </a:lnTo>
                <a:lnTo>
                  <a:pt x="103860" y="280543"/>
                </a:lnTo>
                <a:lnTo>
                  <a:pt x="106565" y="279908"/>
                </a:lnTo>
                <a:lnTo>
                  <a:pt x="109270" y="279146"/>
                </a:lnTo>
                <a:lnTo>
                  <a:pt x="112039" y="278130"/>
                </a:lnTo>
                <a:lnTo>
                  <a:pt x="114884" y="276606"/>
                </a:lnTo>
                <a:close/>
              </a:path>
              <a:path w="436880" h="296545">
                <a:moveTo>
                  <a:pt x="116505" y="190119"/>
                </a:moveTo>
                <a:lnTo>
                  <a:pt x="78917" y="190119"/>
                </a:lnTo>
                <a:lnTo>
                  <a:pt x="86715" y="191135"/>
                </a:lnTo>
                <a:lnTo>
                  <a:pt x="90385" y="192659"/>
                </a:lnTo>
                <a:lnTo>
                  <a:pt x="97269" y="197485"/>
                </a:lnTo>
                <a:lnTo>
                  <a:pt x="100444" y="200660"/>
                </a:lnTo>
                <a:lnTo>
                  <a:pt x="103378" y="204597"/>
                </a:lnTo>
                <a:lnTo>
                  <a:pt x="106299" y="208407"/>
                </a:lnTo>
                <a:lnTo>
                  <a:pt x="118287" y="239141"/>
                </a:lnTo>
                <a:lnTo>
                  <a:pt x="118021" y="247523"/>
                </a:lnTo>
                <a:lnTo>
                  <a:pt x="116992" y="251460"/>
                </a:lnTo>
                <a:lnTo>
                  <a:pt x="115100" y="254889"/>
                </a:lnTo>
                <a:lnTo>
                  <a:pt x="113195" y="258445"/>
                </a:lnTo>
                <a:lnTo>
                  <a:pt x="110185" y="261239"/>
                </a:lnTo>
                <a:lnTo>
                  <a:pt x="106070" y="263398"/>
                </a:lnTo>
                <a:lnTo>
                  <a:pt x="101612" y="265684"/>
                </a:lnTo>
                <a:lnTo>
                  <a:pt x="96583" y="266446"/>
                </a:lnTo>
                <a:lnTo>
                  <a:pt x="128128" y="266446"/>
                </a:lnTo>
                <a:lnTo>
                  <a:pt x="129438" y="264668"/>
                </a:lnTo>
                <a:lnTo>
                  <a:pt x="133007" y="259969"/>
                </a:lnTo>
                <a:lnTo>
                  <a:pt x="135293" y="254508"/>
                </a:lnTo>
                <a:lnTo>
                  <a:pt x="136296" y="248412"/>
                </a:lnTo>
                <a:lnTo>
                  <a:pt x="137312" y="242443"/>
                </a:lnTo>
                <a:lnTo>
                  <a:pt x="137058" y="235839"/>
                </a:lnTo>
                <a:lnTo>
                  <a:pt x="120078" y="194310"/>
                </a:lnTo>
                <a:lnTo>
                  <a:pt x="116505" y="190119"/>
                </a:lnTo>
                <a:close/>
              </a:path>
              <a:path w="436880" h="296545">
                <a:moveTo>
                  <a:pt x="101806" y="177419"/>
                </a:moveTo>
                <a:lnTo>
                  <a:pt x="66395" y="177419"/>
                </a:lnTo>
                <a:lnTo>
                  <a:pt x="63754" y="178816"/>
                </a:lnTo>
                <a:lnTo>
                  <a:pt x="44361" y="207391"/>
                </a:lnTo>
                <a:lnTo>
                  <a:pt x="57990" y="207391"/>
                </a:lnTo>
                <a:lnTo>
                  <a:pt x="58610" y="205994"/>
                </a:lnTo>
                <a:lnTo>
                  <a:pt x="60020" y="203454"/>
                </a:lnTo>
                <a:lnTo>
                  <a:pt x="70573" y="193167"/>
                </a:lnTo>
                <a:lnTo>
                  <a:pt x="74841" y="190881"/>
                </a:lnTo>
                <a:lnTo>
                  <a:pt x="78917" y="190119"/>
                </a:lnTo>
                <a:lnTo>
                  <a:pt x="116505" y="190119"/>
                </a:lnTo>
                <a:lnTo>
                  <a:pt x="111404" y="184023"/>
                </a:lnTo>
                <a:lnTo>
                  <a:pt x="106680" y="180086"/>
                </a:lnTo>
                <a:lnTo>
                  <a:pt x="101806" y="177419"/>
                </a:lnTo>
                <a:close/>
              </a:path>
              <a:path w="436880" h="296545">
                <a:moveTo>
                  <a:pt x="35799" y="190881"/>
                </a:moveTo>
                <a:lnTo>
                  <a:pt x="15068" y="190881"/>
                </a:lnTo>
                <a:lnTo>
                  <a:pt x="21511" y="203327"/>
                </a:lnTo>
                <a:lnTo>
                  <a:pt x="42253" y="203327"/>
                </a:lnTo>
                <a:lnTo>
                  <a:pt x="37577" y="194310"/>
                </a:lnTo>
                <a:lnTo>
                  <a:pt x="49644" y="194310"/>
                </a:lnTo>
                <a:lnTo>
                  <a:pt x="37511" y="194183"/>
                </a:lnTo>
                <a:lnTo>
                  <a:pt x="35799" y="190881"/>
                </a:lnTo>
                <a:close/>
              </a:path>
              <a:path w="436880" h="296545">
                <a:moveTo>
                  <a:pt x="92559" y="194183"/>
                </a:moveTo>
                <a:lnTo>
                  <a:pt x="68453" y="194183"/>
                </a:lnTo>
                <a:lnTo>
                  <a:pt x="68276" y="194310"/>
                </a:lnTo>
                <a:lnTo>
                  <a:pt x="92740" y="194310"/>
                </a:lnTo>
                <a:lnTo>
                  <a:pt x="92559" y="194183"/>
                </a:lnTo>
                <a:close/>
              </a:path>
              <a:path w="436880" h="296545">
                <a:moveTo>
                  <a:pt x="32243" y="184023"/>
                </a:moveTo>
                <a:lnTo>
                  <a:pt x="11518" y="184023"/>
                </a:lnTo>
                <a:lnTo>
                  <a:pt x="15003" y="190754"/>
                </a:lnTo>
                <a:lnTo>
                  <a:pt x="35733" y="190754"/>
                </a:lnTo>
                <a:lnTo>
                  <a:pt x="32243" y="184023"/>
                </a:lnTo>
                <a:close/>
              </a:path>
              <a:path w="436880" h="296545">
                <a:moveTo>
                  <a:pt x="28818" y="177419"/>
                </a:moveTo>
                <a:lnTo>
                  <a:pt x="8100" y="177419"/>
                </a:lnTo>
                <a:lnTo>
                  <a:pt x="11453" y="183896"/>
                </a:lnTo>
                <a:lnTo>
                  <a:pt x="32177" y="183896"/>
                </a:lnTo>
                <a:lnTo>
                  <a:pt x="28818" y="177419"/>
                </a:lnTo>
                <a:close/>
              </a:path>
              <a:path w="436880" h="296545">
                <a:moveTo>
                  <a:pt x="66644" y="177292"/>
                </a:moveTo>
                <a:lnTo>
                  <a:pt x="28752" y="177292"/>
                </a:lnTo>
                <a:lnTo>
                  <a:pt x="66395" y="177419"/>
                </a:lnTo>
                <a:lnTo>
                  <a:pt x="66644" y="177292"/>
                </a:lnTo>
                <a:close/>
              </a:path>
              <a:path w="436880" h="296545">
                <a:moveTo>
                  <a:pt x="15113" y="152527"/>
                </a:moveTo>
                <a:lnTo>
                  <a:pt x="13042" y="152527"/>
                </a:lnTo>
                <a:lnTo>
                  <a:pt x="12115" y="152781"/>
                </a:lnTo>
                <a:lnTo>
                  <a:pt x="0" y="160401"/>
                </a:lnTo>
                <a:lnTo>
                  <a:pt x="63" y="161925"/>
                </a:lnTo>
                <a:lnTo>
                  <a:pt x="342" y="162433"/>
                </a:lnTo>
                <a:lnTo>
                  <a:pt x="8034" y="177292"/>
                </a:lnTo>
                <a:lnTo>
                  <a:pt x="28752" y="177292"/>
                </a:lnTo>
                <a:lnTo>
                  <a:pt x="16700" y="154051"/>
                </a:lnTo>
                <a:lnTo>
                  <a:pt x="16421" y="153543"/>
                </a:lnTo>
                <a:lnTo>
                  <a:pt x="16144" y="153162"/>
                </a:lnTo>
                <a:lnTo>
                  <a:pt x="16287" y="153162"/>
                </a:lnTo>
                <a:lnTo>
                  <a:pt x="15113" y="152527"/>
                </a:lnTo>
                <a:close/>
              </a:path>
              <a:path w="436880" h="296545">
                <a:moveTo>
                  <a:pt x="79082" y="172466"/>
                </a:moveTo>
                <a:lnTo>
                  <a:pt x="72872" y="174117"/>
                </a:lnTo>
                <a:lnTo>
                  <a:pt x="66644" y="177292"/>
                </a:lnTo>
                <a:lnTo>
                  <a:pt x="101574" y="177292"/>
                </a:lnTo>
                <a:lnTo>
                  <a:pt x="96456" y="174371"/>
                </a:lnTo>
                <a:lnTo>
                  <a:pt x="90932" y="172847"/>
                </a:lnTo>
                <a:lnTo>
                  <a:pt x="87960" y="172847"/>
                </a:lnTo>
                <a:lnTo>
                  <a:pt x="79082" y="172466"/>
                </a:lnTo>
                <a:close/>
              </a:path>
              <a:path w="436880" h="296545">
                <a:moveTo>
                  <a:pt x="194030" y="118237"/>
                </a:moveTo>
                <a:lnTo>
                  <a:pt x="152971" y="134112"/>
                </a:lnTo>
                <a:lnTo>
                  <a:pt x="148551" y="139573"/>
                </a:lnTo>
                <a:lnTo>
                  <a:pt x="144132" y="144907"/>
                </a:lnTo>
                <a:lnTo>
                  <a:pt x="142306" y="148590"/>
                </a:lnTo>
                <a:lnTo>
                  <a:pt x="141142" y="151003"/>
                </a:lnTo>
                <a:lnTo>
                  <a:pt x="138150" y="163576"/>
                </a:lnTo>
                <a:lnTo>
                  <a:pt x="138049" y="170307"/>
                </a:lnTo>
                <a:lnTo>
                  <a:pt x="140510" y="184023"/>
                </a:lnTo>
                <a:lnTo>
                  <a:pt x="164909" y="222885"/>
                </a:lnTo>
                <a:lnTo>
                  <a:pt x="187998" y="231902"/>
                </a:lnTo>
                <a:lnTo>
                  <a:pt x="201155" y="230632"/>
                </a:lnTo>
                <a:lnTo>
                  <a:pt x="208114" y="228346"/>
                </a:lnTo>
                <a:lnTo>
                  <a:pt x="222986" y="220599"/>
                </a:lnTo>
                <a:lnTo>
                  <a:pt x="228968" y="216027"/>
                </a:lnTo>
                <a:lnTo>
                  <a:pt x="230308" y="214376"/>
                </a:lnTo>
                <a:lnTo>
                  <a:pt x="194487" y="214376"/>
                </a:lnTo>
                <a:lnTo>
                  <a:pt x="189979" y="214249"/>
                </a:lnTo>
                <a:lnTo>
                  <a:pt x="185851" y="213233"/>
                </a:lnTo>
                <a:lnTo>
                  <a:pt x="182092" y="211074"/>
                </a:lnTo>
                <a:lnTo>
                  <a:pt x="178333" y="209042"/>
                </a:lnTo>
                <a:lnTo>
                  <a:pt x="157645" y="174117"/>
                </a:lnTo>
                <a:lnTo>
                  <a:pt x="156514" y="169291"/>
                </a:lnTo>
                <a:lnTo>
                  <a:pt x="156340" y="165989"/>
                </a:lnTo>
                <a:lnTo>
                  <a:pt x="156273" y="164719"/>
                </a:lnTo>
                <a:lnTo>
                  <a:pt x="157556" y="156083"/>
                </a:lnTo>
                <a:lnTo>
                  <a:pt x="182683" y="135636"/>
                </a:lnTo>
                <a:lnTo>
                  <a:pt x="225302" y="135636"/>
                </a:lnTo>
                <a:lnTo>
                  <a:pt x="222034" y="132334"/>
                </a:lnTo>
                <a:lnTo>
                  <a:pt x="217131" y="127254"/>
                </a:lnTo>
                <a:lnTo>
                  <a:pt x="211797" y="123571"/>
                </a:lnTo>
                <a:lnTo>
                  <a:pt x="206006" y="121285"/>
                </a:lnTo>
                <a:lnTo>
                  <a:pt x="200215" y="119126"/>
                </a:lnTo>
                <a:lnTo>
                  <a:pt x="194030" y="118237"/>
                </a:lnTo>
                <a:close/>
              </a:path>
              <a:path w="436880" h="296545">
                <a:moveTo>
                  <a:pt x="240804" y="199136"/>
                </a:moveTo>
                <a:lnTo>
                  <a:pt x="221933" y="199136"/>
                </a:lnTo>
                <a:lnTo>
                  <a:pt x="217678" y="204851"/>
                </a:lnTo>
                <a:lnTo>
                  <a:pt x="213956" y="207899"/>
                </a:lnTo>
                <a:lnTo>
                  <a:pt x="209156" y="210312"/>
                </a:lnTo>
                <a:lnTo>
                  <a:pt x="203885" y="213106"/>
                </a:lnTo>
                <a:lnTo>
                  <a:pt x="198996" y="214376"/>
                </a:lnTo>
                <a:lnTo>
                  <a:pt x="230308" y="214376"/>
                </a:lnTo>
                <a:lnTo>
                  <a:pt x="237832" y="205105"/>
                </a:lnTo>
                <a:lnTo>
                  <a:pt x="240804" y="199136"/>
                </a:lnTo>
                <a:close/>
              </a:path>
              <a:path w="436880" h="296545">
                <a:moveTo>
                  <a:pt x="242038" y="193929"/>
                </a:moveTo>
                <a:lnTo>
                  <a:pt x="224571" y="193929"/>
                </a:lnTo>
                <a:lnTo>
                  <a:pt x="222973" y="197739"/>
                </a:lnTo>
                <a:lnTo>
                  <a:pt x="222028" y="199009"/>
                </a:lnTo>
                <a:lnTo>
                  <a:pt x="240834" y="199009"/>
                </a:lnTo>
                <a:lnTo>
                  <a:pt x="242038" y="193929"/>
                </a:lnTo>
                <a:close/>
              </a:path>
              <a:path w="436880" h="296545">
                <a:moveTo>
                  <a:pt x="225302" y="135636"/>
                </a:moveTo>
                <a:lnTo>
                  <a:pt x="192189" y="135636"/>
                </a:lnTo>
                <a:lnTo>
                  <a:pt x="196832" y="136779"/>
                </a:lnTo>
                <a:lnTo>
                  <a:pt x="196524" y="136779"/>
                </a:lnTo>
                <a:lnTo>
                  <a:pt x="200063" y="138938"/>
                </a:lnTo>
                <a:lnTo>
                  <a:pt x="203796" y="141097"/>
                </a:lnTo>
                <a:lnTo>
                  <a:pt x="207238" y="144018"/>
                </a:lnTo>
                <a:lnTo>
                  <a:pt x="210362" y="147828"/>
                </a:lnTo>
                <a:lnTo>
                  <a:pt x="213487" y="151765"/>
                </a:lnTo>
                <a:lnTo>
                  <a:pt x="216293" y="156083"/>
                </a:lnTo>
                <a:lnTo>
                  <a:pt x="218795" y="160909"/>
                </a:lnTo>
                <a:lnTo>
                  <a:pt x="221462" y="165989"/>
                </a:lnTo>
                <a:lnTo>
                  <a:pt x="223380" y="171069"/>
                </a:lnTo>
                <a:lnTo>
                  <a:pt x="225691" y="180721"/>
                </a:lnTo>
                <a:lnTo>
                  <a:pt x="225865" y="184023"/>
                </a:lnTo>
                <a:lnTo>
                  <a:pt x="225933" y="185293"/>
                </a:lnTo>
                <a:lnTo>
                  <a:pt x="225285" y="189611"/>
                </a:lnTo>
                <a:lnTo>
                  <a:pt x="224624" y="193802"/>
                </a:lnTo>
                <a:lnTo>
                  <a:pt x="242068" y="193802"/>
                </a:lnTo>
                <a:lnTo>
                  <a:pt x="243814" y="186436"/>
                </a:lnTo>
                <a:lnTo>
                  <a:pt x="243830" y="179070"/>
                </a:lnTo>
                <a:lnTo>
                  <a:pt x="241541" y="165989"/>
                </a:lnTo>
                <a:lnTo>
                  <a:pt x="241452" y="165481"/>
                </a:lnTo>
                <a:lnTo>
                  <a:pt x="238937" y="158242"/>
                </a:lnTo>
                <a:lnTo>
                  <a:pt x="235178" y="151003"/>
                </a:lnTo>
                <a:lnTo>
                  <a:pt x="231317" y="143510"/>
                </a:lnTo>
                <a:lnTo>
                  <a:pt x="226936" y="137287"/>
                </a:lnTo>
                <a:lnTo>
                  <a:pt x="225302" y="135636"/>
                </a:lnTo>
                <a:close/>
              </a:path>
              <a:path w="436880" h="296545">
                <a:moveTo>
                  <a:pt x="283133" y="69469"/>
                </a:moveTo>
                <a:lnTo>
                  <a:pt x="277622" y="69469"/>
                </a:lnTo>
                <a:lnTo>
                  <a:pt x="272262" y="70866"/>
                </a:lnTo>
                <a:lnTo>
                  <a:pt x="244449" y="107950"/>
                </a:lnTo>
                <a:lnTo>
                  <a:pt x="244729" y="114554"/>
                </a:lnTo>
                <a:lnTo>
                  <a:pt x="261759" y="155829"/>
                </a:lnTo>
                <a:lnTo>
                  <a:pt x="285651" y="176022"/>
                </a:lnTo>
                <a:lnTo>
                  <a:pt x="285881" y="176022"/>
                </a:lnTo>
                <a:lnTo>
                  <a:pt x="291879" y="177673"/>
                </a:lnTo>
                <a:lnTo>
                  <a:pt x="302844" y="177673"/>
                </a:lnTo>
                <a:lnTo>
                  <a:pt x="309079" y="176022"/>
                </a:lnTo>
                <a:lnTo>
                  <a:pt x="315620" y="172720"/>
                </a:lnTo>
                <a:lnTo>
                  <a:pt x="321640" y="169545"/>
                </a:lnTo>
                <a:lnTo>
                  <a:pt x="326440" y="165227"/>
                </a:lnTo>
                <a:lnTo>
                  <a:pt x="329689" y="160274"/>
                </a:lnTo>
                <a:lnTo>
                  <a:pt x="302882" y="160274"/>
                </a:lnTo>
                <a:lnTo>
                  <a:pt x="295109" y="159258"/>
                </a:lnTo>
                <a:lnTo>
                  <a:pt x="291439" y="157734"/>
                </a:lnTo>
                <a:lnTo>
                  <a:pt x="287997" y="155194"/>
                </a:lnTo>
                <a:lnTo>
                  <a:pt x="284543" y="152781"/>
                </a:lnTo>
                <a:lnTo>
                  <a:pt x="264058" y="115316"/>
                </a:lnTo>
                <a:lnTo>
                  <a:pt x="263474" y="110998"/>
                </a:lnTo>
                <a:lnTo>
                  <a:pt x="263766" y="102616"/>
                </a:lnTo>
                <a:lnTo>
                  <a:pt x="264769" y="98806"/>
                </a:lnTo>
                <a:lnTo>
                  <a:pt x="266509" y="95631"/>
                </a:lnTo>
                <a:lnTo>
                  <a:pt x="268528" y="91821"/>
                </a:lnTo>
                <a:lnTo>
                  <a:pt x="271551" y="89027"/>
                </a:lnTo>
                <a:lnTo>
                  <a:pt x="280212" y="84582"/>
                </a:lnTo>
                <a:lnTo>
                  <a:pt x="285267" y="83820"/>
                </a:lnTo>
                <a:lnTo>
                  <a:pt x="327669" y="83820"/>
                </a:lnTo>
                <a:lnTo>
                  <a:pt x="322015" y="72898"/>
                </a:lnTo>
                <a:lnTo>
                  <a:pt x="301180" y="72898"/>
                </a:lnTo>
                <a:lnTo>
                  <a:pt x="295048" y="70866"/>
                </a:lnTo>
                <a:lnTo>
                  <a:pt x="295334" y="70866"/>
                </a:lnTo>
                <a:lnTo>
                  <a:pt x="288645" y="69596"/>
                </a:lnTo>
                <a:lnTo>
                  <a:pt x="283133" y="69469"/>
                </a:lnTo>
                <a:close/>
              </a:path>
              <a:path w="436880" h="296545">
                <a:moveTo>
                  <a:pt x="327669" y="83820"/>
                </a:moveTo>
                <a:lnTo>
                  <a:pt x="285267" y="83820"/>
                </a:lnTo>
                <a:lnTo>
                  <a:pt x="292003" y="84582"/>
                </a:lnTo>
                <a:lnTo>
                  <a:pt x="291818" y="84582"/>
                </a:lnTo>
                <a:lnTo>
                  <a:pt x="296506" y="85217"/>
                </a:lnTo>
                <a:lnTo>
                  <a:pt x="302945" y="87249"/>
                </a:lnTo>
                <a:lnTo>
                  <a:pt x="310210" y="90424"/>
                </a:lnTo>
                <a:lnTo>
                  <a:pt x="328688" y="126111"/>
                </a:lnTo>
                <a:lnTo>
                  <a:pt x="327787" y="130683"/>
                </a:lnTo>
                <a:lnTo>
                  <a:pt x="302882" y="160274"/>
                </a:lnTo>
                <a:lnTo>
                  <a:pt x="329689" y="160274"/>
                </a:lnTo>
                <a:lnTo>
                  <a:pt x="333603" y="154305"/>
                </a:lnTo>
                <a:lnTo>
                  <a:pt x="336423" y="147828"/>
                </a:lnTo>
                <a:lnTo>
                  <a:pt x="338480" y="140335"/>
                </a:lnTo>
                <a:lnTo>
                  <a:pt x="356921" y="140335"/>
                </a:lnTo>
                <a:lnTo>
                  <a:pt x="327669" y="83820"/>
                </a:lnTo>
                <a:close/>
              </a:path>
              <a:path w="436880" h="296545">
                <a:moveTo>
                  <a:pt x="347370" y="35433"/>
                </a:moveTo>
                <a:lnTo>
                  <a:pt x="345097" y="35433"/>
                </a:lnTo>
                <a:lnTo>
                  <a:pt x="344106" y="35687"/>
                </a:lnTo>
                <a:lnTo>
                  <a:pt x="331190" y="44196"/>
                </a:lnTo>
                <a:lnTo>
                  <a:pt x="331254" y="44958"/>
                </a:lnTo>
                <a:lnTo>
                  <a:pt x="332066" y="46482"/>
                </a:lnTo>
                <a:lnTo>
                  <a:pt x="332905" y="47498"/>
                </a:lnTo>
                <a:lnTo>
                  <a:pt x="410108" y="117348"/>
                </a:lnTo>
                <a:lnTo>
                  <a:pt x="410641" y="117856"/>
                </a:lnTo>
                <a:lnTo>
                  <a:pt x="411340" y="118364"/>
                </a:lnTo>
                <a:lnTo>
                  <a:pt x="412165" y="118618"/>
                </a:lnTo>
                <a:lnTo>
                  <a:pt x="413003" y="118999"/>
                </a:lnTo>
                <a:lnTo>
                  <a:pt x="413791" y="119126"/>
                </a:lnTo>
                <a:lnTo>
                  <a:pt x="414528" y="119126"/>
                </a:lnTo>
                <a:lnTo>
                  <a:pt x="417312" y="146685"/>
                </a:lnTo>
                <a:lnTo>
                  <a:pt x="417427" y="147828"/>
                </a:lnTo>
                <a:lnTo>
                  <a:pt x="417530" y="148844"/>
                </a:lnTo>
                <a:lnTo>
                  <a:pt x="417607" y="149606"/>
                </a:lnTo>
                <a:lnTo>
                  <a:pt x="417722" y="150749"/>
                </a:lnTo>
                <a:lnTo>
                  <a:pt x="417825" y="151765"/>
                </a:lnTo>
                <a:lnTo>
                  <a:pt x="417927" y="152781"/>
                </a:lnTo>
                <a:lnTo>
                  <a:pt x="418004" y="153543"/>
                </a:lnTo>
                <a:lnTo>
                  <a:pt x="418120" y="154686"/>
                </a:lnTo>
                <a:lnTo>
                  <a:pt x="418235" y="155829"/>
                </a:lnTo>
                <a:lnTo>
                  <a:pt x="418350" y="157226"/>
                </a:lnTo>
                <a:lnTo>
                  <a:pt x="418448" y="157861"/>
                </a:lnTo>
                <a:lnTo>
                  <a:pt x="418630" y="158496"/>
                </a:lnTo>
                <a:lnTo>
                  <a:pt x="419442" y="159766"/>
                </a:lnTo>
                <a:lnTo>
                  <a:pt x="420027" y="160147"/>
                </a:lnTo>
                <a:lnTo>
                  <a:pt x="420801" y="160147"/>
                </a:lnTo>
                <a:lnTo>
                  <a:pt x="421563" y="160274"/>
                </a:lnTo>
                <a:lnTo>
                  <a:pt x="422516" y="160147"/>
                </a:lnTo>
                <a:lnTo>
                  <a:pt x="424802" y="159385"/>
                </a:lnTo>
                <a:lnTo>
                  <a:pt x="426237" y="158750"/>
                </a:lnTo>
                <a:lnTo>
                  <a:pt x="427951" y="157861"/>
                </a:lnTo>
                <a:lnTo>
                  <a:pt x="431253" y="156210"/>
                </a:lnTo>
                <a:lnTo>
                  <a:pt x="433399" y="154686"/>
                </a:lnTo>
                <a:lnTo>
                  <a:pt x="433819" y="154305"/>
                </a:lnTo>
                <a:lnTo>
                  <a:pt x="436232" y="151765"/>
                </a:lnTo>
                <a:lnTo>
                  <a:pt x="436699" y="150749"/>
                </a:lnTo>
                <a:lnTo>
                  <a:pt x="436618" y="148844"/>
                </a:lnTo>
                <a:lnTo>
                  <a:pt x="431670" y="110998"/>
                </a:lnTo>
                <a:lnTo>
                  <a:pt x="429674" y="95885"/>
                </a:lnTo>
                <a:lnTo>
                  <a:pt x="429640" y="95631"/>
                </a:lnTo>
                <a:lnTo>
                  <a:pt x="412445" y="95631"/>
                </a:lnTo>
                <a:lnTo>
                  <a:pt x="349910" y="37211"/>
                </a:lnTo>
                <a:lnTo>
                  <a:pt x="348475" y="36068"/>
                </a:lnTo>
                <a:lnTo>
                  <a:pt x="347916" y="35687"/>
                </a:lnTo>
                <a:lnTo>
                  <a:pt x="347370" y="35433"/>
                </a:lnTo>
                <a:close/>
              </a:path>
              <a:path w="436880" h="296545">
                <a:moveTo>
                  <a:pt x="356921" y="140335"/>
                </a:moveTo>
                <a:lnTo>
                  <a:pt x="338480" y="140335"/>
                </a:lnTo>
                <a:lnTo>
                  <a:pt x="344589" y="152146"/>
                </a:lnTo>
                <a:lnTo>
                  <a:pt x="344991" y="152781"/>
                </a:lnTo>
                <a:lnTo>
                  <a:pt x="345236" y="153035"/>
                </a:lnTo>
                <a:lnTo>
                  <a:pt x="346176" y="153543"/>
                </a:lnTo>
                <a:lnTo>
                  <a:pt x="348195" y="153543"/>
                </a:lnTo>
                <a:lnTo>
                  <a:pt x="349046" y="153289"/>
                </a:lnTo>
                <a:lnTo>
                  <a:pt x="350037" y="153035"/>
                </a:lnTo>
                <a:lnTo>
                  <a:pt x="350706" y="152781"/>
                </a:lnTo>
                <a:lnTo>
                  <a:pt x="352221" y="152146"/>
                </a:lnTo>
                <a:lnTo>
                  <a:pt x="353618" y="151384"/>
                </a:lnTo>
                <a:lnTo>
                  <a:pt x="354939" y="150749"/>
                </a:lnTo>
                <a:lnTo>
                  <a:pt x="355839" y="150114"/>
                </a:lnTo>
                <a:lnTo>
                  <a:pt x="356666" y="149606"/>
                </a:lnTo>
                <a:lnTo>
                  <a:pt x="357733" y="148844"/>
                </a:lnTo>
                <a:lnTo>
                  <a:pt x="358381" y="148209"/>
                </a:lnTo>
                <a:lnTo>
                  <a:pt x="359270" y="147193"/>
                </a:lnTo>
                <a:lnTo>
                  <a:pt x="359384" y="146939"/>
                </a:lnTo>
                <a:lnTo>
                  <a:pt x="359435" y="145161"/>
                </a:lnTo>
                <a:lnTo>
                  <a:pt x="359156" y="144653"/>
                </a:lnTo>
                <a:lnTo>
                  <a:pt x="356921" y="140335"/>
                </a:lnTo>
                <a:close/>
              </a:path>
              <a:path w="436880" h="296545">
                <a:moveTo>
                  <a:pt x="418508" y="11430"/>
                </a:moveTo>
                <a:lnTo>
                  <a:pt x="400157" y="11430"/>
                </a:lnTo>
                <a:lnTo>
                  <a:pt x="412756" y="95631"/>
                </a:lnTo>
                <a:lnTo>
                  <a:pt x="429640" y="95631"/>
                </a:lnTo>
                <a:lnTo>
                  <a:pt x="419515" y="19050"/>
                </a:lnTo>
                <a:lnTo>
                  <a:pt x="419431" y="18415"/>
                </a:lnTo>
                <a:lnTo>
                  <a:pt x="419364" y="17907"/>
                </a:lnTo>
                <a:lnTo>
                  <a:pt x="419280" y="17272"/>
                </a:lnTo>
                <a:lnTo>
                  <a:pt x="419196" y="16637"/>
                </a:lnTo>
                <a:lnTo>
                  <a:pt x="419112" y="16002"/>
                </a:lnTo>
                <a:lnTo>
                  <a:pt x="419012" y="15240"/>
                </a:lnTo>
                <a:lnTo>
                  <a:pt x="418928" y="14605"/>
                </a:lnTo>
                <a:lnTo>
                  <a:pt x="418810" y="13716"/>
                </a:lnTo>
                <a:lnTo>
                  <a:pt x="418693" y="12827"/>
                </a:lnTo>
                <a:lnTo>
                  <a:pt x="418609" y="12192"/>
                </a:lnTo>
                <a:lnTo>
                  <a:pt x="418508" y="11430"/>
                </a:lnTo>
                <a:close/>
              </a:path>
              <a:path w="436880" h="296545">
                <a:moveTo>
                  <a:pt x="289388" y="11303"/>
                </a:moveTo>
                <a:lnTo>
                  <a:pt x="287083" y="11303"/>
                </a:lnTo>
                <a:lnTo>
                  <a:pt x="286156" y="11430"/>
                </a:lnTo>
                <a:lnTo>
                  <a:pt x="283870" y="12192"/>
                </a:lnTo>
                <a:lnTo>
                  <a:pt x="282473" y="12827"/>
                </a:lnTo>
                <a:lnTo>
                  <a:pt x="280822" y="13716"/>
                </a:lnTo>
                <a:lnTo>
                  <a:pt x="279234" y="14605"/>
                </a:lnTo>
                <a:lnTo>
                  <a:pt x="277977" y="15240"/>
                </a:lnTo>
                <a:lnTo>
                  <a:pt x="277037" y="16002"/>
                </a:lnTo>
                <a:lnTo>
                  <a:pt x="276098" y="16637"/>
                </a:lnTo>
                <a:lnTo>
                  <a:pt x="275361" y="17272"/>
                </a:lnTo>
                <a:lnTo>
                  <a:pt x="274815" y="17907"/>
                </a:lnTo>
                <a:lnTo>
                  <a:pt x="274269" y="18415"/>
                </a:lnTo>
                <a:lnTo>
                  <a:pt x="274002" y="19050"/>
                </a:lnTo>
                <a:lnTo>
                  <a:pt x="274104" y="20701"/>
                </a:lnTo>
                <a:lnTo>
                  <a:pt x="274332" y="21082"/>
                </a:lnTo>
                <a:lnTo>
                  <a:pt x="301180" y="72898"/>
                </a:lnTo>
                <a:lnTo>
                  <a:pt x="322015" y="72898"/>
                </a:lnTo>
                <a:lnTo>
                  <a:pt x="290791" y="12573"/>
                </a:lnTo>
                <a:lnTo>
                  <a:pt x="290610" y="12192"/>
                </a:lnTo>
                <a:lnTo>
                  <a:pt x="289648" y="11430"/>
                </a:lnTo>
                <a:lnTo>
                  <a:pt x="289388" y="11303"/>
                </a:lnTo>
                <a:close/>
              </a:path>
              <a:path w="436880" h="296545">
                <a:moveTo>
                  <a:pt x="414083" y="0"/>
                </a:moveTo>
                <a:lnTo>
                  <a:pt x="413042" y="254"/>
                </a:lnTo>
                <a:lnTo>
                  <a:pt x="411772" y="635"/>
                </a:lnTo>
                <a:lnTo>
                  <a:pt x="408940" y="1778"/>
                </a:lnTo>
                <a:lnTo>
                  <a:pt x="407085" y="2794"/>
                </a:lnTo>
                <a:lnTo>
                  <a:pt x="404964" y="3810"/>
                </a:lnTo>
                <a:lnTo>
                  <a:pt x="403218" y="4953"/>
                </a:lnTo>
                <a:lnTo>
                  <a:pt x="402361" y="5588"/>
                </a:lnTo>
                <a:lnTo>
                  <a:pt x="401320" y="6223"/>
                </a:lnTo>
                <a:lnTo>
                  <a:pt x="400608" y="6985"/>
                </a:lnTo>
                <a:lnTo>
                  <a:pt x="399872" y="8255"/>
                </a:lnTo>
                <a:lnTo>
                  <a:pt x="399808" y="9398"/>
                </a:lnTo>
                <a:lnTo>
                  <a:pt x="400062" y="10795"/>
                </a:lnTo>
                <a:lnTo>
                  <a:pt x="400138" y="11303"/>
                </a:lnTo>
                <a:lnTo>
                  <a:pt x="418491" y="11303"/>
                </a:lnTo>
                <a:lnTo>
                  <a:pt x="417920" y="6985"/>
                </a:lnTo>
                <a:lnTo>
                  <a:pt x="414883" y="254"/>
                </a:lnTo>
                <a:lnTo>
                  <a:pt x="41408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5" name="object 15"/>
          <p:cNvGrpSpPr/>
          <p:nvPr/>
        </p:nvGrpSpPr>
        <p:grpSpPr>
          <a:xfrm>
            <a:off x="719327" y="4458461"/>
            <a:ext cx="6995159" cy="1948180"/>
            <a:chOff x="719327" y="4458461"/>
            <a:chExt cx="6995159" cy="1948180"/>
          </a:xfrm>
        </p:grpSpPr>
        <p:sp>
          <p:nvSpPr>
            <p:cNvPr id="16" name="object 16"/>
            <p:cNvSpPr/>
            <p:nvPr/>
          </p:nvSpPr>
          <p:spPr>
            <a:xfrm>
              <a:off x="727328" y="4466462"/>
              <a:ext cx="4558030" cy="1855470"/>
            </a:xfrm>
            <a:custGeom>
              <a:avLst/>
              <a:gdLst/>
              <a:ahLst/>
              <a:cxnLst/>
              <a:rect l="l" t="t" r="r" b="b"/>
              <a:pathLst>
                <a:path w="4558030" h="1855470">
                  <a:moveTo>
                    <a:pt x="653033" y="873252"/>
                  </a:moveTo>
                  <a:lnTo>
                    <a:pt x="4557522" y="873252"/>
                  </a:lnTo>
                  <a:lnTo>
                    <a:pt x="4557522" y="0"/>
                  </a:lnTo>
                  <a:lnTo>
                    <a:pt x="653033" y="0"/>
                  </a:lnTo>
                  <a:lnTo>
                    <a:pt x="653033" y="873252"/>
                  </a:lnTo>
                  <a:close/>
                </a:path>
                <a:path w="4558030" h="1855470">
                  <a:moveTo>
                    <a:pt x="0" y="1855470"/>
                  </a:moveTo>
                  <a:lnTo>
                    <a:pt x="4391406" y="1855470"/>
                  </a:lnTo>
                  <a:lnTo>
                    <a:pt x="4391406" y="1357122"/>
                  </a:lnTo>
                  <a:lnTo>
                    <a:pt x="0" y="1357122"/>
                  </a:lnTo>
                  <a:lnTo>
                    <a:pt x="0" y="1855470"/>
                  </a:lnTo>
                  <a:close/>
                </a:path>
              </a:pathLst>
            </a:custGeom>
            <a:ln w="1600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64150" y="4623688"/>
              <a:ext cx="2450084" cy="1782838"/>
            </a:xfrm>
            <a:prstGeom prst="rect">
              <a:avLst/>
            </a:prstGeom>
          </p:spPr>
        </p:pic>
      </p:grpSp>
      <p:pic>
        <p:nvPicPr>
          <p:cNvPr id="18" name="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935510" y="1943861"/>
            <a:ext cx="1099269" cy="839342"/>
          </a:xfrm>
          <a:prstGeom prst="rect">
            <a:avLst/>
          </a:prstGeom>
        </p:spPr>
      </p:pic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0259" y="2130247"/>
            <a:ext cx="7036434" cy="2287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22300" marR="4424680" indent="-609600">
              <a:lnSpc>
                <a:spcPct val="148500"/>
              </a:lnSpc>
              <a:spcBef>
                <a:spcPts val="100"/>
              </a:spcBef>
            </a:pPr>
            <a:r>
              <a:rPr sz="2000" dirty="0">
                <a:latin typeface="Courier New"/>
                <a:cs typeface="Courier New"/>
              </a:rPr>
              <a:t>def</a:t>
            </a:r>
            <a:r>
              <a:rPr sz="2000" spc="-5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is_even(</a:t>
            </a:r>
            <a:r>
              <a:rPr sz="2000" spc="-5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i</a:t>
            </a:r>
            <a:r>
              <a:rPr sz="2000" spc="-45" dirty="0">
                <a:latin typeface="Courier New"/>
                <a:cs typeface="Courier New"/>
              </a:rPr>
              <a:t> </a:t>
            </a:r>
            <a:r>
              <a:rPr sz="2000" spc="-25" dirty="0">
                <a:latin typeface="Courier New"/>
                <a:cs typeface="Courier New"/>
              </a:rPr>
              <a:t>): """</a:t>
            </a:r>
            <a:endParaRPr sz="2000">
              <a:latin typeface="Courier New"/>
              <a:cs typeface="Courier New"/>
            </a:endParaRPr>
          </a:p>
          <a:p>
            <a:pPr marL="622300">
              <a:lnSpc>
                <a:spcPct val="100000"/>
              </a:lnSpc>
              <a:spcBef>
                <a:spcPts val="1155"/>
              </a:spcBef>
            </a:pPr>
            <a:r>
              <a:rPr sz="2000" dirty="0">
                <a:latin typeface="Courier New"/>
                <a:cs typeface="Courier New"/>
              </a:rPr>
              <a:t>Input:</a:t>
            </a:r>
            <a:r>
              <a:rPr sz="2000" spc="-5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i,</a:t>
            </a:r>
            <a:r>
              <a:rPr sz="2000" spc="-5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a</a:t>
            </a:r>
            <a:r>
              <a:rPr sz="2000" spc="-5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positive</a:t>
            </a:r>
            <a:r>
              <a:rPr sz="2000" spc="-50" dirty="0">
                <a:latin typeface="Courier New"/>
                <a:cs typeface="Courier New"/>
              </a:rPr>
              <a:t> </a:t>
            </a:r>
            <a:r>
              <a:rPr sz="2000" spc="-25" dirty="0">
                <a:latin typeface="Courier New"/>
                <a:cs typeface="Courier New"/>
              </a:rPr>
              <a:t>int</a:t>
            </a:r>
            <a:endParaRPr sz="2000">
              <a:latin typeface="Courier New"/>
              <a:cs typeface="Courier New"/>
            </a:endParaRPr>
          </a:p>
          <a:p>
            <a:pPr marL="622300" marR="5080">
              <a:lnSpc>
                <a:spcPts val="3560"/>
              </a:lnSpc>
              <a:spcBef>
                <a:spcPts val="110"/>
              </a:spcBef>
            </a:pPr>
            <a:r>
              <a:rPr sz="2000" dirty="0">
                <a:latin typeface="Courier New"/>
                <a:cs typeface="Courier New"/>
              </a:rPr>
              <a:t>Returns</a:t>
            </a:r>
            <a:r>
              <a:rPr sz="2000" spc="-5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True</a:t>
            </a:r>
            <a:r>
              <a:rPr sz="2000" spc="-5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if</a:t>
            </a:r>
            <a:r>
              <a:rPr sz="2000" spc="-5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i</a:t>
            </a:r>
            <a:r>
              <a:rPr sz="2000" spc="-5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is</a:t>
            </a:r>
            <a:r>
              <a:rPr sz="2000" spc="-5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even,</a:t>
            </a:r>
            <a:r>
              <a:rPr sz="2000" spc="-5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otherwise</a:t>
            </a:r>
            <a:r>
              <a:rPr sz="2000" spc="-5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False </a:t>
            </a:r>
            <a:r>
              <a:rPr sz="2000" spc="-25" dirty="0">
                <a:latin typeface="Courier New"/>
                <a:cs typeface="Courier New"/>
              </a:rPr>
              <a:t>"""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50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IN</a:t>
            </a:r>
            <a:r>
              <a:rPr spc="-210" dirty="0"/>
              <a:t> </a:t>
            </a:r>
            <a:r>
              <a:rPr spc="-10" dirty="0"/>
              <a:t>THE</a:t>
            </a:r>
            <a:r>
              <a:rPr spc="-210" dirty="0"/>
              <a:t> </a:t>
            </a:r>
            <a:r>
              <a:rPr spc="-35" dirty="0"/>
              <a:t>FUNCTION</a:t>
            </a:r>
            <a:r>
              <a:rPr spc="-210" dirty="0"/>
              <a:t> </a:t>
            </a:r>
            <a:r>
              <a:rPr spc="-20" dirty="0"/>
              <a:t>BODY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5005" y="5468746"/>
            <a:ext cx="741146" cy="48268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53639" y="4964429"/>
            <a:ext cx="2733420" cy="1211237"/>
          </a:xfrm>
          <a:prstGeom prst="rect">
            <a:avLst/>
          </a:prstGeom>
        </p:spPr>
      </p:pic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253871" y="4446270"/>
          <a:ext cx="4168140" cy="970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4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38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1965">
                <a:tc gridSpan="2">
                  <a:txBody>
                    <a:bodyPr/>
                    <a:lstStyle/>
                    <a:p>
                      <a:pPr marL="170180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2000" dirty="0">
                          <a:latin typeface="Courier New"/>
                          <a:cs typeface="Courier New"/>
                        </a:rPr>
                        <a:t>print("inside</a:t>
                      </a:r>
                      <a:r>
                        <a:rPr sz="2000" spc="-16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10" dirty="0">
                          <a:latin typeface="Courier New"/>
                          <a:cs typeface="Courier New"/>
                        </a:rPr>
                        <a:t>is_even")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97155" marB="0">
                    <a:lnL w="19050">
                      <a:solidFill>
                        <a:srgbClr val="FF0000"/>
                      </a:solidFill>
                      <a:prstDash val="solid"/>
                    </a:lnL>
                    <a:lnR w="19050">
                      <a:solidFill>
                        <a:srgbClr val="FF0000"/>
                      </a:solidFill>
                      <a:prstDash val="solid"/>
                    </a:lnR>
                    <a:lnT w="19050">
                      <a:solidFill>
                        <a:srgbClr val="FF0000"/>
                      </a:solidFill>
                      <a:prstDash val="solid"/>
                    </a:lnT>
                    <a:lnB w="19050">
                      <a:solidFill>
                        <a:srgbClr val="FF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315">
                <a:tc>
                  <a:txBody>
                    <a:bodyPr/>
                    <a:lstStyle/>
                    <a:p>
                      <a:pPr marL="17018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-10" dirty="0">
                          <a:latin typeface="Courier New"/>
                          <a:cs typeface="Courier New"/>
                        </a:rPr>
                        <a:t>return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66675" marB="0">
                    <a:lnL w="19050">
                      <a:solidFill>
                        <a:srgbClr val="FF0000"/>
                      </a:solidFill>
                      <a:prstDash val="solid"/>
                    </a:lnL>
                    <a:lnR w="19050">
                      <a:solidFill>
                        <a:srgbClr val="FF0000"/>
                      </a:solidFill>
                      <a:prstDash val="solid"/>
                    </a:lnR>
                    <a:lnT w="19050">
                      <a:solidFill>
                        <a:srgbClr val="FF0000"/>
                      </a:solidFill>
                      <a:prstDash val="solid"/>
                    </a:lnT>
                    <a:lnB w="1905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dirty="0">
                          <a:latin typeface="Courier New"/>
                          <a:cs typeface="Courier New"/>
                        </a:rPr>
                        <a:t>i%2</a:t>
                      </a:r>
                      <a:r>
                        <a:rPr sz="2000" spc="-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dirty="0">
                          <a:latin typeface="Courier New"/>
                          <a:cs typeface="Courier New"/>
                        </a:rPr>
                        <a:t>==</a:t>
                      </a:r>
                      <a:r>
                        <a:rPr sz="2000" spc="-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66675" marB="0">
                    <a:lnL w="19050">
                      <a:solidFill>
                        <a:srgbClr val="FF0000"/>
                      </a:solidFill>
                      <a:prstDash val="solid"/>
                    </a:lnL>
                    <a:lnT w="19050">
                      <a:solidFill>
                        <a:srgbClr val="FF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23763" y="4106164"/>
            <a:ext cx="1046861" cy="706882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2900" y="3764533"/>
            <a:ext cx="94043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Courier New"/>
                <a:cs typeface="Courier New"/>
              </a:rPr>
              <a:t>def</a:t>
            </a:r>
            <a:r>
              <a:rPr sz="2000" spc="-40" dirty="0">
                <a:latin typeface="Courier New"/>
                <a:cs typeface="Courier New"/>
              </a:rPr>
              <a:t> </a:t>
            </a:r>
            <a:r>
              <a:rPr sz="2000" spc="-25" dirty="0">
                <a:latin typeface="Courier New"/>
                <a:cs typeface="Courier New"/>
              </a:rPr>
              <a:t>f(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24736" y="3715130"/>
            <a:ext cx="336550" cy="454659"/>
          </a:xfrm>
          <a:prstGeom prst="rect">
            <a:avLst/>
          </a:prstGeom>
          <a:ln w="16001">
            <a:solidFill>
              <a:srgbClr val="FF0000"/>
            </a:solidFill>
          </a:ln>
        </p:spPr>
        <p:txBody>
          <a:bodyPr vert="horz" wrap="square" lIns="0" tIns="61594" rIns="0" bIns="0" rtlCol="0">
            <a:spAutoFit/>
          </a:bodyPr>
          <a:lstStyle/>
          <a:p>
            <a:pPr marL="97790">
              <a:lnSpc>
                <a:spcPct val="100000"/>
              </a:lnSpc>
              <a:spcBef>
                <a:spcPts val="484"/>
              </a:spcBef>
            </a:pPr>
            <a:r>
              <a:rPr sz="2000" spc="-50" dirty="0">
                <a:latin typeface="Courier New"/>
                <a:cs typeface="Courier New"/>
              </a:rPr>
              <a:t>x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14754" y="3764533"/>
            <a:ext cx="3302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5" dirty="0">
                <a:latin typeface="Courier New"/>
                <a:cs typeface="Courier New"/>
              </a:rPr>
              <a:t>):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2900" y="4069029"/>
            <a:ext cx="4293235" cy="222377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622300">
              <a:lnSpc>
                <a:spcPct val="100000"/>
              </a:lnSpc>
              <a:spcBef>
                <a:spcPts val="580"/>
              </a:spcBef>
            </a:pPr>
            <a:r>
              <a:rPr sz="2000" dirty="0">
                <a:latin typeface="Courier New"/>
                <a:cs typeface="Courier New"/>
              </a:rPr>
              <a:t>x</a:t>
            </a:r>
            <a:r>
              <a:rPr sz="2000" spc="-1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=</a:t>
            </a:r>
            <a:r>
              <a:rPr sz="2000" spc="-1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x</a:t>
            </a:r>
            <a:r>
              <a:rPr sz="2000" spc="-1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+</a:t>
            </a:r>
            <a:r>
              <a:rPr sz="2000" spc="-10" dirty="0">
                <a:latin typeface="Courier New"/>
                <a:cs typeface="Courier New"/>
              </a:rPr>
              <a:t> </a:t>
            </a:r>
            <a:r>
              <a:rPr sz="2000" spc="-50" dirty="0"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 marL="622300" marR="5080">
              <a:lnSpc>
                <a:spcPct val="120000"/>
              </a:lnSpc>
            </a:pPr>
            <a:r>
              <a:rPr sz="2000" dirty="0">
                <a:latin typeface="Courier New"/>
                <a:cs typeface="Courier New"/>
              </a:rPr>
              <a:t>print('in</a:t>
            </a:r>
            <a:r>
              <a:rPr sz="2000" spc="-5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f(x):</a:t>
            </a:r>
            <a:r>
              <a:rPr sz="2000" spc="-5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x</a:t>
            </a:r>
            <a:r>
              <a:rPr sz="2000" spc="-5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=',</a:t>
            </a:r>
            <a:r>
              <a:rPr sz="2000" spc="-55" dirty="0">
                <a:latin typeface="Courier New"/>
                <a:cs typeface="Courier New"/>
              </a:rPr>
              <a:t> </a:t>
            </a:r>
            <a:r>
              <a:rPr sz="2000" spc="-25" dirty="0">
                <a:latin typeface="Courier New"/>
                <a:cs typeface="Courier New"/>
              </a:rPr>
              <a:t>x) </a:t>
            </a:r>
            <a:r>
              <a:rPr sz="2000" dirty="0">
                <a:latin typeface="Courier New"/>
                <a:cs typeface="Courier New"/>
              </a:rPr>
              <a:t>return</a:t>
            </a:r>
            <a:r>
              <a:rPr sz="2000" spc="-75" dirty="0">
                <a:latin typeface="Courier New"/>
                <a:cs typeface="Courier New"/>
              </a:rPr>
              <a:t> </a:t>
            </a:r>
            <a:r>
              <a:rPr sz="2000" spc="-50" dirty="0">
                <a:latin typeface="Courier New"/>
                <a:cs typeface="Courier New"/>
              </a:rPr>
              <a:t>x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90"/>
              </a:spcBef>
            </a:pP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Courier New"/>
                <a:cs typeface="Courier New"/>
              </a:rPr>
              <a:t>x</a:t>
            </a:r>
            <a:r>
              <a:rPr sz="2000" spc="-1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=</a:t>
            </a:r>
            <a:r>
              <a:rPr sz="2000" spc="-10" dirty="0">
                <a:latin typeface="Courier New"/>
                <a:cs typeface="Courier New"/>
              </a:rPr>
              <a:t> </a:t>
            </a:r>
            <a:r>
              <a:rPr sz="2000" spc="-60" dirty="0">
                <a:latin typeface="Courier New"/>
                <a:cs typeface="Courier New"/>
              </a:rPr>
              <a:t>3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sz="2000" dirty="0">
                <a:latin typeface="Courier New"/>
                <a:cs typeface="Courier New"/>
              </a:rPr>
              <a:t>z</a:t>
            </a:r>
            <a:r>
              <a:rPr sz="2000" spc="-1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=</a:t>
            </a:r>
            <a:r>
              <a:rPr sz="2000" spc="-1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f(</a:t>
            </a:r>
            <a:r>
              <a:rPr sz="2000" spc="-1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x</a:t>
            </a:r>
            <a:r>
              <a:rPr sz="2000" spc="-15" dirty="0">
                <a:latin typeface="Courier New"/>
                <a:cs typeface="Courier New"/>
              </a:rPr>
              <a:t> </a:t>
            </a:r>
            <a:r>
              <a:rPr sz="2000" spc="-50" dirty="0">
                <a:latin typeface="Courier New"/>
                <a:cs typeface="Courier New"/>
              </a:rPr>
              <a:t>)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10259" y="1822195"/>
            <a:ext cx="8013700" cy="1735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9710" indent="-207010">
              <a:lnSpc>
                <a:spcPts val="2725"/>
              </a:lnSpc>
              <a:spcBef>
                <a:spcPts val="100"/>
              </a:spcBef>
              <a:buClr>
                <a:srgbClr val="585858"/>
              </a:buClr>
              <a:buFont typeface="Wingdings"/>
              <a:buChar char=""/>
              <a:tabLst>
                <a:tab pos="219710" algn="l"/>
              </a:tabLst>
            </a:pP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formal</a:t>
            </a:r>
            <a:r>
              <a:rPr sz="2400" b="1" spc="-7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parameter</a:t>
            </a:r>
            <a:r>
              <a:rPr sz="2400" b="1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gets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bound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of</a:t>
            </a:r>
            <a:endParaRPr sz="2400">
              <a:latin typeface="Calibri"/>
              <a:cs typeface="Calibri"/>
            </a:endParaRPr>
          </a:p>
          <a:p>
            <a:pPr marL="104139">
              <a:lnSpc>
                <a:spcPts val="2725"/>
              </a:lnSpc>
            </a:pP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actual</a:t>
            </a:r>
            <a:r>
              <a:rPr sz="2400" b="1" spc="-7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parameter</a:t>
            </a:r>
            <a:r>
              <a:rPr sz="2400" b="1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function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called</a:t>
            </a:r>
            <a:endParaRPr sz="2400">
              <a:latin typeface="Calibri"/>
              <a:cs typeface="Calibri"/>
            </a:endParaRPr>
          </a:p>
          <a:p>
            <a:pPr marL="220345" indent="-207645">
              <a:lnSpc>
                <a:spcPct val="100000"/>
              </a:lnSpc>
              <a:spcBef>
                <a:spcPts val="1140"/>
              </a:spcBef>
              <a:buClr>
                <a:srgbClr val="585858"/>
              </a:buClr>
              <a:buFont typeface="Wingdings"/>
              <a:buChar char=""/>
              <a:tabLst>
                <a:tab pos="220345" algn="l"/>
              </a:tabLst>
            </a:pPr>
            <a:r>
              <a:rPr sz="2400" dirty="0">
                <a:latin typeface="Calibri"/>
                <a:cs typeface="Calibri"/>
              </a:rPr>
              <a:t>new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C00000"/>
                </a:solidFill>
                <a:latin typeface="Calibri"/>
                <a:cs typeface="Calibri"/>
              </a:rPr>
              <a:t>scope/frame/environment</a:t>
            </a:r>
            <a:r>
              <a:rPr sz="2400" b="1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created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enter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function</a:t>
            </a:r>
            <a:endParaRPr sz="2400">
              <a:latin typeface="Calibri"/>
              <a:cs typeface="Calibri"/>
            </a:endParaRPr>
          </a:p>
          <a:p>
            <a:pPr marL="220345" indent="-207645">
              <a:lnSpc>
                <a:spcPct val="100000"/>
              </a:lnSpc>
              <a:spcBef>
                <a:spcPts val="1110"/>
              </a:spcBef>
              <a:buClr>
                <a:srgbClr val="585858"/>
              </a:buClr>
              <a:buFont typeface="Wingdings"/>
              <a:buChar char=""/>
              <a:tabLst>
                <a:tab pos="220345" algn="l"/>
              </a:tabLst>
            </a:pP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scope</a:t>
            </a:r>
            <a:r>
              <a:rPr sz="2400" b="1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mapping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names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objects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01700" y="914146"/>
            <a:ext cx="403606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0" dirty="0"/>
              <a:t>VARIABLE</a:t>
            </a:r>
            <a:r>
              <a:rPr spc="-140" dirty="0"/>
              <a:t> </a:t>
            </a:r>
            <a:r>
              <a:rPr spc="-25" dirty="0"/>
              <a:t>SCOPE</a:t>
            </a: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76042" y="3637660"/>
            <a:ext cx="997331" cy="67945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09489" y="3746500"/>
            <a:ext cx="954150" cy="673608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1316736" y="3659123"/>
            <a:ext cx="7555230" cy="2790825"/>
            <a:chOff x="1316736" y="3659123"/>
            <a:chExt cx="7555230" cy="2790825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57146" y="5749163"/>
              <a:ext cx="983614" cy="65813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324737" y="5975984"/>
              <a:ext cx="336550" cy="453390"/>
            </a:xfrm>
            <a:custGeom>
              <a:avLst/>
              <a:gdLst/>
              <a:ahLst/>
              <a:cxnLst/>
              <a:rect l="l" t="t" r="r" b="b"/>
              <a:pathLst>
                <a:path w="336550" h="453389">
                  <a:moveTo>
                    <a:pt x="0" y="453389"/>
                  </a:moveTo>
                  <a:lnTo>
                    <a:pt x="336042" y="453389"/>
                  </a:lnTo>
                  <a:lnTo>
                    <a:pt x="336042" y="0"/>
                  </a:lnTo>
                  <a:lnTo>
                    <a:pt x="0" y="0"/>
                  </a:lnTo>
                  <a:lnTo>
                    <a:pt x="0" y="453389"/>
                  </a:lnTo>
                  <a:close/>
                </a:path>
              </a:pathLst>
            </a:custGeom>
            <a:ln w="1600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771263" y="3665600"/>
              <a:ext cx="344805" cy="1534160"/>
            </a:xfrm>
            <a:custGeom>
              <a:avLst/>
              <a:gdLst/>
              <a:ahLst/>
              <a:cxnLst/>
              <a:rect l="l" t="t" r="r" b="b"/>
              <a:pathLst>
                <a:path w="344804" h="1534160">
                  <a:moveTo>
                    <a:pt x="0" y="0"/>
                  </a:moveTo>
                  <a:lnTo>
                    <a:pt x="45785" y="5826"/>
                  </a:lnTo>
                  <a:lnTo>
                    <a:pt x="86924" y="22267"/>
                  </a:lnTo>
                  <a:lnTo>
                    <a:pt x="121777" y="47767"/>
                  </a:lnTo>
                  <a:lnTo>
                    <a:pt x="148702" y="80771"/>
                  </a:lnTo>
                  <a:lnTo>
                    <a:pt x="166061" y="119723"/>
                  </a:lnTo>
                  <a:lnTo>
                    <a:pt x="172212" y="163067"/>
                  </a:lnTo>
                  <a:lnTo>
                    <a:pt x="172212" y="603884"/>
                  </a:lnTo>
                  <a:lnTo>
                    <a:pt x="178362" y="647229"/>
                  </a:lnTo>
                  <a:lnTo>
                    <a:pt x="195721" y="686180"/>
                  </a:lnTo>
                  <a:lnTo>
                    <a:pt x="222646" y="719185"/>
                  </a:lnTo>
                  <a:lnTo>
                    <a:pt x="257499" y="744685"/>
                  </a:lnTo>
                  <a:lnTo>
                    <a:pt x="298638" y="761126"/>
                  </a:lnTo>
                  <a:lnTo>
                    <a:pt x="344424" y="766952"/>
                  </a:lnTo>
                  <a:lnTo>
                    <a:pt x="298638" y="772779"/>
                  </a:lnTo>
                  <a:lnTo>
                    <a:pt x="257499" y="789220"/>
                  </a:lnTo>
                  <a:lnTo>
                    <a:pt x="222646" y="814720"/>
                  </a:lnTo>
                  <a:lnTo>
                    <a:pt x="195721" y="847724"/>
                  </a:lnTo>
                  <a:lnTo>
                    <a:pt x="178362" y="886676"/>
                  </a:lnTo>
                  <a:lnTo>
                    <a:pt x="172212" y="930020"/>
                  </a:lnTo>
                  <a:lnTo>
                    <a:pt x="172212" y="1370837"/>
                  </a:lnTo>
                  <a:lnTo>
                    <a:pt x="166061" y="1414182"/>
                  </a:lnTo>
                  <a:lnTo>
                    <a:pt x="148702" y="1453133"/>
                  </a:lnTo>
                  <a:lnTo>
                    <a:pt x="121777" y="1486138"/>
                  </a:lnTo>
                  <a:lnTo>
                    <a:pt x="86924" y="1511638"/>
                  </a:lnTo>
                  <a:lnTo>
                    <a:pt x="45785" y="1528079"/>
                  </a:lnTo>
                  <a:lnTo>
                    <a:pt x="0" y="1533905"/>
                  </a:lnTo>
                </a:path>
              </a:pathLst>
            </a:custGeom>
            <a:ln w="1295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51120" y="4645024"/>
              <a:ext cx="3720718" cy="1685683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771263" y="5595746"/>
              <a:ext cx="344805" cy="847725"/>
            </a:xfrm>
            <a:custGeom>
              <a:avLst/>
              <a:gdLst/>
              <a:ahLst/>
              <a:cxnLst/>
              <a:rect l="l" t="t" r="r" b="b"/>
              <a:pathLst>
                <a:path w="344804" h="847725">
                  <a:moveTo>
                    <a:pt x="0" y="0"/>
                  </a:moveTo>
                  <a:lnTo>
                    <a:pt x="45785" y="5825"/>
                  </a:lnTo>
                  <a:lnTo>
                    <a:pt x="86924" y="22264"/>
                  </a:lnTo>
                  <a:lnTo>
                    <a:pt x="121777" y="47763"/>
                  </a:lnTo>
                  <a:lnTo>
                    <a:pt x="148702" y="80766"/>
                  </a:lnTo>
                  <a:lnTo>
                    <a:pt x="166061" y="119719"/>
                  </a:lnTo>
                  <a:lnTo>
                    <a:pt x="172212" y="163067"/>
                  </a:lnTo>
                  <a:lnTo>
                    <a:pt x="172212" y="260603"/>
                  </a:lnTo>
                  <a:lnTo>
                    <a:pt x="178362" y="303952"/>
                  </a:lnTo>
                  <a:lnTo>
                    <a:pt x="195721" y="342905"/>
                  </a:lnTo>
                  <a:lnTo>
                    <a:pt x="222646" y="375908"/>
                  </a:lnTo>
                  <a:lnTo>
                    <a:pt x="257499" y="401407"/>
                  </a:lnTo>
                  <a:lnTo>
                    <a:pt x="298638" y="417846"/>
                  </a:lnTo>
                  <a:lnTo>
                    <a:pt x="344424" y="423671"/>
                  </a:lnTo>
                  <a:lnTo>
                    <a:pt x="298638" y="429497"/>
                  </a:lnTo>
                  <a:lnTo>
                    <a:pt x="257499" y="445936"/>
                  </a:lnTo>
                  <a:lnTo>
                    <a:pt x="222646" y="471435"/>
                  </a:lnTo>
                  <a:lnTo>
                    <a:pt x="195721" y="504438"/>
                  </a:lnTo>
                  <a:lnTo>
                    <a:pt x="178362" y="543391"/>
                  </a:lnTo>
                  <a:lnTo>
                    <a:pt x="172212" y="586739"/>
                  </a:lnTo>
                  <a:lnTo>
                    <a:pt x="172212" y="684275"/>
                  </a:lnTo>
                  <a:lnTo>
                    <a:pt x="166061" y="727624"/>
                  </a:lnTo>
                  <a:lnTo>
                    <a:pt x="148702" y="766577"/>
                  </a:lnTo>
                  <a:lnTo>
                    <a:pt x="121777" y="799580"/>
                  </a:lnTo>
                  <a:lnTo>
                    <a:pt x="86924" y="825079"/>
                  </a:lnTo>
                  <a:lnTo>
                    <a:pt x="45785" y="841518"/>
                  </a:lnTo>
                  <a:lnTo>
                    <a:pt x="0" y="847343"/>
                  </a:lnTo>
                </a:path>
              </a:pathLst>
            </a:custGeom>
            <a:ln w="1295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2900" y="3703268"/>
            <a:ext cx="4293235" cy="148844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000" dirty="0">
                <a:latin typeface="Courier New"/>
                <a:cs typeface="Courier New"/>
              </a:rPr>
              <a:t>def</a:t>
            </a:r>
            <a:r>
              <a:rPr sz="2000" spc="-2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f(</a:t>
            </a:r>
            <a:r>
              <a:rPr sz="2000" spc="-2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x</a:t>
            </a:r>
            <a:r>
              <a:rPr sz="2000" spc="-25" dirty="0">
                <a:latin typeface="Courier New"/>
                <a:cs typeface="Courier New"/>
              </a:rPr>
              <a:t> ):</a:t>
            </a:r>
            <a:endParaRPr sz="2000">
              <a:latin typeface="Courier New"/>
              <a:cs typeface="Courier New"/>
            </a:endParaRPr>
          </a:p>
          <a:p>
            <a:pPr marL="622300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latin typeface="Courier New"/>
                <a:cs typeface="Courier New"/>
              </a:rPr>
              <a:t>x</a:t>
            </a:r>
            <a:r>
              <a:rPr sz="2000" spc="-1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=</a:t>
            </a:r>
            <a:r>
              <a:rPr sz="2000" spc="-1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x</a:t>
            </a:r>
            <a:r>
              <a:rPr sz="2000" spc="-1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+</a:t>
            </a:r>
            <a:r>
              <a:rPr sz="2000" spc="-10" dirty="0">
                <a:latin typeface="Courier New"/>
                <a:cs typeface="Courier New"/>
              </a:rPr>
              <a:t> </a:t>
            </a:r>
            <a:r>
              <a:rPr sz="2000" spc="-50" dirty="0"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 marL="622300" marR="5080">
              <a:lnSpc>
                <a:spcPct val="120000"/>
              </a:lnSpc>
            </a:pPr>
            <a:r>
              <a:rPr sz="2000" dirty="0">
                <a:latin typeface="Courier New"/>
                <a:cs typeface="Courier New"/>
              </a:rPr>
              <a:t>print('in</a:t>
            </a:r>
            <a:r>
              <a:rPr sz="2000" spc="-5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f(x):</a:t>
            </a:r>
            <a:r>
              <a:rPr sz="2000" spc="-5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x</a:t>
            </a:r>
            <a:r>
              <a:rPr sz="2000" spc="-5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=',</a:t>
            </a:r>
            <a:r>
              <a:rPr sz="2000" spc="-55" dirty="0">
                <a:latin typeface="Courier New"/>
                <a:cs typeface="Courier New"/>
              </a:rPr>
              <a:t> </a:t>
            </a:r>
            <a:r>
              <a:rPr sz="2000" spc="-25" dirty="0">
                <a:latin typeface="Courier New"/>
                <a:cs typeface="Courier New"/>
              </a:rPr>
              <a:t>x) </a:t>
            </a:r>
            <a:r>
              <a:rPr sz="2000" dirty="0">
                <a:latin typeface="Courier New"/>
                <a:cs typeface="Courier New"/>
              </a:rPr>
              <a:t>return</a:t>
            </a:r>
            <a:r>
              <a:rPr sz="2000" spc="-75" dirty="0">
                <a:latin typeface="Courier New"/>
                <a:cs typeface="Courier New"/>
              </a:rPr>
              <a:t> </a:t>
            </a:r>
            <a:r>
              <a:rPr sz="2000" spc="-50" dirty="0">
                <a:latin typeface="Courier New"/>
                <a:cs typeface="Courier New"/>
              </a:rPr>
              <a:t>x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2900" y="5528259"/>
            <a:ext cx="1549400" cy="764540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z="2000" dirty="0">
                <a:latin typeface="Courier New"/>
                <a:cs typeface="Courier New"/>
              </a:rPr>
              <a:t>x</a:t>
            </a:r>
            <a:r>
              <a:rPr sz="2000" spc="-1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=</a:t>
            </a:r>
            <a:r>
              <a:rPr sz="2000" spc="-10" dirty="0">
                <a:latin typeface="Courier New"/>
                <a:cs typeface="Courier New"/>
              </a:rPr>
              <a:t> </a:t>
            </a:r>
            <a:r>
              <a:rPr sz="2000" spc="-60" dirty="0">
                <a:latin typeface="Courier New"/>
                <a:cs typeface="Courier New"/>
              </a:rPr>
              <a:t>3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sz="2000" dirty="0">
                <a:latin typeface="Courier New"/>
                <a:cs typeface="Courier New"/>
              </a:rPr>
              <a:t>z</a:t>
            </a:r>
            <a:r>
              <a:rPr sz="2000" spc="-1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=</a:t>
            </a:r>
            <a:r>
              <a:rPr sz="2000" spc="-1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f(</a:t>
            </a:r>
            <a:r>
              <a:rPr sz="2000" spc="-1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x</a:t>
            </a:r>
            <a:r>
              <a:rPr sz="2000" spc="-15" dirty="0">
                <a:latin typeface="Courier New"/>
                <a:cs typeface="Courier New"/>
              </a:rPr>
              <a:t> </a:t>
            </a:r>
            <a:r>
              <a:rPr sz="2000" spc="-50" dirty="0">
                <a:latin typeface="Courier New"/>
                <a:cs typeface="Courier New"/>
              </a:rPr>
              <a:t>)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01700" y="914146"/>
            <a:ext cx="403606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0" dirty="0"/>
              <a:t>VARIABLE</a:t>
            </a:r>
            <a:r>
              <a:rPr spc="-140" dirty="0"/>
              <a:t> </a:t>
            </a:r>
            <a:r>
              <a:rPr spc="-25" dirty="0"/>
              <a:t>SCOPE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4721097" y="3861561"/>
            <a:ext cx="1882775" cy="2578735"/>
            <a:chOff x="4721097" y="3861561"/>
            <a:chExt cx="1882775" cy="2578735"/>
          </a:xfrm>
        </p:grpSpPr>
        <p:sp>
          <p:nvSpPr>
            <p:cNvPr id="6" name="object 6"/>
            <p:cNvSpPr/>
            <p:nvPr/>
          </p:nvSpPr>
          <p:spPr>
            <a:xfrm>
              <a:off x="4729352" y="3869816"/>
              <a:ext cx="1866264" cy="2562225"/>
            </a:xfrm>
            <a:custGeom>
              <a:avLst/>
              <a:gdLst/>
              <a:ahLst/>
              <a:cxnLst/>
              <a:rect l="l" t="t" r="r" b="b"/>
              <a:pathLst>
                <a:path w="1866265" h="2562225">
                  <a:moveTo>
                    <a:pt x="1866137" y="0"/>
                  </a:moveTo>
                  <a:lnTo>
                    <a:pt x="0" y="0"/>
                  </a:lnTo>
                  <a:lnTo>
                    <a:pt x="0" y="2561843"/>
                  </a:lnTo>
                  <a:lnTo>
                    <a:pt x="1866137" y="2561843"/>
                  </a:lnTo>
                  <a:lnTo>
                    <a:pt x="1866137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729352" y="3869816"/>
              <a:ext cx="1866264" cy="2562225"/>
            </a:xfrm>
            <a:custGeom>
              <a:avLst/>
              <a:gdLst/>
              <a:ahLst/>
              <a:cxnLst/>
              <a:rect l="l" t="t" r="r" b="b"/>
              <a:pathLst>
                <a:path w="1866265" h="2562225">
                  <a:moveTo>
                    <a:pt x="0" y="2561843"/>
                  </a:moveTo>
                  <a:lnTo>
                    <a:pt x="1866137" y="2561843"/>
                  </a:lnTo>
                  <a:lnTo>
                    <a:pt x="1866137" y="0"/>
                  </a:lnTo>
                  <a:lnTo>
                    <a:pt x="0" y="0"/>
                  </a:lnTo>
                  <a:lnTo>
                    <a:pt x="0" y="2561843"/>
                  </a:lnTo>
                  <a:close/>
                </a:path>
              </a:pathLst>
            </a:custGeom>
            <a:ln w="16002">
              <a:solidFill>
                <a:srgbClr val="0013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807965" y="3887978"/>
            <a:ext cx="12166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Global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scope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07965" y="4436617"/>
            <a:ext cx="952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07965" y="5259832"/>
            <a:ext cx="1244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x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807965" y="6082791"/>
            <a:ext cx="1162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289422" y="4398645"/>
            <a:ext cx="1192530" cy="544195"/>
          </a:xfrm>
          <a:prstGeom prst="rect">
            <a:avLst/>
          </a:prstGeom>
          <a:solidFill>
            <a:srgbClr val="585858"/>
          </a:solidFill>
          <a:ln w="16001">
            <a:solidFill>
              <a:srgbClr val="3E3E3E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34645">
              <a:lnSpc>
                <a:spcPts val="2030"/>
              </a:lnSpc>
            </a:pP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Some</a:t>
            </a:r>
            <a:endParaRPr sz="1800">
              <a:latin typeface="Calibri"/>
              <a:cs typeface="Calibri"/>
            </a:endParaRPr>
          </a:p>
          <a:p>
            <a:pPr marL="371475">
              <a:lnSpc>
                <a:spcPct val="100000"/>
              </a:lnSpc>
            </a:pP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code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857238" y="3861815"/>
            <a:ext cx="1882139" cy="2578100"/>
            <a:chOff x="6857238" y="3861815"/>
            <a:chExt cx="1882139" cy="2578100"/>
          </a:xfrm>
        </p:grpSpPr>
        <p:sp>
          <p:nvSpPr>
            <p:cNvPr id="14" name="object 14"/>
            <p:cNvSpPr/>
            <p:nvPr/>
          </p:nvSpPr>
          <p:spPr>
            <a:xfrm>
              <a:off x="6865239" y="3869816"/>
              <a:ext cx="1866264" cy="2562225"/>
            </a:xfrm>
            <a:custGeom>
              <a:avLst/>
              <a:gdLst/>
              <a:ahLst/>
              <a:cxnLst/>
              <a:rect l="l" t="t" r="r" b="b"/>
              <a:pathLst>
                <a:path w="1866265" h="2562225">
                  <a:moveTo>
                    <a:pt x="1866137" y="0"/>
                  </a:moveTo>
                  <a:lnTo>
                    <a:pt x="0" y="0"/>
                  </a:lnTo>
                  <a:lnTo>
                    <a:pt x="0" y="2561843"/>
                  </a:lnTo>
                  <a:lnTo>
                    <a:pt x="1866137" y="2561843"/>
                  </a:lnTo>
                  <a:lnTo>
                    <a:pt x="1866137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865239" y="3869816"/>
              <a:ext cx="1866264" cy="2562225"/>
            </a:xfrm>
            <a:custGeom>
              <a:avLst/>
              <a:gdLst/>
              <a:ahLst/>
              <a:cxnLst/>
              <a:rect l="l" t="t" r="r" b="b"/>
              <a:pathLst>
                <a:path w="1866265" h="2562225">
                  <a:moveTo>
                    <a:pt x="0" y="2561843"/>
                  </a:moveTo>
                  <a:lnTo>
                    <a:pt x="1866137" y="2561843"/>
                  </a:lnTo>
                  <a:lnTo>
                    <a:pt x="1866137" y="0"/>
                  </a:lnTo>
                  <a:lnTo>
                    <a:pt x="0" y="0"/>
                  </a:lnTo>
                  <a:lnTo>
                    <a:pt x="0" y="2561843"/>
                  </a:lnTo>
                  <a:close/>
                </a:path>
              </a:pathLst>
            </a:custGeom>
            <a:ln w="16002">
              <a:solidFill>
                <a:srgbClr val="0013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6944106" y="3887978"/>
            <a:ext cx="685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scope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  <p:sp>
        <p:nvSpPr>
          <p:cNvPr id="17" name="object 17"/>
          <p:cNvSpPr txBox="1"/>
          <p:nvPr/>
        </p:nvSpPr>
        <p:spPr>
          <a:xfrm>
            <a:off x="6944106" y="4436617"/>
            <a:ext cx="1244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x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426070" y="4398645"/>
            <a:ext cx="1191895" cy="544195"/>
          </a:xfrm>
          <a:prstGeom prst="rect">
            <a:avLst/>
          </a:prstGeom>
          <a:solidFill>
            <a:srgbClr val="585858"/>
          </a:solidFill>
          <a:ln w="16001">
            <a:solidFill>
              <a:srgbClr val="3E3E3E"/>
            </a:solidFill>
          </a:ln>
        </p:spPr>
        <p:txBody>
          <a:bodyPr vert="horz" wrap="square" lIns="0" tIns="12001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44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289422" y="5133975"/>
            <a:ext cx="1192530" cy="544195"/>
          </a:xfrm>
          <a:prstGeom prst="rect">
            <a:avLst/>
          </a:prstGeom>
          <a:solidFill>
            <a:srgbClr val="585858"/>
          </a:solidFill>
          <a:ln w="16001">
            <a:solidFill>
              <a:srgbClr val="3E3E3E"/>
            </a:solidFill>
          </a:ln>
        </p:spPr>
        <p:txBody>
          <a:bodyPr vert="horz" wrap="square" lIns="0" tIns="12001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44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3861561"/>
            <a:ext cx="9144000" cy="2714625"/>
            <a:chOff x="0" y="3861561"/>
            <a:chExt cx="9144000" cy="2714625"/>
          </a:xfrm>
        </p:grpSpPr>
        <p:sp>
          <p:nvSpPr>
            <p:cNvPr id="3" name="object 3"/>
            <p:cNvSpPr/>
            <p:nvPr/>
          </p:nvSpPr>
          <p:spPr>
            <a:xfrm>
              <a:off x="4729353" y="3869816"/>
              <a:ext cx="1866264" cy="2562225"/>
            </a:xfrm>
            <a:custGeom>
              <a:avLst/>
              <a:gdLst/>
              <a:ahLst/>
              <a:cxnLst/>
              <a:rect l="l" t="t" r="r" b="b"/>
              <a:pathLst>
                <a:path w="1866265" h="2562225">
                  <a:moveTo>
                    <a:pt x="1866137" y="0"/>
                  </a:moveTo>
                  <a:lnTo>
                    <a:pt x="0" y="0"/>
                  </a:lnTo>
                  <a:lnTo>
                    <a:pt x="0" y="2561843"/>
                  </a:lnTo>
                  <a:lnTo>
                    <a:pt x="1866137" y="2561843"/>
                  </a:lnTo>
                  <a:lnTo>
                    <a:pt x="1866137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729353" y="3869816"/>
              <a:ext cx="1866264" cy="2562225"/>
            </a:xfrm>
            <a:custGeom>
              <a:avLst/>
              <a:gdLst/>
              <a:ahLst/>
              <a:cxnLst/>
              <a:rect l="l" t="t" r="r" b="b"/>
              <a:pathLst>
                <a:path w="1866265" h="2562225">
                  <a:moveTo>
                    <a:pt x="0" y="2561843"/>
                  </a:moveTo>
                  <a:lnTo>
                    <a:pt x="1866137" y="2561843"/>
                  </a:lnTo>
                  <a:lnTo>
                    <a:pt x="1866137" y="0"/>
                  </a:lnTo>
                  <a:lnTo>
                    <a:pt x="0" y="0"/>
                  </a:lnTo>
                  <a:lnTo>
                    <a:pt x="0" y="2561843"/>
                  </a:lnTo>
                  <a:close/>
                </a:path>
              </a:pathLst>
            </a:custGeom>
            <a:ln w="16002">
              <a:solidFill>
                <a:srgbClr val="0013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01700" y="914146"/>
            <a:ext cx="403606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0" dirty="0"/>
              <a:t>VARIABLE</a:t>
            </a:r>
            <a:r>
              <a:rPr spc="-140" dirty="0"/>
              <a:t> </a:t>
            </a:r>
            <a:r>
              <a:rPr spc="-25" dirty="0"/>
              <a:t>SCOPE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807965" y="3887978"/>
            <a:ext cx="12166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Global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scope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07965" y="4436617"/>
            <a:ext cx="952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07965" y="5259832"/>
            <a:ext cx="1244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x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07965" y="6082791"/>
            <a:ext cx="1162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289422" y="4398645"/>
            <a:ext cx="1192530" cy="544195"/>
          </a:xfrm>
          <a:prstGeom prst="rect">
            <a:avLst/>
          </a:prstGeom>
          <a:solidFill>
            <a:srgbClr val="585858"/>
          </a:solidFill>
          <a:ln w="16001">
            <a:solidFill>
              <a:srgbClr val="3E3E3E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34645">
              <a:lnSpc>
                <a:spcPts val="2030"/>
              </a:lnSpc>
            </a:pP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Some</a:t>
            </a:r>
            <a:endParaRPr sz="1800">
              <a:latin typeface="Calibri"/>
              <a:cs typeface="Calibri"/>
            </a:endParaRPr>
          </a:p>
          <a:p>
            <a:pPr marL="371475">
              <a:lnSpc>
                <a:spcPct val="100000"/>
              </a:lnSpc>
            </a:pP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code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856983" y="3861561"/>
            <a:ext cx="1882775" cy="2578735"/>
            <a:chOff x="6856983" y="3861561"/>
            <a:chExt cx="1882775" cy="2578735"/>
          </a:xfrm>
        </p:grpSpPr>
        <p:sp>
          <p:nvSpPr>
            <p:cNvPr id="12" name="object 12"/>
            <p:cNvSpPr/>
            <p:nvPr/>
          </p:nvSpPr>
          <p:spPr>
            <a:xfrm>
              <a:off x="6865238" y="3869816"/>
              <a:ext cx="1866264" cy="2562225"/>
            </a:xfrm>
            <a:custGeom>
              <a:avLst/>
              <a:gdLst/>
              <a:ahLst/>
              <a:cxnLst/>
              <a:rect l="l" t="t" r="r" b="b"/>
              <a:pathLst>
                <a:path w="1866265" h="2562225">
                  <a:moveTo>
                    <a:pt x="1866137" y="0"/>
                  </a:moveTo>
                  <a:lnTo>
                    <a:pt x="0" y="0"/>
                  </a:lnTo>
                  <a:lnTo>
                    <a:pt x="0" y="2561843"/>
                  </a:lnTo>
                  <a:lnTo>
                    <a:pt x="1866137" y="2561843"/>
                  </a:lnTo>
                  <a:lnTo>
                    <a:pt x="1866137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865238" y="3869816"/>
              <a:ext cx="1866264" cy="2562225"/>
            </a:xfrm>
            <a:custGeom>
              <a:avLst/>
              <a:gdLst/>
              <a:ahLst/>
              <a:cxnLst/>
              <a:rect l="l" t="t" r="r" b="b"/>
              <a:pathLst>
                <a:path w="1866265" h="2562225">
                  <a:moveTo>
                    <a:pt x="0" y="2561843"/>
                  </a:moveTo>
                  <a:lnTo>
                    <a:pt x="1866137" y="2561843"/>
                  </a:lnTo>
                  <a:lnTo>
                    <a:pt x="1866137" y="0"/>
                  </a:lnTo>
                  <a:lnTo>
                    <a:pt x="0" y="0"/>
                  </a:lnTo>
                  <a:lnTo>
                    <a:pt x="0" y="2561843"/>
                  </a:lnTo>
                  <a:close/>
                </a:path>
              </a:pathLst>
            </a:custGeom>
            <a:ln w="16002">
              <a:solidFill>
                <a:srgbClr val="0013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956806" y="3887978"/>
            <a:ext cx="6731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scope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956806" y="4436617"/>
            <a:ext cx="1117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x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26070" y="4398645"/>
            <a:ext cx="1191768" cy="544068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7426070" y="4398645"/>
            <a:ext cx="1191895" cy="544195"/>
          </a:xfrm>
          <a:prstGeom prst="rect">
            <a:avLst/>
          </a:prstGeom>
          <a:ln w="12953">
            <a:solidFill>
              <a:srgbClr val="585858"/>
            </a:solidFill>
          </a:ln>
        </p:spPr>
        <p:txBody>
          <a:bodyPr vert="horz" wrap="square" lIns="0" tIns="12001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44"/>
              </a:spcBef>
            </a:pPr>
            <a:r>
              <a:rPr sz="1800" spc="-50" dirty="0"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25" dirty="0"/>
              <a:t>31</a:t>
            </a:fld>
            <a:endParaRPr spc="-25" dirty="0"/>
          </a:p>
        </p:txBody>
      </p:sp>
      <p:sp>
        <p:nvSpPr>
          <p:cNvPr id="18" name="object 18"/>
          <p:cNvSpPr txBox="1"/>
          <p:nvPr/>
        </p:nvSpPr>
        <p:spPr>
          <a:xfrm>
            <a:off x="5289422" y="5133975"/>
            <a:ext cx="1192530" cy="544195"/>
          </a:xfrm>
          <a:prstGeom prst="rect">
            <a:avLst/>
          </a:prstGeom>
          <a:solidFill>
            <a:srgbClr val="585858"/>
          </a:solidFill>
          <a:ln w="16001">
            <a:solidFill>
              <a:srgbClr val="3E3E3E"/>
            </a:solidFill>
          </a:ln>
        </p:spPr>
        <p:txBody>
          <a:bodyPr vert="horz" wrap="square" lIns="0" tIns="12001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44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42900" y="3703268"/>
            <a:ext cx="4293235" cy="148844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000" dirty="0">
                <a:latin typeface="Courier New"/>
                <a:cs typeface="Courier New"/>
              </a:rPr>
              <a:t>def</a:t>
            </a:r>
            <a:r>
              <a:rPr sz="2000" spc="-2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f(</a:t>
            </a:r>
            <a:r>
              <a:rPr sz="2000" spc="-2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x</a:t>
            </a:r>
            <a:r>
              <a:rPr sz="2000" spc="-25" dirty="0">
                <a:latin typeface="Courier New"/>
                <a:cs typeface="Courier New"/>
              </a:rPr>
              <a:t> ):</a:t>
            </a:r>
            <a:endParaRPr sz="2000">
              <a:latin typeface="Courier New"/>
              <a:cs typeface="Courier New"/>
            </a:endParaRPr>
          </a:p>
          <a:p>
            <a:pPr marL="622300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latin typeface="Courier New"/>
                <a:cs typeface="Courier New"/>
              </a:rPr>
              <a:t>x</a:t>
            </a:r>
            <a:r>
              <a:rPr sz="2000" spc="-1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=</a:t>
            </a:r>
            <a:r>
              <a:rPr sz="2000" spc="-1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x</a:t>
            </a:r>
            <a:r>
              <a:rPr sz="2000" spc="-1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+</a:t>
            </a:r>
            <a:r>
              <a:rPr sz="2000" spc="-10" dirty="0">
                <a:latin typeface="Courier New"/>
                <a:cs typeface="Courier New"/>
              </a:rPr>
              <a:t> </a:t>
            </a:r>
            <a:r>
              <a:rPr sz="2000" spc="-50" dirty="0"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 marL="622300" marR="5080">
              <a:lnSpc>
                <a:spcPct val="120000"/>
              </a:lnSpc>
            </a:pPr>
            <a:r>
              <a:rPr sz="2000" dirty="0">
                <a:latin typeface="Courier New"/>
                <a:cs typeface="Courier New"/>
              </a:rPr>
              <a:t>print('in</a:t>
            </a:r>
            <a:r>
              <a:rPr sz="2000" spc="-5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f(x):</a:t>
            </a:r>
            <a:r>
              <a:rPr sz="2000" spc="-5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x</a:t>
            </a:r>
            <a:r>
              <a:rPr sz="2000" spc="-5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=',</a:t>
            </a:r>
            <a:r>
              <a:rPr sz="2000" spc="-55" dirty="0">
                <a:latin typeface="Courier New"/>
                <a:cs typeface="Courier New"/>
              </a:rPr>
              <a:t> </a:t>
            </a:r>
            <a:r>
              <a:rPr sz="2000" spc="-25" dirty="0">
                <a:latin typeface="Courier New"/>
                <a:cs typeface="Courier New"/>
              </a:rPr>
              <a:t>x) </a:t>
            </a:r>
            <a:r>
              <a:rPr sz="2000" dirty="0">
                <a:latin typeface="Courier New"/>
                <a:cs typeface="Courier New"/>
              </a:rPr>
              <a:t>return</a:t>
            </a:r>
            <a:r>
              <a:rPr sz="2000" spc="-75" dirty="0">
                <a:latin typeface="Courier New"/>
                <a:cs typeface="Courier New"/>
              </a:rPr>
              <a:t> </a:t>
            </a:r>
            <a:r>
              <a:rPr sz="2000" spc="-50" dirty="0">
                <a:latin typeface="Courier New"/>
                <a:cs typeface="Courier New"/>
              </a:rPr>
              <a:t>x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42900" y="5528259"/>
            <a:ext cx="1549400" cy="764540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z="2000" dirty="0">
                <a:latin typeface="Courier New"/>
                <a:cs typeface="Courier New"/>
              </a:rPr>
              <a:t>x</a:t>
            </a:r>
            <a:r>
              <a:rPr sz="2000" spc="-1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=</a:t>
            </a:r>
            <a:r>
              <a:rPr sz="2000" spc="-10" dirty="0">
                <a:latin typeface="Courier New"/>
                <a:cs typeface="Courier New"/>
              </a:rPr>
              <a:t> </a:t>
            </a:r>
            <a:r>
              <a:rPr sz="2000" spc="-60" dirty="0">
                <a:latin typeface="Courier New"/>
                <a:cs typeface="Courier New"/>
              </a:rPr>
              <a:t>3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sz="2000" dirty="0">
                <a:latin typeface="Courier New"/>
                <a:cs typeface="Courier New"/>
              </a:rPr>
              <a:t>z</a:t>
            </a:r>
            <a:r>
              <a:rPr sz="2000" spc="-1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=</a:t>
            </a:r>
            <a:r>
              <a:rPr sz="2000" spc="-1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f(</a:t>
            </a:r>
            <a:r>
              <a:rPr sz="2000" spc="-1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x</a:t>
            </a:r>
            <a:r>
              <a:rPr sz="2000" spc="-15" dirty="0">
                <a:latin typeface="Courier New"/>
                <a:cs typeface="Courier New"/>
              </a:rPr>
              <a:t> </a:t>
            </a:r>
            <a:r>
              <a:rPr sz="2000" spc="-50" dirty="0">
                <a:latin typeface="Courier New"/>
                <a:cs typeface="Courier New"/>
              </a:rPr>
              <a:t>)</a:t>
            </a:r>
            <a:endParaRPr sz="2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3861561"/>
            <a:ext cx="9144000" cy="2714625"/>
            <a:chOff x="0" y="3861561"/>
            <a:chExt cx="9144000" cy="2714625"/>
          </a:xfrm>
        </p:grpSpPr>
        <p:sp>
          <p:nvSpPr>
            <p:cNvPr id="3" name="object 3"/>
            <p:cNvSpPr/>
            <p:nvPr/>
          </p:nvSpPr>
          <p:spPr>
            <a:xfrm>
              <a:off x="4729353" y="3869816"/>
              <a:ext cx="1866264" cy="2562225"/>
            </a:xfrm>
            <a:custGeom>
              <a:avLst/>
              <a:gdLst/>
              <a:ahLst/>
              <a:cxnLst/>
              <a:rect l="l" t="t" r="r" b="b"/>
              <a:pathLst>
                <a:path w="1866265" h="2562225">
                  <a:moveTo>
                    <a:pt x="1866137" y="0"/>
                  </a:moveTo>
                  <a:lnTo>
                    <a:pt x="0" y="0"/>
                  </a:lnTo>
                  <a:lnTo>
                    <a:pt x="0" y="2561843"/>
                  </a:lnTo>
                  <a:lnTo>
                    <a:pt x="1866137" y="2561843"/>
                  </a:lnTo>
                  <a:lnTo>
                    <a:pt x="1866137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729353" y="3869816"/>
              <a:ext cx="1866264" cy="2562225"/>
            </a:xfrm>
            <a:custGeom>
              <a:avLst/>
              <a:gdLst/>
              <a:ahLst/>
              <a:cxnLst/>
              <a:rect l="l" t="t" r="r" b="b"/>
              <a:pathLst>
                <a:path w="1866265" h="2562225">
                  <a:moveTo>
                    <a:pt x="0" y="2561843"/>
                  </a:moveTo>
                  <a:lnTo>
                    <a:pt x="1866137" y="2561843"/>
                  </a:lnTo>
                  <a:lnTo>
                    <a:pt x="1866137" y="0"/>
                  </a:lnTo>
                  <a:lnTo>
                    <a:pt x="0" y="0"/>
                  </a:lnTo>
                  <a:lnTo>
                    <a:pt x="0" y="2561843"/>
                  </a:lnTo>
                  <a:close/>
                </a:path>
              </a:pathLst>
            </a:custGeom>
            <a:ln w="16002">
              <a:solidFill>
                <a:srgbClr val="0013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01700" y="914146"/>
            <a:ext cx="403606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0" dirty="0"/>
              <a:t>VARIABLE</a:t>
            </a:r>
            <a:r>
              <a:rPr spc="-140" dirty="0"/>
              <a:t> </a:t>
            </a:r>
            <a:r>
              <a:rPr spc="-25" dirty="0"/>
              <a:t>SCOPE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807965" y="3887978"/>
            <a:ext cx="12166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Global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scope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07965" y="4436617"/>
            <a:ext cx="952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07965" y="5259832"/>
            <a:ext cx="1244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x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07965" y="6082791"/>
            <a:ext cx="1162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281167" y="4390390"/>
            <a:ext cx="1209040" cy="560705"/>
            <a:chOff x="5281167" y="4390390"/>
            <a:chExt cx="1209040" cy="560705"/>
          </a:xfrm>
        </p:grpSpPr>
        <p:sp>
          <p:nvSpPr>
            <p:cNvPr id="11" name="object 11"/>
            <p:cNvSpPr/>
            <p:nvPr/>
          </p:nvSpPr>
          <p:spPr>
            <a:xfrm>
              <a:off x="5289422" y="4398645"/>
              <a:ext cx="1192530" cy="544195"/>
            </a:xfrm>
            <a:custGeom>
              <a:avLst/>
              <a:gdLst/>
              <a:ahLst/>
              <a:cxnLst/>
              <a:rect l="l" t="t" r="r" b="b"/>
              <a:pathLst>
                <a:path w="1192529" h="544195">
                  <a:moveTo>
                    <a:pt x="1192529" y="0"/>
                  </a:moveTo>
                  <a:lnTo>
                    <a:pt x="0" y="0"/>
                  </a:lnTo>
                  <a:lnTo>
                    <a:pt x="0" y="544067"/>
                  </a:lnTo>
                  <a:lnTo>
                    <a:pt x="1192529" y="544067"/>
                  </a:lnTo>
                  <a:lnTo>
                    <a:pt x="1192529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289422" y="4398645"/>
              <a:ext cx="1192530" cy="544195"/>
            </a:xfrm>
            <a:custGeom>
              <a:avLst/>
              <a:gdLst/>
              <a:ahLst/>
              <a:cxnLst/>
              <a:rect l="l" t="t" r="r" b="b"/>
              <a:pathLst>
                <a:path w="1192529" h="544195">
                  <a:moveTo>
                    <a:pt x="0" y="544067"/>
                  </a:moveTo>
                  <a:lnTo>
                    <a:pt x="1192529" y="544067"/>
                  </a:lnTo>
                  <a:lnTo>
                    <a:pt x="1192529" y="0"/>
                  </a:lnTo>
                  <a:lnTo>
                    <a:pt x="0" y="0"/>
                  </a:lnTo>
                  <a:lnTo>
                    <a:pt x="0" y="544067"/>
                  </a:lnTo>
                  <a:close/>
                </a:path>
              </a:pathLst>
            </a:custGeom>
            <a:ln w="16002">
              <a:solidFill>
                <a:srgbClr val="3E3E3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297423" y="4369307"/>
            <a:ext cx="11766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3220" marR="319405" indent="-3683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Some code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281167" y="5125720"/>
            <a:ext cx="1209040" cy="560705"/>
            <a:chOff x="5281167" y="5125720"/>
            <a:chExt cx="1209040" cy="560705"/>
          </a:xfrm>
        </p:grpSpPr>
        <p:sp>
          <p:nvSpPr>
            <p:cNvPr id="15" name="object 15"/>
            <p:cNvSpPr/>
            <p:nvPr/>
          </p:nvSpPr>
          <p:spPr>
            <a:xfrm>
              <a:off x="5289422" y="5133975"/>
              <a:ext cx="1192530" cy="544195"/>
            </a:xfrm>
            <a:custGeom>
              <a:avLst/>
              <a:gdLst/>
              <a:ahLst/>
              <a:cxnLst/>
              <a:rect l="l" t="t" r="r" b="b"/>
              <a:pathLst>
                <a:path w="1192529" h="544195">
                  <a:moveTo>
                    <a:pt x="1192529" y="0"/>
                  </a:moveTo>
                  <a:lnTo>
                    <a:pt x="0" y="0"/>
                  </a:lnTo>
                  <a:lnTo>
                    <a:pt x="0" y="544068"/>
                  </a:lnTo>
                  <a:lnTo>
                    <a:pt x="1192529" y="544068"/>
                  </a:lnTo>
                  <a:lnTo>
                    <a:pt x="1192529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289422" y="5133975"/>
              <a:ext cx="1192530" cy="544195"/>
            </a:xfrm>
            <a:custGeom>
              <a:avLst/>
              <a:gdLst/>
              <a:ahLst/>
              <a:cxnLst/>
              <a:rect l="l" t="t" r="r" b="b"/>
              <a:pathLst>
                <a:path w="1192529" h="544195">
                  <a:moveTo>
                    <a:pt x="0" y="544068"/>
                  </a:moveTo>
                  <a:lnTo>
                    <a:pt x="1192529" y="544068"/>
                  </a:lnTo>
                  <a:lnTo>
                    <a:pt x="1192529" y="0"/>
                  </a:lnTo>
                  <a:lnTo>
                    <a:pt x="0" y="0"/>
                  </a:lnTo>
                  <a:lnTo>
                    <a:pt x="0" y="544068"/>
                  </a:lnTo>
                  <a:close/>
                </a:path>
              </a:pathLst>
            </a:custGeom>
            <a:ln w="16002">
              <a:solidFill>
                <a:srgbClr val="3E3E3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289422" y="5133975"/>
            <a:ext cx="1192530" cy="544195"/>
          </a:xfrm>
          <a:prstGeom prst="rect">
            <a:avLst/>
          </a:prstGeom>
        </p:spPr>
        <p:txBody>
          <a:bodyPr vert="horz" wrap="square" lIns="0" tIns="12001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44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856983" y="3861561"/>
            <a:ext cx="1882775" cy="2578735"/>
            <a:chOff x="6856983" y="3861561"/>
            <a:chExt cx="1882775" cy="2578735"/>
          </a:xfrm>
        </p:grpSpPr>
        <p:sp>
          <p:nvSpPr>
            <p:cNvPr id="19" name="object 19"/>
            <p:cNvSpPr/>
            <p:nvPr/>
          </p:nvSpPr>
          <p:spPr>
            <a:xfrm>
              <a:off x="6865238" y="3869816"/>
              <a:ext cx="1866264" cy="2562225"/>
            </a:xfrm>
            <a:custGeom>
              <a:avLst/>
              <a:gdLst/>
              <a:ahLst/>
              <a:cxnLst/>
              <a:rect l="l" t="t" r="r" b="b"/>
              <a:pathLst>
                <a:path w="1866265" h="2562225">
                  <a:moveTo>
                    <a:pt x="1866137" y="0"/>
                  </a:moveTo>
                  <a:lnTo>
                    <a:pt x="0" y="0"/>
                  </a:lnTo>
                  <a:lnTo>
                    <a:pt x="0" y="2561843"/>
                  </a:lnTo>
                  <a:lnTo>
                    <a:pt x="1866137" y="2561843"/>
                  </a:lnTo>
                  <a:lnTo>
                    <a:pt x="1866137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865238" y="3869816"/>
              <a:ext cx="1866264" cy="2562225"/>
            </a:xfrm>
            <a:custGeom>
              <a:avLst/>
              <a:gdLst/>
              <a:ahLst/>
              <a:cxnLst/>
              <a:rect l="l" t="t" r="r" b="b"/>
              <a:pathLst>
                <a:path w="1866265" h="2562225">
                  <a:moveTo>
                    <a:pt x="0" y="2561843"/>
                  </a:moveTo>
                  <a:lnTo>
                    <a:pt x="1866137" y="2561843"/>
                  </a:lnTo>
                  <a:lnTo>
                    <a:pt x="1866137" y="0"/>
                  </a:lnTo>
                  <a:lnTo>
                    <a:pt x="0" y="0"/>
                  </a:lnTo>
                  <a:lnTo>
                    <a:pt x="0" y="2561843"/>
                  </a:lnTo>
                  <a:close/>
                </a:path>
              </a:pathLst>
            </a:custGeom>
            <a:ln w="16002">
              <a:solidFill>
                <a:srgbClr val="0013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6944106" y="3887978"/>
            <a:ext cx="685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scope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944106" y="4436617"/>
            <a:ext cx="1244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x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426070" y="4398645"/>
            <a:ext cx="1191895" cy="544195"/>
          </a:xfrm>
          <a:prstGeom prst="rect">
            <a:avLst/>
          </a:prstGeom>
          <a:solidFill>
            <a:srgbClr val="585858"/>
          </a:solidFill>
          <a:ln w="16001">
            <a:solidFill>
              <a:srgbClr val="3E3E3E"/>
            </a:solidFill>
          </a:ln>
        </p:spPr>
        <p:txBody>
          <a:bodyPr vert="horz" wrap="square" lIns="0" tIns="12001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44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5144896" y="4921123"/>
            <a:ext cx="3131820" cy="1672589"/>
          </a:xfrm>
          <a:custGeom>
            <a:avLst/>
            <a:gdLst/>
            <a:ahLst/>
            <a:cxnLst/>
            <a:rect l="l" t="t" r="r" b="b"/>
            <a:pathLst>
              <a:path w="3131820" h="1672590">
                <a:moveTo>
                  <a:pt x="174630" y="1378699"/>
                </a:moveTo>
                <a:lnTo>
                  <a:pt x="155551" y="1411681"/>
                </a:lnTo>
                <a:lnTo>
                  <a:pt x="203707" y="1437525"/>
                </a:lnTo>
                <a:lnTo>
                  <a:pt x="260731" y="1463954"/>
                </a:lnTo>
                <a:lnTo>
                  <a:pt x="319150" y="1488833"/>
                </a:lnTo>
                <a:lnTo>
                  <a:pt x="378841" y="1512277"/>
                </a:lnTo>
                <a:lnTo>
                  <a:pt x="439547" y="1534071"/>
                </a:lnTo>
                <a:lnTo>
                  <a:pt x="501269" y="1554327"/>
                </a:lnTo>
                <a:lnTo>
                  <a:pt x="564261" y="1573034"/>
                </a:lnTo>
                <a:lnTo>
                  <a:pt x="627888" y="1590116"/>
                </a:lnTo>
                <a:lnTo>
                  <a:pt x="692531" y="1605661"/>
                </a:lnTo>
                <a:lnTo>
                  <a:pt x="757808" y="1619554"/>
                </a:lnTo>
                <a:lnTo>
                  <a:pt x="823849" y="1631937"/>
                </a:lnTo>
                <a:lnTo>
                  <a:pt x="890524" y="1642567"/>
                </a:lnTo>
                <a:lnTo>
                  <a:pt x="957833" y="1651673"/>
                </a:lnTo>
                <a:lnTo>
                  <a:pt x="1025525" y="1659153"/>
                </a:lnTo>
                <a:lnTo>
                  <a:pt x="1093597" y="1664995"/>
                </a:lnTo>
                <a:lnTo>
                  <a:pt x="1163317" y="1669186"/>
                </a:lnTo>
                <a:lnTo>
                  <a:pt x="1164070" y="1669186"/>
                </a:lnTo>
                <a:lnTo>
                  <a:pt x="1230757" y="1671701"/>
                </a:lnTo>
                <a:lnTo>
                  <a:pt x="1299718" y="1672551"/>
                </a:lnTo>
                <a:lnTo>
                  <a:pt x="1367539" y="1671701"/>
                </a:lnTo>
                <a:lnTo>
                  <a:pt x="1368201" y="1671701"/>
                </a:lnTo>
                <a:lnTo>
                  <a:pt x="1437640" y="1669186"/>
                </a:lnTo>
                <a:lnTo>
                  <a:pt x="1506311" y="1664995"/>
                </a:lnTo>
                <a:lnTo>
                  <a:pt x="1574966" y="1659153"/>
                </a:lnTo>
                <a:lnTo>
                  <a:pt x="1575106" y="1659153"/>
                </a:lnTo>
                <a:lnTo>
                  <a:pt x="1644269" y="1651431"/>
                </a:lnTo>
                <a:lnTo>
                  <a:pt x="1712722" y="1642122"/>
                </a:lnTo>
                <a:lnTo>
                  <a:pt x="1759990" y="1634464"/>
                </a:lnTo>
                <a:lnTo>
                  <a:pt x="1299210" y="1634464"/>
                </a:lnTo>
                <a:lnTo>
                  <a:pt x="1232264" y="1633613"/>
                </a:lnTo>
                <a:lnTo>
                  <a:pt x="1231600" y="1633613"/>
                </a:lnTo>
                <a:lnTo>
                  <a:pt x="1166804" y="1631162"/>
                </a:lnTo>
                <a:lnTo>
                  <a:pt x="1165558" y="1631162"/>
                </a:lnTo>
                <a:lnTo>
                  <a:pt x="1096305" y="1626997"/>
                </a:lnTo>
                <a:lnTo>
                  <a:pt x="1029290" y="1621243"/>
                </a:lnTo>
                <a:lnTo>
                  <a:pt x="1029159" y="1621243"/>
                </a:lnTo>
                <a:lnTo>
                  <a:pt x="961898" y="1613801"/>
                </a:lnTo>
                <a:lnTo>
                  <a:pt x="895604" y="1604822"/>
                </a:lnTo>
                <a:lnTo>
                  <a:pt x="829944" y="1594307"/>
                </a:lnTo>
                <a:lnTo>
                  <a:pt x="764920" y="1582115"/>
                </a:lnTo>
                <a:lnTo>
                  <a:pt x="700405" y="1568386"/>
                </a:lnTo>
                <a:lnTo>
                  <a:pt x="636905" y="1553070"/>
                </a:lnTo>
                <a:lnTo>
                  <a:pt x="574039" y="1536242"/>
                </a:lnTo>
                <a:lnTo>
                  <a:pt x="512191" y="1517802"/>
                </a:lnTo>
                <a:lnTo>
                  <a:pt x="451485" y="1497863"/>
                </a:lnTo>
                <a:lnTo>
                  <a:pt x="391668" y="1476413"/>
                </a:lnTo>
                <a:lnTo>
                  <a:pt x="333120" y="1453375"/>
                </a:lnTo>
                <a:lnTo>
                  <a:pt x="275717" y="1428902"/>
                </a:lnTo>
                <a:lnTo>
                  <a:pt x="219737" y="1402969"/>
                </a:lnTo>
                <a:lnTo>
                  <a:pt x="174630" y="1378699"/>
                </a:lnTo>
                <a:close/>
              </a:path>
              <a:path w="3131820" h="1672590">
                <a:moveTo>
                  <a:pt x="2968625" y="0"/>
                </a:moveTo>
                <a:lnTo>
                  <a:pt x="2937129" y="21336"/>
                </a:lnTo>
                <a:lnTo>
                  <a:pt x="2955798" y="48895"/>
                </a:lnTo>
                <a:lnTo>
                  <a:pt x="2972816" y="76073"/>
                </a:lnTo>
                <a:lnTo>
                  <a:pt x="3003550" y="130810"/>
                </a:lnTo>
                <a:lnTo>
                  <a:pt x="3029585" y="185801"/>
                </a:lnTo>
                <a:lnTo>
                  <a:pt x="3051048" y="241046"/>
                </a:lnTo>
                <a:lnTo>
                  <a:pt x="3068193" y="296545"/>
                </a:lnTo>
                <a:lnTo>
                  <a:pt x="3080766" y="352044"/>
                </a:lnTo>
                <a:lnTo>
                  <a:pt x="3089148" y="407416"/>
                </a:lnTo>
                <a:lnTo>
                  <a:pt x="3092976" y="460756"/>
                </a:lnTo>
                <a:lnTo>
                  <a:pt x="3093581" y="489839"/>
                </a:lnTo>
                <a:lnTo>
                  <a:pt x="3093593" y="490473"/>
                </a:lnTo>
                <a:lnTo>
                  <a:pt x="3091307" y="545592"/>
                </a:lnTo>
                <a:lnTo>
                  <a:pt x="3084830" y="600329"/>
                </a:lnTo>
                <a:lnTo>
                  <a:pt x="3074289" y="654685"/>
                </a:lnTo>
                <a:lnTo>
                  <a:pt x="3059684" y="708723"/>
                </a:lnTo>
                <a:lnTo>
                  <a:pt x="3041142" y="761974"/>
                </a:lnTo>
                <a:lnTo>
                  <a:pt x="3018663" y="814781"/>
                </a:lnTo>
                <a:lnTo>
                  <a:pt x="2992247" y="866838"/>
                </a:lnTo>
                <a:lnTo>
                  <a:pt x="2961894" y="918006"/>
                </a:lnTo>
                <a:lnTo>
                  <a:pt x="2927858" y="968336"/>
                </a:lnTo>
                <a:lnTo>
                  <a:pt x="2890012" y="1017460"/>
                </a:lnTo>
                <a:lnTo>
                  <a:pt x="2848356" y="1065657"/>
                </a:lnTo>
                <a:lnTo>
                  <a:pt x="2803271" y="1112621"/>
                </a:lnTo>
                <a:lnTo>
                  <a:pt x="2754376" y="1158214"/>
                </a:lnTo>
                <a:lnTo>
                  <a:pt x="2701925" y="1202461"/>
                </a:lnTo>
                <a:lnTo>
                  <a:pt x="2646045" y="1245133"/>
                </a:lnTo>
                <a:lnTo>
                  <a:pt x="2586609" y="1286154"/>
                </a:lnTo>
                <a:lnTo>
                  <a:pt x="2523998" y="1325486"/>
                </a:lnTo>
                <a:lnTo>
                  <a:pt x="2457958" y="1362989"/>
                </a:lnTo>
                <a:lnTo>
                  <a:pt x="2423541" y="1381099"/>
                </a:lnTo>
                <a:lnTo>
                  <a:pt x="2388489" y="1398625"/>
                </a:lnTo>
                <a:lnTo>
                  <a:pt x="2352675" y="1415707"/>
                </a:lnTo>
                <a:lnTo>
                  <a:pt x="2315972" y="1432204"/>
                </a:lnTo>
                <a:lnTo>
                  <a:pt x="2278380" y="1448244"/>
                </a:lnTo>
                <a:lnTo>
                  <a:pt x="2240153" y="1463624"/>
                </a:lnTo>
                <a:lnTo>
                  <a:pt x="2201037" y="1478546"/>
                </a:lnTo>
                <a:lnTo>
                  <a:pt x="2161286" y="1492910"/>
                </a:lnTo>
                <a:lnTo>
                  <a:pt x="2120646" y="1506689"/>
                </a:lnTo>
                <a:lnTo>
                  <a:pt x="2079244" y="1519809"/>
                </a:lnTo>
                <a:lnTo>
                  <a:pt x="2037207" y="1532382"/>
                </a:lnTo>
                <a:lnTo>
                  <a:pt x="1972183" y="1550581"/>
                </a:lnTo>
                <a:lnTo>
                  <a:pt x="1906651" y="1566710"/>
                </a:lnTo>
                <a:lnTo>
                  <a:pt x="1840484" y="1580972"/>
                </a:lnTo>
                <a:lnTo>
                  <a:pt x="1773682" y="1593646"/>
                </a:lnTo>
                <a:lnTo>
                  <a:pt x="1706626" y="1604505"/>
                </a:lnTo>
                <a:lnTo>
                  <a:pt x="1638126" y="1613801"/>
                </a:lnTo>
                <a:lnTo>
                  <a:pt x="1637926" y="1613801"/>
                </a:lnTo>
                <a:lnTo>
                  <a:pt x="1571371" y="1621243"/>
                </a:lnTo>
                <a:lnTo>
                  <a:pt x="1503426" y="1626997"/>
                </a:lnTo>
                <a:lnTo>
                  <a:pt x="1435354" y="1631162"/>
                </a:lnTo>
                <a:lnTo>
                  <a:pt x="1367282" y="1633613"/>
                </a:lnTo>
                <a:lnTo>
                  <a:pt x="1299210" y="1634464"/>
                </a:lnTo>
                <a:lnTo>
                  <a:pt x="1759990" y="1634464"/>
                </a:lnTo>
                <a:lnTo>
                  <a:pt x="1848485" y="1618221"/>
                </a:lnTo>
                <a:lnTo>
                  <a:pt x="1915795" y="1603705"/>
                </a:lnTo>
                <a:lnTo>
                  <a:pt x="1982470" y="1587271"/>
                </a:lnTo>
                <a:lnTo>
                  <a:pt x="2048128" y="1568894"/>
                </a:lnTo>
                <a:lnTo>
                  <a:pt x="2090801" y="1556131"/>
                </a:lnTo>
                <a:lnTo>
                  <a:pt x="2132838" y="1542770"/>
                </a:lnTo>
                <a:lnTo>
                  <a:pt x="2174240" y="1528737"/>
                </a:lnTo>
                <a:lnTo>
                  <a:pt x="2214626" y="1514144"/>
                </a:lnTo>
                <a:lnTo>
                  <a:pt x="2254377" y="1498968"/>
                </a:lnTo>
                <a:lnTo>
                  <a:pt x="2293366" y="1483283"/>
                </a:lnTo>
                <a:lnTo>
                  <a:pt x="2331593" y="1466951"/>
                </a:lnTo>
                <a:lnTo>
                  <a:pt x="2369058" y="1450111"/>
                </a:lnTo>
                <a:lnTo>
                  <a:pt x="2405507" y="1432712"/>
                </a:lnTo>
                <a:lnTo>
                  <a:pt x="2441321" y="1414805"/>
                </a:lnTo>
                <a:lnTo>
                  <a:pt x="2476373" y="1396339"/>
                </a:lnTo>
                <a:lnTo>
                  <a:pt x="2510536" y="1377442"/>
                </a:lnTo>
                <a:lnTo>
                  <a:pt x="2543810" y="1358023"/>
                </a:lnTo>
                <a:lnTo>
                  <a:pt x="2576449" y="1338135"/>
                </a:lnTo>
                <a:lnTo>
                  <a:pt x="2638806" y="1296911"/>
                </a:lnTo>
                <a:lnTo>
                  <a:pt x="2697861" y="1253985"/>
                </a:lnTo>
                <a:lnTo>
                  <a:pt x="2753487" y="1209357"/>
                </a:lnTo>
                <a:lnTo>
                  <a:pt x="2805557" y="1163116"/>
                </a:lnTo>
                <a:lnTo>
                  <a:pt x="2853944" y="1115415"/>
                </a:lnTo>
                <a:lnTo>
                  <a:pt x="2898775" y="1066241"/>
                </a:lnTo>
                <a:lnTo>
                  <a:pt x="2939923" y="1015834"/>
                </a:lnTo>
                <a:lnTo>
                  <a:pt x="2977134" y="964145"/>
                </a:lnTo>
                <a:lnTo>
                  <a:pt x="3010662" y="911402"/>
                </a:lnTo>
                <a:lnTo>
                  <a:pt x="3040126" y="857592"/>
                </a:lnTo>
                <a:lnTo>
                  <a:pt x="3065653" y="802817"/>
                </a:lnTo>
                <a:lnTo>
                  <a:pt x="3087116" y="747280"/>
                </a:lnTo>
                <a:lnTo>
                  <a:pt x="3104388" y="690968"/>
                </a:lnTo>
                <a:lnTo>
                  <a:pt x="3117596" y="634111"/>
                </a:lnTo>
                <a:lnTo>
                  <a:pt x="3126486" y="576707"/>
                </a:lnTo>
                <a:lnTo>
                  <a:pt x="3130931" y="518922"/>
                </a:lnTo>
                <a:lnTo>
                  <a:pt x="3131676" y="490473"/>
                </a:lnTo>
                <a:lnTo>
                  <a:pt x="3131693" y="489839"/>
                </a:lnTo>
                <a:lnTo>
                  <a:pt x="3131222" y="462915"/>
                </a:lnTo>
                <a:lnTo>
                  <a:pt x="3131185" y="460756"/>
                </a:lnTo>
                <a:lnTo>
                  <a:pt x="3129534" y="431800"/>
                </a:lnTo>
                <a:lnTo>
                  <a:pt x="3123057" y="373380"/>
                </a:lnTo>
                <a:lnTo>
                  <a:pt x="3112008" y="315087"/>
                </a:lnTo>
                <a:lnTo>
                  <a:pt x="3096387" y="256921"/>
                </a:lnTo>
                <a:lnTo>
                  <a:pt x="3076194" y="198882"/>
                </a:lnTo>
                <a:lnTo>
                  <a:pt x="3051302" y="141351"/>
                </a:lnTo>
                <a:lnTo>
                  <a:pt x="3021711" y="84201"/>
                </a:lnTo>
                <a:lnTo>
                  <a:pt x="2987294" y="27559"/>
                </a:lnTo>
                <a:lnTo>
                  <a:pt x="2968625" y="0"/>
                </a:lnTo>
                <a:close/>
              </a:path>
              <a:path w="3131820" h="1672590">
                <a:moveTo>
                  <a:pt x="0" y="1300314"/>
                </a:moveTo>
                <a:lnTo>
                  <a:pt x="117093" y="1478165"/>
                </a:lnTo>
                <a:lnTo>
                  <a:pt x="155551" y="1411681"/>
                </a:lnTo>
                <a:lnTo>
                  <a:pt x="139319" y="1402969"/>
                </a:lnTo>
                <a:lnTo>
                  <a:pt x="157352" y="1369402"/>
                </a:lnTo>
                <a:lnTo>
                  <a:pt x="180007" y="1369402"/>
                </a:lnTo>
                <a:lnTo>
                  <a:pt x="212470" y="1313281"/>
                </a:lnTo>
                <a:lnTo>
                  <a:pt x="0" y="1300314"/>
                </a:lnTo>
                <a:close/>
              </a:path>
              <a:path w="3131820" h="1672590">
                <a:moveTo>
                  <a:pt x="157352" y="1369402"/>
                </a:moveTo>
                <a:lnTo>
                  <a:pt x="139319" y="1402969"/>
                </a:lnTo>
                <a:lnTo>
                  <a:pt x="155551" y="1411681"/>
                </a:lnTo>
                <a:lnTo>
                  <a:pt x="174630" y="1378699"/>
                </a:lnTo>
                <a:lnTo>
                  <a:pt x="157352" y="1369402"/>
                </a:lnTo>
                <a:close/>
              </a:path>
              <a:path w="3131820" h="1672590">
                <a:moveTo>
                  <a:pt x="180007" y="1369402"/>
                </a:moveTo>
                <a:lnTo>
                  <a:pt x="157352" y="1369402"/>
                </a:lnTo>
                <a:lnTo>
                  <a:pt x="174630" y="1378699"/>
                </a:lnTo>
                <a:lnTo>
                  <a:pt x="180007" y="136940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342900" y="3703268"/>
            <a:ext cx="4293235" cy="148844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000" dirty="0">
                <a:latin typeface="Courier New"/>
                <a:cs typeface="Courier New"/>
              </a:rPr>
              <a:t>def</a:t>
            </a:r>
            <a:r>
              <a:rPr sz="2000" spc="-2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f(</a:t>
            </a:r>
            <a:r>
              <a:rPr sz="2000" spc="-2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x</a:t>
            </a:r>
            <a:r>
              <a:rPr sz="2000" spc="-25" dirty="0">
                <a:latin typeface="Courier New"/>
                <a:cs typeface="Courier New"/>
              </a:rPr>
              <a:t> ):</a:t>
            </a:r>
            <a:endParaRPr sz="2000">
              <a:latin typeface="Courier New"/>
              <a:cs typeface="Courier New"/>
            </a:endParaRPr>
          </a:p>
          <a:p>
            <a:pPr marL="622300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latin typeface="Courier New"/>
                <a:cs typeface="Courier New"/>
              </a:rPr>
              <a:t>x</a:t>
            </a:r>
            <a:r>
              <a:rPr sz="2000" spc="-1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=</a:t>
            </a:r>
            <a:r>
              <a:rPr sz="2000" spc="-1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x</a:t>
            </a:r>
            <a:r>
              <a:rPr sz="2000" spc="-1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+</a:t>
            </a:r>
            <a:r>
              <a:rPr sz="2000" spc="-10" dirty="0">
                <a:latin typeface="Courier New"/>
                <a:cs typeface="Courier New"/>
              </a:rPr>
              <a:t> </a:t>
            </a:r>
            <a:r>
              <a:rPr sz="2000" spc="-50" dirty="0"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 marL="622300" marR="5080">
              <a:lnSpc>
                <a:spcPct val="120000"/>
              </a:lnSpc>
            </a:pPr>
            <a:r>
              <a:rPr sz="2000" dirty="0">
                <a:latin typeface="Courier New"/>
                <a:cs typeface="Courier New"/>
              </a:rPr>
              <a:t>print('in</a:t>
            </a:r>
            <a:r>
              <a:rPr sz="2000" spc="-5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f(x):</a:t>
            </a:r>
            <a:r>
              <a:rPr sz="2000" spc="-5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x</a:t>
            </a:r>
            <a:r>
              <a:rPr sz="2000" spc="-5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=',</a:t>
            </a:r>
            <a:r>
              <a:rPr sz="2000" spc="-55" dirty="0">
                <a:latin typeface="Courier New"/>
                <a:cs typeface="Courier New"/>
              </a:rPr>
              <a:t> </a:t>
            </a:r>
            <a:r>
              <a:rPr sz="2000" spc="-25" dirty="0">
                <a:latin typeface="Courier New"/>
                <a:cs typeface="Courier New"/>
              </a:rPr>
              <a:t>x) </a:t>
            </a:r>
            <a:r>
              <a:rPr sz="2000" dirty="0">
                <a:latin typeface="Courier New"/>
                <a:cs typeface="Courier New"/>
              </a:rPr>
              <a:t>return</a:t>
            </a:r>
            <a:r>
              <a:rPr sz="2000" spc="-75" dirty="0">
                <a:latin typeface="Courier New"/>
                <a:cs typeface="Courier New"/>
              </a:rPr>
              <a:t> </a:t>
            </a:r>
            <a:r>
              <a:rPr sz="2000" spc="-50" dirty="0">
                <a:latin typeface="Courier New"/>
                <a:cs typeface="Courier New"/>
              </a:rPr>
              <a:t>x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25" dirty="0"/>
              <a:t>32</a:t>
            </a:fld>
            <a:endParaRPr spc="-25" dirty="0"/>
          </a:p>
        </p:txBody>
      </p:sp>
      <p:sp>
        <p:nvSpPr>
          <p:cNvPr id="26" name="object 26"/>
          <p:cNvSpPr txBox="1"/>
          <p:nvPr/>
        </p:nvSpPr>
        <p:spPr>
          <a:xfrm>
            <a:off x="342900" y="5528259"/>
            <a:ext cx="1549400" cy="764540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z="2000" dirty="0">
                <a:latin typeface="Courier New"/>
                <a:cs typeface="Courier New"/>
              </a:rPr>
              <a:t>x</a:t>
            </a:r>
            <a:r>
              <a:rPr sz="2000" spc="-1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=</a:t>
            </a:r>
            <a:r>
              <a:rPr sz="2000" spc="-10" dirty="0">
                <a:latin typeface="Courier New"/>
                <a:cs typeface="Courier New"/>
              </a:rPr>
              <a:t> </a:t>
            </a:r>
            <a:r>
              <a:rPr sz="2000" spc="-60" dirty="0">
                <a:latin typeface="Courier New"/>
                <a:cs typeface="Courier New"/>
              </a:rPr>
              <a:t>3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sz="2000" dirty="0">
                <a:latin typeface="Courier New"/>
                <a:cs typeface="Courier New"/>
              </a:rPr>
              <a:t>z</a:t>
            </a:r>
            <a:r>
              <a:rPr sz="2000" spc="-1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=</a:t>
            </a:r>
            <a:r>
              <a:rPr sz="2000" spc="-1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f(</a:t>
            </a:r>
            <a:r>
              <a:rPr sz="2000" spc="-1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x</a:t>
            </a:r>
            <a:r>
              <a:rPr sz="2000" spc="-15" dirty="0">
                <a:latin typeface="Courier New"/>
                <a:cs typeface="Courier New"/>
              </a:rPr>
              <a:t> </a:t>
            </a:r>
            <a:r>
              <a:rPr sz="2000" spc="-50" dirty="0">
                <a:latin typeface="Courier New"/>
                <a:cs typeface="Courier New"/>
              </a:rPr>
              <a:t>)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119366" y="5336794"/>
            <a:ext cx="8693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returns</a:t>
            </a:r>
            <a:r>
              <a:rPr sz="1800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FF0000"/>
                </a:solidFill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3861561"/>
            <a:ext cx="9144000" cy="2714625"/>
            <a:chOff x="0" y="3861561"/>
            <a:chExt cx="9144000" cy="2714625"/>
          </a:xfrm>
        </p:grpSpPr>
        <p:sp>
          <p:nvSpPr>
            <p:cNvPr id="3" name="object 3"/>
            <p:cNvSpPr/>
            <p:nvPr/>
          </p:nvSpPr>
          <p:spPr>
            <a:xfrm>
              <a:off x="4729353" y="3869816"/>
              <a:ext cx="1866264" cy="2562225"/>
            </a:xfrm>
            <a:custGeom>
              <a:avLst/>
              <a:gdLst/>
              <a:ahLst/>
              <a:cxnLst/>
              <a:rect l="l" t="t" r="r" b="b"/>
              <a:pathLst>
                <a:path w="1866265" h="2562225">
                  <a:moveTo>
                    <a:pt x="1866137" y="0"/>
                  </a:moveTo>
                  <a:lnTo>
                    <a:pt x="0" y="0"/>
                  </a:lnTo>
                  <a:lnTo>
                    <a:pt x="0" y="2561843"/>
                  </a:lnTo>
                  <a:lnTo>
                    <a:pt x="1866137" y="2561843"/>
                  </a:lnTo>
                  <a:lnTo>
                    <a:pt x="1866137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729353" y="3869816"/>
              <a:ext cx="1866264" cy="2562225"/>
            </a:xfrm>
            <a:custGeom>
              <a:avLst/>
              <a:gdLst/>
              <a:ahLst/>
              <a:cxnLst/>
              <a:rect l="l" t="t" r="r" b="b"/>
              <a:pathLst>
                <a:path w="1866265" h="2562225">
                  <a:moveTo>
                    <a:pt x="0" y="2561843"/>
                  </a:moveTo>
                  <a:lnTo>
                    <a:pt x="1866137" y="2561843"/>
                  </a:lnTo>
                  <a:lnTo>
                    <a:pt x="1866137" y="0"/>
                  </a:lnTo>
                  <a:lnTo>
                    <a:pt x="0" y="0"/>
                  </a:lnTo>
                  <a:lnTo>
                    <a:pt x="0" y="2561843"/>
                  </a:lnTo>
                  <a:close/>
                </a:path>
              </a:pathLst>
            </a:custGeom>
            <a:ln w="16002">
              <a:solidFill>
                <a:srgbClr val="0013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01700" y="914146"/>
            <a:ext cx="403606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0" dirty="0"/>
              <a:t>VARIABLE</a:t>
            </a:r>
            <a:r>
              <a:rPr spc="-140" dirty="0"/>
              <a:t> </a:t>
            </a:r>
            <a:r>
              <a:rPr spc="-25" dirty="0"/>
              <a:t>SCOPE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807965" y="3887978"/>
            <a:ext cx="12166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Global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scope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07965" y="4436617"/>
            <a:ext cx="952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07965" y="5259832"/>
            <a:ext cx="1244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x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07965" y="6082791"/>
            <a:ext cx="1162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289422" y="4398645"/>
            <a:ext cx="1192530" cy="544195"/>
          </a:xfrm>
          <a:prstGeom prst="rect">
            <a:avLst/>
          </a:prstGeom>
          <a:solidFill>
            <a:srgbClr val="585858"/>
          </a:solidFill>
          <a:ln w="16001">
            <a:solidFill>
              <a:srgbClr val="3E3E3E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34645">
              <a:lnSpc>
                <a:spcPts val="2030"/>
              </a:lnSpc>
            </a:pP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Some</a:t>
            </a:r>
            <a:endParaRPr sz="1800">
              <a:latin typeface="Calibri"/>
              <a:cs typeface="Calibri"/>
            </a:endParaRPr>
          </a:p>
          <a:p>
            <a:pPr marL="371475">
              <a:lnSpc>
                <a:spcPct val="100000"/>
              </a:lnSpc>
            </a:pP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code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289422" y="5133975"/>
            <a:ext cx="1192530" cy="544195"/>
          </a:xfrm>
          <a:prstGeom prst="rect">
            <a:avLst/>
          </a:prstGeom>
          <a:solidFill>
            <a:srgbClr val="585858"/>
          </a:solidFill>
          <a:ln w="16001">
            <a:solidFill>
              <a:srgbClr val="3E3E3E"/>
            </a:solidFill>
          </a:ln>
        </p:spPr>
        <p:txBody>
          <a:bodyPr vert="horz" wrap="square" lIns="0" tIns="12001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44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289422" y="5848730"/>
            <a:ext cx="1192530" cy="543560"/>
          </a:xfrm>
          <a:custGeom>
            <a:avLst/>
            <a:gdLst/>
            <a:ahLst/>
            <a:cxnLst/>
            <a:rect l="l" t="t" r="r" b="b"/>
            <a:pathLst>
              <a:path w="1192529" h="543560">
                <a:moveTo>
                  <a:pt x="0" y="543306"/>
                </a:moveTo>
                <a:lnTo>
                  <a:pt x="1192529" y="543306"/>
                </a:lnTo>
                <a:lnTo>
                  <a:pt x="1192529" y="0"/>
                </a:lnTo>
                <a:lnTo>
                  <a:pt x="0" y="0"/>
                </a:lnTo>
                <a:lnTo>
                  <a:pt x="0" y="543306"/>
                </a:lnTo>
                <a:close/>
              </a:path>
            </a:pathLst>
          </a:custGeom>
          <a:ln w="16002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289422" y="5848730"/>
            <a:ext cx="1192530" cy="543560"/>
          </a:xfrm>
          <a:prstGeom prst="rect">
            <a:avLst/>
          </a:prstGeom>
          <a:solidFill>
            <a:srgbClr val="585858"/>
          </a:solidFill>
        </p:spPr>
        <p:txBody>
          <a:bodyPr vert="horz" wrap="square" lIns="0" tIns="1200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45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25" dirty="0"/>
              <a:t>33</a:t>
            </a:fld>
            <a:endParaRPr spc="-25" dirty="0"/>
          </a:p>
        </p:txBody>
      </p:sp>
      <p:sp>
        <p:nvSpPr>
          <p:cNvPr id="14" name="object 14"/>
          <p:cNvSpPr txBox="1"/>
          <p:nvPr/>
        </p:nvSpPr>
        <p:spPr>
          <a:xfrm>
            <a:off x="342900" y="3703268"/>
            <a:ext cx="4293235" cy="148844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000" dirty="0">
                <a:latin typeface="Courier New"/>
                <a:cs typeface="Courier New"/>
              </a:rPr>
              <a:t>def</a:t>
            </a:r>
            <a:r>
              <a:rPr sz="2000" spc="-2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f(</a:t>
            </a:r>
            <a:r>
              <a:rPr sz="2000" spc="-2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x</a:t>
            </a:r>
            <a:r>
              <a:rPr sz="2000" spc="-25" dirty="0">
                <a:latin typeface="Courier New"/>
                <a:cs typeface="Courier New"/>
              </a:rPr>
              <a:t> ):</a:t>
            </a:r>
            <a:endParaRPr sz="2000">
              <a:latin typeface="Courier New"/>
              <a:cs typeface="Courier New"/>
            </a:endParaRPr>
          </a:p>
          <a:p>
            <a:pPr marL="622300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latin typeface="Courier New"/>
                <a:cs typeface="Courier New"/>
              </a:rPr>
              <a:t>x</a:t>
            </a:r>
            <a:r>
              <a:rPr sz="2000" spc="-1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=</a:t>
            </a:r>
            <a:r>
              <a:rPr sz="2000" spc="-1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x</a:t>
            </a:r>
            <a:r>
              <a:rPr sz="2000" spc="-1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+</a:t>
            </a:r>
            <a:r>
              <a:rPr sz="2000" spc="-10" dirty="0">
                <a:latin typeface="Courier New"/>
                <a:cs typeface="Courier New"/>
              </a:rPr>
              <a:t> </a:t>
            </a:r>
            <a:r>
              <a:rPr sz="2000" spc="-50" dirty="0"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 marL="622300" marR="5080">
              <a:lnSpc>
                <a:spcPct val="120000"/>
              </a:lnSpc>
            </a:pPr>
            <a:r>
              <a:rPr sz="2000" dirty="0">
                <a:latin typeface="Courier New"/>
                <a:cs typeface="Courier New"/>
              </a:rPr>
              <a:t>print('in</a:t>
            </a:r>
            <a:r>
              <a:rPr sz="2000" spc="-5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f(x):</a:t>
            </a:r>
            <a:r>
              <a:rPr sz="2000" spc="-5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x</a:t>
            </a:r>
            <a:r>
              <a:rPr sz="2000" spc="-5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=',</a:t>
            </a:r>
            <a:r>
              <a:rPr sz="2000" spc="-55" dirty="0">
                <a:latin typeface="Courier New"/>
                <a:cs typeface="Courier New"/>
              </a:rPr>
              <a:t> </a:t>
            </a:r>
            <a:r>
              <a:rPr sz="2000" spc="-25" dirty="0">
                <a:latin typeface="Courier New"/>
                <a:cs typeface="Courier New"/>
              </a:rPr>
              <a:t>x) </a:t>
            </a:r>
            <a:r>
              <a:rPr sz="2000" dirty="0">
                <a:latin typeface="Courier New"/>
                <a:cs typeface="Courier New"/>
              </a:rPr>
              <a:t>return</a:t>
            </a:r>
            <a:r>
              <a:rPr sz="2000" spc="-75" dirty="0">
                <a:latin typeface="Courier New"/>
                <a:cs typeface="Courier New"/>
              </a:rPr>
              <a:t> </a:t>
            </a:r>
            <a:r>
              <a:rPr sz="2000" spc="-50" dirty="0">
                <a:latin typeface="Courier New"/>
                <a:cs typeface="Courier New"/>
              </a:rPr>
              <a:t>x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42900" y="5528259"/>
            <a:ext cx="1549400" cy="764540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z="2000" dirty="0">
                <a:latin typeface="Courier New"/>
                <a:cs typeface="Courier New"/>
              </a:rPr>
              <a:t>x</a:t>
            </a:r>
            <a:r>
              <a:rPr sz="2000" spc="-1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=</a:t>
            </a:r>
            <a:r>
              <a:rPr sz="2000" spc="-10" dirty="0">
                <a:latin typeface="Courier New"/>
                <a:cs typeface="Courier New"/>
              </a:rPr>
              <a:t> </a:t>
            </a:r>
            <a:r>
              <a:rPr sz="2000" spc="-60" dirty="0">
                <a:latin typeface="Courier New"/>
                <a:cs typeface="Courier New"/>
              </a:rPr>
              <a:t>3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sz="2000" dirty="0">
                <a:latin typeface="Courier New"/>
                <a:cs typeface="Courier New"/>
              </a:rPr>
              <a:t>z</a:t>
            </a:r>
            <a:r>
              <a:rPr sz="2000" spc="-1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=</a:t>
            </a:r>
            <a:r>
              <a:rPr sz="2000" spc="-1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f(</a:t>
            </a:r>
            <a:r>
              <a:rPr sz="2000" spc="-1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x</a:t>
            </a:r>
            <a:r>
              <a:rPr sz="2000" spc="-15" dirty="0">
                <a:latin typeface="Courier New"/>
                <a:cs typeface="Courier New"/>
              </a:rPr>
              <a:t> </a:t>
            </a:r>
            <a:r>
              <a:rPr sz="2000" spc="-50" dirty="0">
                <a:latin typeface="Courier New"/>
                <a:cs typeface="Courier New"/>
              </a:rPr>
              <a:t>)</a:t>
            </a:r>
            <a:endParaRPr sz="2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5320"/>
              </a:lnSpc>
              <a:spcBef>
                <a:spcPts val="100"/>
              </a:spcBef>
            </a:pPr>
            <a:r>
              <a:rPr dirty="0"/>
              <a:t>ONE</a:t>
            </a:r>
            <a:r>
              <a:rPr spc="-210" dirty="0"/>
              <a:t> </a:t>
            </a:r>
            <a:r>
              <a:rPr spc="-65" dirty="0"/>
              <a:t>WARNING</a:t>
            </a:r>
            <a:r>
              <a:rPr spc="-210" dirty="0"/>
              <a:t> </a:t>
            </a:r>
            <a:r>
              <a:rPr dirty="0"/>
              <a:t>IF</a:t>
            </a:r>
            <a:r>
              <a:rPr spc="-190" dirty="0"/>
              <a:t> </a:t>
            </a:r>
            <a:r>
              <a:rPr spc="-25" dirty="0"/>
              <a:t>NO</a:t>
            </a:r>
          </a:p>
          <a:p>
            <a:pPr marL="12700">
              <a:lnSpc>
                <a:spcPts val="5320"/>
              </a:lnSpc>
            </a:pPr>
            <a:r>
              <a:rPr spc="-50" dirty="0">
                <a:latin typeface="Courier New"/>
                <a:cs typeface="Courier New"/>
              </a:rPr>
              <a:t>return</a:t>
            </a:r>
            <a:r>
              <a:rPr spc="-1885" dirty="0">
                <a:latin typeface="Courier New"/>
                <a:cs typeface="Courier New"/>
              </a:rPr>
              <a:t> </a:t>
            </a:r>
            <a:r>
              <a:rPr spc="-125" dirty="0"/>
              <a:t>STATEMENT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0259" y="1678284"/>
            <a:ext cx="4293235" cy="2286635"/>
          </a:xfrm>
          <a:prstGeom prst="rect">
            <a:avLst/>
          </a:prstGeom>
        </p:spPr>
        <p:txBody>
          <a:bodyPr vert="horz" wrap="square" lIns="0" tIns="1600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60"/>
              </a:spcBef>
            </a:pPr>
            <a:r>
              <a:rPr sz="2000" dirty="0">
                <a:latin typeface="Courier New"/>
                <a:cs typeface="Courier New"/>
              </a:rPr>
              <a:t>def</a:t>
            </a:r>
            <a:r>
              <a:rPr sz="2000" spc="-3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is_even(</a:t>
            </a:r>
            <a:r>
              <a:rPr sz="2000" spc="-2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i</a:t>
            </a:r>
            <a:r>
              <a:rPr sz="2000" spc="-15" dirty="0">
                <a:latin typeface="Courier New"/>
                <a:cs typeface="Courier New"/>
              </a:rPr>
              <a:t> </a:t>
            </a:r>
            <a:r>
              <a:rPr sz="2000" spc="-25" dirty="0">
                <a:latin typeface="Courier New"/>
                <a:cs typeface="Courier New"/>
              </a:rPr>
              <a:t>):</a:t>
            </a:r>
            <a:endParaRPr sz="2000">
              <a:latin typeface="Courier New"/>
              <a:cs typeface="Courier New"/>
            </a:endParaRPr>
          </a:p>
          <a:p>
            <a:pPr marL="622300">
              <a:lnSpc>
                <a:spcPct val="100000"/>
              </a:lnSpc>
              <a:spcBef>
                <a:spcPts val="1160"/>
              </a:spcBef>
            </a:pPr>
            <a:r>
              <a:rPr sz="2000" spc="-25" dirty="0">
                <a:latin typeface="Courier New"/>
                <a:cs typeface="Courier New"/>
              </a:rPr>
              <a:t>"""</a:t>
            </a:r>
            <a:endParaRPr sz="2000">
              <a:latin typeface="Courier New"/>
              <a:cs typeface="Courier New"/>
            </a:endParaRPr>
          </a:p>
          <a:p>
            <a:pPr marL="622300" marR="5080" algn="just">
              <a:lnSpc>
                <a:spcPct val="148300"/>
              </a:lnSpc>
              <a:spcBef>
                <a:spcPts val="5"/>
              </a:spcBef>
            </a:pPr>
            <a:r>
              <a:rPr sz="2000" dirty="0">
                <a:latin typeface="Courier New"/>
                <a:cs typeface="Courier New"/>
              </a:rPr>
              <a:t>Input:</a:t>
            </a:r>
            <a:r>
              <a:rPr sz="2000" spc="-5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i,</a:t>
            </a:r>
            <a:r>
              <a:rPr sz="2000" spc="-5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a</a:t>
            </a:r>
            <a:r>
              <a:rPr sz="2000" spc="-5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positive</a:t>
            </a:r>
            <a:r>
              <a:rPr sz="2000" spc="-50" dirty="0">
                <a:latin typeface="Courier New"/>
                <a:cs typeface="Courier New"/>
              </a:rPr>
              <a:t> </a:t>
            </a:r>
            <a:r>
              <a:rPr sz="2000" spc="-25" dirty="0">
                <a:latin typeface="Courier New"/>
                <a:cs typeface="Courier New"/>
              </a:rPr>
              <a:t>int </a:t>
            </a:r>
            <a:r>
              <a:rPr sz="2000" dirty="0">
                <a:latin typeface="Courier New"/>
                <a:cs typeface="Courier New"/>
              </a:rPr>
              <a:t>Does</a:t>
            </a:r>
            <a:r>
              <a:rPr sz="2000" spc="-5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not</a:t>
            </a:r>
            <a:r>
              <a:rPr sz="2000" spc="-5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return</a:t>
            </a:r>
            <a:r>
              <a:rPr sz="2000" spc="-5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anything </a:t>
            </a:r>
            <a:r>
              <a:rPr sz="2000" spc="-25" dirty="0">
                <a:latin typeface="Courier New"/>
                <a:cs typeface="Courier New"/>
              </a:rPr>
              <a:t>"""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02638" y="4055745"/>
            <a:ext cx="1750695" cy="462915"/>
          </a:xfrm>
          <a:prstGeom prst="rect">
            <a:avLst/>
          </a:prstGeom>
          <a:ln w="16001">
            <a:solidFill>
              <a:srgbClr val="FF0000"/>
            </a:solidFill>
          </a:ln>
        </p:spPr>
        <p:txBody>
          <a:bodyPr vert="horz" wrap="square" lIns="0" tIns="43815" rIns="0" bIns="0" rtlCol="0">
            <a:spAutoFit/>
          </a:bodyPr>
          <a:lstStyle/>
          <a:p>
            <a:pPr marL="129539">
              <a:lnSpc>
                <a:spcPct val="100000"/>
              </a:lnSpc>
              <a:spcBef>
                <a:spcPts val="345"/>
              </a:spcBef>
            </a:pPr>
            <a:r>
              <a:rPr sz="2000" dirty="0">
                <a:latin typeface="Courier New"/>
                <a:cs typeface="Courier New"/>
              </a:rPr>
              <a:t>i%2</a:t>
            </a:r>
            <a:r>
              <a:rPr sz="2000" spc="-3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==</a:t>
            </a:r>
            <a:r>
              <a:rPr sz="2000" spc="-30" dirty="0">
                <a:latin typeface="Courier New"/>
                <a:cs typeface="Courier New"/>
              </a:rPr>
              <a:t> </a:t>
            </a:r>
            <a:r>
              <a:rPr sz="2000" spc="-50" dirty="0">
                <a:latin typeface="Courier New"/>
                <a:cs typeface="Courier New"/>
              </a:rPr>
              <a:t>0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10259" y="4755591"/>
            <a:ext cx="7232015" cy="1101725"/>
          </a:xfrm>
          <a:prstGeom prst="rect">
            <a:avLst/>
          </a:prstGeom>
        </p:spPr>
        <p:txBody>
          <a:bodyPr vert="horz" wrap="square" lIns="0" tIns="154305" rIns="0" bIns="0" rtlCol="0">
            <a:spAutoFit/>
          </a:bodyPr>
          <a:lstStyle/>
          <a:p>
            <a:pPr marL="237490" indent="-224790">
              <a:lnSpc>
                <a:spcPct val="100000"/>
              </a:lnSpc>
              <a:spcBef>
                <a:spcPts val="1215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sz="2600" dirty="0">
                <a:latin typeface="Calibri"/>
                <a:cs typeface="Calibri"/>
              </a:rPr>
              <a:t>Python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returns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value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None,</a:t>
            </a:r>
            <a:r>
              <a:rPr sz="2600" b="1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if</a:t>
            </a:r>
            <a:r>
              <a:rPr sz="2600" b="1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no</a:t>
            </a:r>
            <a:r>
              <a:rPr sz="2600" b="1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spc="-25" dirty="0">
                <a:solidFill>
                  <a:srgbClr val="C00000"/>
                </a:solidFill>
                <a:latin typeface="Courier New"/>
                <a:cs typeface="Courier New"/>
              </a:rPr>
              <a:t>return</a:t>
            </a:r>
            <a:r>
              <a:rPr sz="2600" b="1" spc="-96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given</a:t>
            </a:r>
            <a:endParaRPr sz="2600">
              <a:latin typeface="Calibri"/>
              <a:cs typeface="Calibri"/>
            </a:endParaRPr>
          </a:p>
          <a:p>
            <a:pPr marL="237490" indent="-224790">
              <a:lnSpc>
                <a:spcPct val="100000"/>
              </a:lnSpc>
              <a:spcBef>
                <a:spcPts val="1115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sz="2600" spc="-10" dirty="0">
                <a:latin typeface="Calibri"/>
                <a:cs typeface="Calibri"/>
              </a:rPr>
              <a:t>represents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absence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value</a:t>
            </a:r>
            <a:endParaRPr sz="26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35401" y="3840988"/>
            <a:ext cx="1386077" cy="1013841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25" dirty="0"/>
              <a:t>34</a:t>
            </a:fld>
            <a:endParaRPr spc="-25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924560"/>
            <a:ext cx="685482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350895" algn="l"/>
                <a:tab pos="5037455" algn="l"/>
              </a:tabLst>
            </a:pPr>
            <a:r>
              <a:rPr spc="-10" dirty="0">
                <a:latin typeface="Courier New"/>
                <a:cs typeface="Courier New"/>
              </a:rPr>
              <a:t>return</a:t>
            </a:r>
            <a:r>
              <a:rPr dirty="0">
                <a:latin typeface="Courier New"/>
                <a:cs typeface="Courier New"/>
              </a:rPr>
              <a:t>	</a:t>
            </a:r>
            <a:r>
              <a:rPr spc="-25" dirty="0"/>
              <a:t>vs.</a:t>
            </a:r>
            <a:r>
              <a:rPr dirty="0"/>
              <a:t>	</a:t>
            </a:r>
            <a:r>
              <a:rPr spc="-30" dirty="0">
                <a:latin typeface="Courier New"/>
                <a:cs typeface="Courier New"/>
              </a:rPr>
              <a:t>print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0259" y="1786382"/>
            <a:ext cx="3653790" cy="38087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7490" indent="-224790">
              <a:lnSpc>
                <a:spcPts val="2810"/>
              </a:lnSpc>
              <a:spcBef>
                <a:spcPts val="100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sz="2600" dirty="0">
                <a:latin typeface="Calibri"/>
                <a:cs typeface="Calibri"/>
              </a:rPr>
              <a:t>return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only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has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meaning</a:t>
            </a:r>
            <a:endParaRPr sz="2600">
              <a:latin typeface="Calibri"/>
              <a:cs typeface="Calibri"/>
            </a:endParaRPr>
          </a:p>
          <a:p>
            <a:pPr marL="104139">
              <a:lnSpc>
                <a:spcPts val="2810"/>
              </a:lnSpc>
            </a:pP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inside</a:t>
            </a:r>
            <a:r>
              <a:rPr sz="2600" b="1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function</a:t>
            </a:r>
            <a:endParaRPr sz="2600">
              <a:latin typeface="Calibri"/>
              <a:cs typeface="Calibri"/>
            </a:endParaRPr>
          </a:p>
          <a:p>
            <a:pPr marL="104139" marR="27940" indent="-91440">
              <a:lnSpc>
                <a:spcPts val="2500"/>
              </a:lnSpc>
              <a:spcBef>
                <a:spcPts val="1370"/>
              </a:spcBef>
              <a:buClr>
                <a:srgbClr val="585858"/>
              </a:buClr>
              <a:buFont typeface="Wingdings"/>
              <a:buChar char=""/>
              <a:tabLst>
                <a:tab pos="104139" algn="l"/>
                <a:tab pos="237490" algn="l"/>
              </a:tabLst>
            </a:pPr>
            <a:r>
              <a:rPr sz="2600" dirty="0">
                <a:latin typeface="Calibri"/>
                <a:cs typeface="Calibri"/>
              </a:rPr>
              <a:t>	only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one</a:t>
            </a:r>
            <a:r>
              <a:rPr sz="2600" b="1" spc="-6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return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executed </a:t>
            </a:r>
            <a:r>
              <a:rPr sz="2600" dirty="0">
                <a:latin typeface="Calibri"/>
                <a:cs typeface="Calibri"/>
              </a:rPr>
              <a:t>inside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 </a:t>
            </a:r>
            <a:r>
              <a:rPr sz="2600" spc="-10" dirty="0">
                <a:latin typeface="Calibri"/>
                <a:cs typeface="Calibri"/>
              </a:rPr>
              <a:t>function</a:t>
            </a:r>
            <a:endParaRPr sz="2600">
              <a:latin typeface="Calibri"/>
              <a:cs typeface="Calibri"/>
            </a:endParaRPr>
          </a:p>
          <a:p>
            <a:pPr marL="104139" marR="5080" indent="-91440">
              <a:lnSpc>
                <a:spcPts val="2500"/>
              </a:lnSpc>
              <a:spcBef>
                <a:spcPts val="1400"/>
              </a:spcBef>
              <a:buClr>
                <a:srgbClr val="585858"/>
              </a:buClr>
              <a:buFont typeface="Wingdings"/>
              <a:buChar char=""/>
              <a:tabLst>
                <a:tab pos="104139" algn="l"/>
                <a:tab pos="237490" algn="l"/>
              </a:tabLst>
            </a:pPr>
            <a:r>
              <a:rPr sz="2600" dirty="0">
                <a:latin typeface="Calibri"/>
                <a:cs typeface="Calibri"/>
              </a:rPr>
              <a:t>	code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inside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function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but </a:t>
            </a:r>
            <a:r>
              <a:rPr sz="2600" dirty="0">
                <a:latin typeface="Calibri"/>
                <a:cs typeface="Calibri"/>
              </a:rPr>
              <a:t>after</a:t>
            </a:r>
            <a:r>
              <a:rPr sz="2600" spc="-1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return</a:t>
            </a:r>
            <a:r>
              <a:rPr sz="2600" spc="-114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statement</a:t>
            </a:r>
            <a:r>
              <a:rPr sz="2600" spc="-11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not </a:t>
            </a:r>
            <a:r>
              <a:rPr sz="2600" spc="-10" dirty="0">
                <a:latin typeface="Calibri"/>
                <a:cs typeface="Calibri"/>
              </a:rPr>
              <a:t>executed</a:t>
            </a:r>
            <a:endParaRPr sz="2600">
              <a:latin typeface="Calibri"/>
              <a:cs typeface="Calibri"/>
            </a:endParaRPr>
          </a:p>
          <a:p>
            <a:pPr marL="104139" marR="205740" indent="-91440">
              <a:lnSpc>
                <a:spcPct val="80000"/>
              </a:lnSpc>
              <a:spcBef>
                <a:spcPts val="1410"/>
              </a:spcBef>
              <a:buClr>
                <a:srgbClr val="585858"/>
              </a:buClr>
              <a:buFont typeface="Wingdings"/>
              <a:buChar char=""/>
              <a:tabLst>
                <a:tab pos="104139" algn="l"/>
                <a:tab pos="237490" algn="l"/>
              </a:tabLst>
            </a:pPr>
            <a:r>
              <a:rPr sz="2600" dirty="0">
                <a:latin typeface="Calibri"/>
                <a:cs typeface="Calibri"/>
              </a:rPr>
              <a:t>	has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value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associated </a:t>
            </a:r>
            <a:r>
              <a:rPr sz="2600" dirty="0">
                <a:latin typeface="Calibri"/>
                <a:cs typeface="Calibri"/>
              </a:rPr>
              <a:t>with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it,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given</a:t>
            </a:r>
            <a:r>
              <a:rPr sz="2600" b="1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to</a:t>
            </a:r>
            <a:r>
              <a:rPr sz="2600" b="1" spc="-6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function caller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sz="half" idx="3"/>
          </p:nvPr>
        </p:nvSpPr>
        <p:spPr>
          <a:xfrm>
            <a:off x="4622802" y="1713987"/>
            <a:ext cx="4521198" cy="49475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7490" indent="-224790">
              <a:lnSpc>
                <a:spcPts val="2965"/>
              </a:lnSpc>
              <a:spcBef>
                <a:spcPts val="100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dirty="0"/>
              <a:t>print</a:t>
            </a:r>
            <a:r>
              <a:rPr spc="-50" dirty="0"/>
              <a:t> </a:t>
            </a:r>
            <a:r>
              <a:rPr dirty="0"/>
              <a:t>can</a:t>
            </a:r>
            <a:r>
              <a:rPr spc="-50" dirty="0"/>
              <a:t> </a:t>
            </a:r>
            <a:r>
              <a:rPr dirty="0"/>
              <a:t>be</a:t>
            </a:r>
            <a:r>
              <a:rPr spc="-55" dirty="0"/>
              <a:t> </a:t>
            </a:r>
            <a:r>
              <a:rPr dirty="0"/>
              <a:t>used</a:t>
            </a:r>
            <a:r>
              <a:rPr spc="-50" dirty="0"/>
              <a:t> </a:t>
            </a:r>
            <a:r>
              <a:rPr b="1" spc="-10" dirty="0">
                <a:solidFill>
                  <a:srgbClr val="C00000"/>
                </a:solidFill>
                <a:latin typeface="Calibri"/>
                <a:cs typeface="Calibri"/>
              </a:rPr>
              <a:t>outside</a:t>
            </a:r>
          </a:p>
          <a:p>
            <a:pPr marL="104139">
              <a:lnSpc>
                <a:spcPts val="2965"/>
              </a:lnSpc>
            </a:pPr>
            <a:r>
              <a:rPr spc="-10" dirty="0"/>
              <a:t>functions</a:t>
            </a:r>
          </a:p>
          <a:p>
            <a:pPr marL="104139" marR="15875" indent="-91440">
              <a:lnSpc>
                <a:spcPts val="2810"/>
              </a:lnSpc>
              <a:spcBef>
                <a:spcPts val="1435"/>
              </a:spcBef>
              <a:buClr>
                <a:srgbClr val="585858"/>
              </a:buClr>
              <a:buFont typeface="Wingdings"/>
              <a:buChar char=""/>
              <a:tabLst>
                <a:tab pos="104139" algn="l"/>
                <a:tab pos="237490" algn="l"/>
              </a:tabLst>
            </a:pPr>
            <a:r>
              <a:rPr dirty="0"/>
              <a:t>	can</a:t>
            </a:r>
            <a:r>
              <a:rPr spc="-90" dirty="0"/>
              <a:t> </a:t>
            </a:r>
            <a:r>
              <a:rPr spc="-10" dirty="0"/>
              <a:t>execute</a:t>
            </a:r>
            <a:r>
              <a:rPr spc="-95" dirty="0"/>
              <a:t> </a:t>
            </a:r>
            <a:r>
              <a:rPr b="1" dirty="0">
                <a:solidFill>
                  <a:srgbClr val="C00000"/>
                </a:solidFill>
                <a:latin typeface="Calibri"/>
                <a:cs typeface="Calibri"/>
              </a:rPr>
              <a:t>many</a:t>
            </a:r>
            <a:r>
              <a:rPr b="1" spc="-7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pc="-10" dirty="0"/>
              <a:t>print statements</a:t>
            </a:r>
            <a:r>
              <a:rPr spc="-45" dirty="0"/>
              <a:t> </a:t>
            </a:r>
            <a:r>
              <a:rPr dirty="0"/>
              <a:t>inside</a:t>
            </a:r>
            <a:r>
              <a:rPr spc="-60" dirty="0"/>
              <a:t> </a:t>
            </a:r>
            <a:r>
              <a:rPr dirty="0"/>
              <a:t>a</a:t>
            </a:r>
            <a:r>
              <a:rPr spc="-55" dirty="0"/>
              <a:t> </a:t>
            </a:r>
            <a:r>
              <a:rPr spc="-10" dirty="0"/>
              <a:t>function</a:t>
            </a:r>
          </a:p>
          <a:p>
            <a:pPr marL="104139" marR="5080" indent="-91440">
              <a:lnSpc>
                <a:spcPts val="2810"/>
              </a:lnSpc>
              <a:spcBef>
                <a:spcPts val="1395"/>
              </a:spcBef>
              <a:buClr>
                <a:srgbClr val="585858"/>
              </a:buClr>
              <a:buFont typeface="Wingdings"/>
              <a:buChar char=""/>
              <a:tabLst>
                <a:tab pos="104139" algn="l"/>
                <a:tab pos="237490" algn="l"/>
              </a:tabLst>
            </a:pPr>
            <a:r>
              <a:rPr dirty="0"/>
              <a:t>	code</a:t>
            </a:r>
            <a:r>
              <a:rPr spc="-60" dirty="0"/>
              <a:t> </a:t>
            </a:r>
            <a:r>
              <a:rPr dirty="0"/>
              <a:t>inside</a:t>
            </a:r>
            <a:r>
              <a:rPr spc="-60" dirty="0"/>
              <a:t> </a:t>
            </a:r>
            <a:r>
              <a:rPr dirty="0"/>
              <a:t>function</a:t>
            </a:r>
            <a:r>
              <a:rPr spc="-60" dirty="0"/>
              <a:t> </a:t>
            </a:r>
            <a:r>
              <a:rPr dirty="0"/>
              <a:t>can</a:t>
            </a:r>
            <a:r>
              <a:rPr spc="-60" dirty="0"/>
              <a:t> </a:t>
            </a:r>
            <a:r>
              <a:rPr spc="-25" dirty="0"/>
              <a:t>be </a:t>
            </a:r>
            <a:r>
              <a:rPr spc="-10" dirty="0"/>
              <a:t>executed</a:t>
            </a:r>
            <a:r>
              <a:rPr spc="-75" dirty="0"/>
              <a:t> </a:t>
            </a:r>
            <a:r>
              <a:rPr dirty="0"/>
              <a:t>after</a:t>
            </a:r>
            <a:r>
              <a:rPr spc="-55" dirty="0"/>
              <a:t> </a:t>
            </a:r>
            <a:r>
              <a:rPr dirty="0"/>
              <a:t>a</a:t>
            </a:r>
            <a:r>
              <a:rPr spc="-65" dirty="0"/>
              <a:t> </a:t>
            </a:r>
            <a:r>
              <a:rPr spc="-20" dirty="0"/>
              <a:t>print </a:t>
            </a:r>
            <a:r>
              <a:rPr spc="-10" dirty="0"/>
              <a:t>statement</a:t>
            </a:r>
          </a:p>
          <a:p>
            <a:pPr marL="104139" marR="33655" indent="-91440">
              <a:lnSpc>
                <a:spcPts val="2810"/>
              </a:lnSpc>
              <a:spcBef>
                <a:spcPts val="1400"/>
              </a:spcBef>
              <a:buClr>
                <a:srgbClr val="585858"/>
              </a:buClr>
              <a:buFont typeface="Wingdings"/>
              <a:buChar char=""/>
              <a:tabLst>
                <a:tab pos="104139" algn="l"/>
                <a:tab pos="237490" algn="l"/>
              </a:tabLst>
            </a:pPr>
            <a:r>
              <a:rPr dirty="0"/>
              <a:t>	has</a:t>
            </a:r>
            <a:r>
              <a:rPr spc="-50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dirty="0"/>
              <a:t>value</a:t>
            </a:r>
            <a:r>
              <a:rPr spc="-45" dirty="0"/>
              <a:t> </a:t>
            </a:r>
            <a:r>
              <a:rPr spc="-10" dirty="0"/>
              <a:t>associated</a:t>
            </a:r>
            <a:r>
              <a:rPr spc="-30" dirty="0"/>
              <a:t> </a:t>
            </a:r>
            <a:r>
              <a:rPr spc="-20" dirty="0"/>
              <a:t>with </a:t>
            </a:r>
            <a:r>
              <a:rPr dirty="0"/>
              <a:t>it,</a:t>
            </a:r>
            <a:r>
              <a:rPr spc="-55" dirty="0"/>
              <a:t> </a:t>
            </a:r>
            <a:r>
              <a:rPr b="1" dirty="0">
                <a:solidFill>
                  <a:srgbClr val="C00000"/>
                </a:solidFill>
                <a:latin typeface="Calibri"/>
                <a:cs typeface="Calibri"/>
              </a:rPr>
              <a:t>outputted</a:t>
            </a:r>
            <a:r>
              <a:rPr b="1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/>
              <a:t>to</a:t>
            </a:r>
            <a:r>
              <a:rPr spc="-55" dirty="0"/>
              <a:t> </a:t>
            </a:r>
            <a:r>
              <a:rPr dirty="0"/>
              <a:t>the</a:t>
            </a:r>
            <a:r>
              <a:rPr spc="-60" dirty="0"/>
              <a:t> </a:t>
            </a:r>
            <a:r>
              <a:rPr spc="-10" dirty="0"/>
              <a:t>console</a:t>
            </a:r>
          </a:p>
        </p:txBody>
      </p:sp>
      <p:sp>
        <p:nvSpPr>
          <p:cNvPr id="5" name="object 5"/>
          <p:cNvSpPr/>
          <p:nvPr/>
        </p:nvSpPr>
        <p:spPr>
          <a:xfrm>
            <a:off x="4543425" y="1845945"/>
            <a:ext cx="0" cy="4023360"/>
          </a:xfrm>
          <a:custGeom>
            <a:avLst/>
            <a:gdLst/>
            <a:ahLst/>
            <a:cxnLst/>
            <a:rect l="l" t="t" r="r" b="b"/>
            <a:pathLst>
              <a:path h="4023360">
                <a:moveTo>
                  <a:pt x="0" y="0"/>
                </a:moveTo>
                <a:lnTo>
                  <a:pt x="0" y="4023360"/>
                </a:lnTo>
              </a:path>
            </a:pathLst>
          </a:custGeom>
          <a:ln w="12954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25" dirty="0"/>
              <a:t>35</a:t>
            </a:fld>
            <a:endParaRPr spc="-25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015485"/>
            <a:ext cx="9144000" cy="2560955"/>
            <a:chOff x="0" y="4015485"/>
            <a:chExt cx="9144000" cy="2560955"/>
          </a:xfrm>
        </p:grpSpPr>
        <p:sp>
          <p:nvSpPr>
            <p:cNvPr id="3" name="object 3"/>
            <p:cNvSpPr/>
            <p:nvPr/>
          </p:nvSpPr>
          <p:spPr>
            <a:xfrm>
              <a:off x="4335398" y="5291327"/>
              <a:ext cx="283210" cy="252729"/>
            </a:xfrm>
            <a:custGeom>
              <a:avLst/>
              <a:gdLst/>
              <a:ahLst/>
              <a:cxnLst/>
              <a:rect l="l" t="t" r="r" b="b"/>
              <a:pathLst>
                <a:path w="283210" h="252729">
                  <a:moveTo>
                    <a:pt x="55371" y="143509"/>
                  </a:moveTo>
                  <a:lnTo>
                    <a:pt x="37083" y="143509"/>
                  </a:lnTo>
                  <a:lnTo>
                    <a:pt x="34035" y="144779"/>
                  </a:lnTo>
                  <a:lnTo>
                    <a:pt x="28193" y="147319"/>
                  </a:lnTo>
                  <a:lnTo>
                    <a:pt x="25399" y="148589"/>
                  </a:lnTo>
                  <a:lnTo>
                    <a:pt x="19557" y="151129"/>
                  </a:lnTo>
                  <a:lnTo>
                    <a:pt x="203" y="182879"/>
                  </a:lnTo>
                  <a:lnTo>
                    <a:pt x="101" y="185419"/>
                  </a:lnTo>
                  <a:lnTo>
                    <a:pt x="13715" y="227329"/>
                  </a:lnTo>
                  <a:lnTo>
                    <a:pt x="43687" y="252729"/>
                  </a:lnTo>
                  <a:lnTo>
                    <a:pt x="61594" y="252729"/>
                  </a:lnTo>
                  <a:lnTo>
                    <a:pt x="67817" y="250189"/>
                  </a:lnTo>
                  <a:lnTo>
                    <a:pt x="77342" y="245109"/>
                  </a:lnTo>
                  <a:lnTo>
                    <a:pt x="80136" y="243839"/>
                  </a:lnTo>
                  <a:lnTo>
                    <a:pt x="82803" y="241299"/>
                  </a:lnTo>
                  <a:lnTo>
                    <a:pt x="85343" y="240029"/>
                  </a:lnTo>
                  <a:lnTo>
                    <a:pt x="87629" y="237489"/>
                  </a:lnTo>
                  <a:lnTo>
                    <a:pt x="89661" y="234949"/>
                  </a:lnTo>
                  <a:lnTo>
                    <a:pt x="49783" y="234949"/>
                  </a:lnTo>
                  <a:lnTo>
                    <a:pt x="46100" y="232409"/>
                  </a:lnTo>
                  <a:lnTo>
                    <a:pt x="26288" y="209549"/>
                  </a:lnTo>
                  <a:lnTo>
                    <a:pt x="22477" y="201929"/>
                  </a:lnTo>
                  <a:lnTo>
                    <a:pt x="19986" y="194309"/>
                  </a:lnTo>
                  <a:lnTo>
                    <a:pt x="18805" y="186689"/>
                  </a:lnTo>
                  <a:lnTo>
                    <a:pt x="18922" y="180339"/>
                  </a:lnTo>
                  <a:lnTo>
                    <a:pt x="19938" y="172719"/>
                  </a:lnTo>
                  <a:lnTo>
                    <a:pt x="24510" y="166369"/>
                  </a:lnTo>
                  <a:lnTo>
                    <a:pt x="32384" y="162559"/>
                  </a:lnTo>
                  <a:lnTo>
                    <a:pt x="36194" y="160019"/>
                  </a:lnTo>
                  <a:lnTo>
                    <a:pt x="39750" y="158749"/>
                  </a:lnTo>
                  <a:lnTo>
                    <a:pt x="64515" y="158749"/>
                  </a:lnTo>
                  <a:lnTo>
                    <a:pt x="64642" y="154939"/>
                  </a:lnTo>
                  <a:lnTo>
                    <a:pt x="62102" y="149859"/>
                  </a:lnTo>
                  <a:lnTo>
                    <a:pt x="61594" y="148589"/>
                  </a:lnTo>
                  <a:lnTo>
                    <a:pt x="60578" y="147319"/>
                  </a:lnTo>
                  <a:lnTo>
                    <a:pt x="60070" y="146049"/>
                  </a:lnTo>
                  <a:lnTo>
                    <a:pt x="58546" y="144779"/>
                  </a:lnTo>
                  <a:lnTo>
                    <a:pt x="56641" y="144779"/>
                  </a:lnTo>
                  <a:lnTo>
                    <a:pt x="55371" y="143509"/>
                  </a:lnTo>
                  <a:close/>
                </a:path>
                <a:path w="283210" h="252729">
                  <a:moveTo>
                    <a:pt x="90804" y="207009"/>
                  </a:moveTo>
                  <a:lnTo>
                    <a:pt x="89026" y="207009"/>
                  </a:lnTo>
                  <a:lnTo>
                    <a:pt x="88137" y="208279"/>
                  </a:lnTo>
                  <a:lnTo>
                    <a:pt x="87375" y="208279"/>
                  </a:lnTo>
                  <a:lnTo>
                    <a:pt x="86613" y="210819"/>
                  </a:lnTo>
                  <a:lnTo>
                    <a:pt x="85724" y="212089"/>
                  </a:lnTo>
                  <a:lnTo>
                    <a:pt x="84708" y="214629"/>
                  </a:lnTo>
                  <a:lnTo>
                    <a:pt x="61086" y="234949"/>
                  </a:lnTo>
                  <a:lnTo>
                    <a:pt x="89661" y="234949"/>
                  </a:lnTo>
                  <a:lnTo>
                    <a:pt x="91566" y="232409"/>
                  </a:lnTo>
                  <a:lnTo>
                    <a:pt x="93344" y="231139"/>
                  </a:lnTo>
                  <a:lnTo>
                    <a:pt x="94614" y="228599"/>
                  </a:lnTo>
                  <a:lnTo>
                    <a:pt x="96011" y="226059"/>
                  </a:lnTo>
                  <a:lnTo>
                    <a:pt x="96900" y="224789"/>
                  </a:lnTo>
                  <a:lnTo>
                    <a:pt x="97916" y="220979"/>
                  </a:lnTo>
                  <a:lnTo>
                    <a:pt x="97916" y="219709"/>
                  </a:lnTo>
                  <a:lnTo>
                    <a:pt x="97535" y="218439"/>
                  </a:lnTo>
                  <a:lnTo>
                    <a:pt x="97027" y="215899"/>
                  </a:lnTo>
                  <a:lnTo>
                    <a:pt x="96646" y="215899"/>
                  </a:lnTo>
                  <a:lnTo>
                    <a:pt x="95503" y="213359"/>
                  </a:lnTo>
                  <a:lnTo>
                    <a:pt x="93598" y="209549"/>
                  </a:lnTo>
                  <a:lnTo>
                    <a:pt x="93090" y="209549"/>
                  </a:lnTo>
                  <a:lnTo>
                    <a:pt x="90804" y="207009"/>
                  </a:lnTo>
                  <a:close/>
                </a:path>
                <a:path w="283210" h="252729">
                  <a:moveTo>
                    <a:pt x="155574" y="116839"/>
                  </a:moveTo>
                  <a:lnTo>
                    <a:pt x="127253" y="116839"/>
                  </a:lnTo>
                  <a:lnTo>
                    <a:pt x="132333" y="118109"/>
                  </a:lnTo>
                  <a:lnTo>
                    <a:pt x="134619" y="120649"/>
                  </a:lnTo>
                  <a:lnTo>
                    <a:pt x="136778" y="121919"/>
                  </a:lnTo>
                  <a:lnTo>
                    <a:pt x="140842" y="126999"/>
                  </a:lnTo>
                  <a:lnTo>
                    <a:pt x="146176" y="138429"/>
                  </a:lnTo>
                  <a:lnTo>
                    <a:pt x="133857" y="144779"/>
                  </a:lnTo>
                  <a:lnTo>
                    <a:pt x="126872" y="147319"/>
                  </a:lnTo>
                  <a:lnTo>
                    <a:pt x="121030" y="151129"/>
                  </a:lnTo>
                  <a:lnTo>
                    <a:pt x="116077" y="156209"/>
                  </a:lnTo>
                  <a:lnTo>
                    <a:pt x="111124" y="160019"/>
                  </a:lnTo>
                  <a:lnTo>
                    <a:pt x="107441" y="163829"/>
                  </a:lnTo>
                  <a:lnTo>
                    <a:pt x="104901" y="168909"/>
                  </a:lnTo>
                  <a:lnTo>
                    <a:pt x="102234" y="172719"/>
                  </a:lnTo>
                  <a:lnTo>
                    <a:pt x="100964" y="177799"/>
                  </a:lnTo>
                  <a:lnTo>
                    <a:pt x="100928" y="179069"/>
                  </a:lnTo>
                  <a:lnTo>
                    <a:pt x="100819" y="182879"/>
                  </a:lnTo>
                  <a:lnTo>
                    <a:pt x="100710" y="186689"/>
                  </a:lnTo>
                  <a:lnTo>
                    <a:pt x="101853" y="191769"/>
                  </a:lnTo>
                  <a:lnTo>
                    <a:pt x="104520" y="196849"/>
                  </a:lnTo>
                  <a:lnTo>
                    <a:pt x="106679" y="201929"/>
                  </a:lnTo>
                  <a:lnTo>
                    <a:pt x="109473" y="204469"/>
                  </a:lnTo>
                  <a:lnTo>
                    <a:pt x="112648" y="207009"/>
                  </a:lnTo>
                  <a:lnTo>
                    <a:pt x="115950" y="209549"/>
                  </a:lnTo>
                  <a:lnTo>
                    <a:pt x="119506" y="212089"/>
                  </a:lnTo>
                  <a:lnTo>
                    <a:pt x="123316" y="212089"/>
                  </a:lnTo>
                  <a:lnTo>
                    <a:pt x="127253" y="213359"/>
                  </a:lnTo>
                  <a:lnTo>
                    <a:pt x="135762" y="213359"/>
                  </a:lnTo>
                  <a:lnTo>
                    <a:pt x="144779" y="210819"/>
                  </a:lnTo>
                  <a:lnTo>
                    <a:pt x="149478" y="208279"/>
                  </a:lnTo>
                  <a:lnTo>
                    <a:pt x="154812" y="205739"/>
                  </a:lnTo>
                  <a:lnTo>
                    <a:pt x="159384" y="201929"/>
                  </a:lnTo>
                  <a:lnTo>
                    <a:pt x="162051" y="198119"/>
                  </a:lnTo>
                  <a:lnTo>
                    <a:pt x="135381" y="198119"/>
                  </a:lnTo>
                  <a:lnTo>
                    <a:pt x="126618" y="195579"/>
                  </a:lnTo>
                  <a:lnTo>
                    <a:pt x="118617" y="176529"/>
                  </a:lnTo>
                  <a:lnTo>
                    <a:pt x="119252" y="173989"/>
                  </a:lnTo>
                  <a:lnTo>
                    <a:pt x="138302" y="157479"/>
                  </a:lnTo>
                  <a:lnTo>
                    <a:pt x="152272" y="149859"/>
                  </a:lnTo>
                  <a:lnTo>
                    <a:pt x="173060" y="149859"/>
                  </a:lnTo>
                  <a:lnTo>
                    <a:pt x="158495" y="121919"/>
                  </a:lnTo>
                  <a:lnTo>
                    <a:pt x="155574" y="116839"/>
                  </a:lnTo>
                  <a:close/>
                </a:path>
                <a:path w="283210" h="252729">
                  <a:moveTo>
                    <a:pt x="173060" y="149859"/>
                  </a:moveTo>
                  <a:lnTo>
                    <a:pt x="152272" y="149859"/>
                  </a:lnTo>
                  <a:lnTo>
                    <a:pt x="162051" y="168909"/>
                  </a:lnTo>
                  <a:lnTo>
                    <a:pt x="160400" y="175259"/>
                  </a:lnTo>
                  <a:lnTo>
                    <a:pt x="135381" y="198119"/>
                  </a:lnTo>
                  <a:lnTo>
                    <a:pt x="162051" y="198119"/>
                  </a:lnTo>
                  <a:lnTo>
                    <a:pt x="166496" y="191769"/>
                  </a:lnTo>
                  <a:lnTo>
                    <a:pt x="169163" y="186689"/>
                  </a:lnTo>
                  <a:lnTo>
                    <a:pt x="170941" y="180339"/>
                  </a:lnTo>
                  <a:lnTo>
                    <a:pt x="188948" y="180339"/>
                  </a:lnTo>
                  <a:lnTo>
                    <a:pt x="173060" y="149859"/>
                  </a:lnTo>
                  <a:close/>
                </a:path>
                <a:path w="283210" h="252729">
                  <a:moveTo>
                    <a:pt x="188948" y="180339"/>
                  </a:moveTo>
                  <a:lnTo>
                    <a:pt x="170941" y="180339"/>
                  </a:lnTo>
                  <a:lnTo>
                    <a:pt x="175894" y="190499"/>
                  </a:lnTo>
                  <a:lnTo>
                    <a:pt x="180974" y="190499"/>
                  </a:lnTo>
                  <a:lnTo>
                    <a:pt x="182371" y="189229"/>
                  </a:lnTo>
                  <a:lnTo>
                    <a:pt x="185927" y="187959"/>
                  </a:lnTo>
                  <a:lnTo>
                    <a:pt x="188086" y="186689"/>
                  </a:lnTo>
                  <a:lnTo>
                    <a:pt x="188848" y="185419"/>
                  </a:lnTo>
                  <a:lnTo>
                    <a:pt x="189483" y="185419"/>
                  </a:lnTo>
                  <a:lnTo>
                    <a:pt x="189737" y="184149"/>
                  </a:lnTo>
                  <a:lnTo>
                    <a:pt x="190118" y="184149"/>
                  </a:lnTo>
                  <a:lnTo>
                    <a:pt x="189991" y="182879"/>
                  </a:lnTo>
                  <a:lnTo>
                    <a:pt x="189610" y="181609"/>
                  </a:lnTo>
                  <a:lnTo>
                    <a:pt x="188948" y="180339"/>
                  </a:lnTo>
                  <a:close/>
                </a:path>
                <a:path w="283210" h="252729">
                  <a:moveTo>
                    <a:pt x="167639" y="25399"/>
                  </a:moveTo>
                  <a:lnTo>
                    <a:pt x="159384" y="25399"/>
                  </a:lnTo>
                  <a:lnTo>
                    <a:pt x="157733" y="26669"/>
                  </a:lnTo>
                  <a:lnTo>
                    <a:pt x="156082" y="26669"/>
                  </a:lnTo>
                  <a:lnTo>
                    <a:pt x="154812" y="27939"/>
                  </a:lnTo>
                  <a:lnTo>
                    <a:pt x="153796" y="29209"/>
                  </a:lnTo>
                  <a:lnTo>
                    <a:pt x="152907" y="29209"/>
                  </a:lnTo>
                  <a:lnTo>
                    <a:pt x="152145" y="30479"/>
                  </a:lnTo>
                  <a:lnTo>
                    <a:pt x="151637" y="30479"/>
                  </a:lnTo>
                  <a:lnTo>
                    <a:pt x="151129" y="31749"/>
                  </a:lnTo>
                  <a:lnTo>
                    <a:pt x="151002" y="33019"/>
                  </a:lnTo>
                  <a:lnTo>
                    <a:pt x="220090" y="166369"/>
                  </a:lnTo>
                  <a:lnTo>
                    <a:pt x="220471" y="167639"/>
                  </a:lnTo>
                  <a:lnTo>
                    <a:pt x="224281" y="167639"/>
                  </a:lnTo>
                  <a:lnTo>
                    <a:pt x="225424" y="166369"/>
                  </a:lnTo>
                  <a:lnTo>
                    <a:pt x="227964" y="166369"/>
                  </a:lnTo>
                  <a:lnTo>
                    <a:pt x="229488" y="165099"/>
                  </a:lnTo>
                  <a:lnTo>
                    <a:pt x="232536" y="163829"/>
                  </a:lnTo>
                  <a:lnTo>
                    <a:pt x="233425" y="162559"/>
                  </a:lnTo>
                  <a:lnTo>
                    <a:pt x="234441" y="162559"/>
                  </a:lnTo>
                  <a:lnTo>
                    <a:pt x="235203" y="161289"/>
                  </a:lnTo>
                  <a:lnTo>
                    <a:pt x="235711" y="161289"/>
                  </a:lnTo>
                  <a:lnTo>
                    <a:pt x="236092" y="160019"/>
                  </a:lnTo>
                  <a:lnTo>
                    <a:pt x="236346" y="160019"/>
                  </a:lnTo>
                  <a:lnTo>
                    <a:pt x="236473" y="158749"/>
                  </a:lnTo>
                  <a:lnTo>
                    <a:pt x="236092" y="157479"/>
                  </a:lnTo>
                  <a:lnTo>
                    <a:pt x="167639" y="25399"/>
                  </a:lnTo>
                  <a:close/>
                </a:path>
                <a:path w="283210" h="252729">
                  <a:moveTo>
                    <a:pt x="64134" y="158749"/>
                  </a:moveTo>
                  <a:lnTo>
                    <a:pt x="57149" y="158749"/>
                  </a:lnTo>
                  <a:lnTo>
                    <a:pt x="58927" y="160019"/>
                  </a:lnTo>
                  <a:lnTo>
                    <a:pt x="63245" y="160019"/>
                  </a:lnTo>
                  <a:lnTo>
                    <a:pt x="64134" y="158749"/>
                  </a:lnTo>
                  <a:close/>
                </a:path>
                <a:path w="283210" h="252729">
                  <a:moveTo>
                    <a:pt x="133349" y="99059"/>
                  </a:moveTo>
                  <a:lnTo>
                    <a:pt x="128650" y="99059"/>
                  </a:lnTo>
                  <a:lnTo>
                    <a:pt x="118109" y="101599"/>
                  </a:lnTo>
                  <a:lnTo>
                    <a:pt x="112267" y="102869"/>
                  </a:lnTo>
                  <a:lnTo>
                    <a:pt x="102488" y="107949"/>
                  </a:lnTo>
                  <a:lnTo>
                    <a:pt x="99186" y="110489"/>
                  </a:lnTo>
                  <a:lnTo>
                    <a:pt x="93090" y="115569"/>
                  </a:lnTo>
                  <a:lnTo>
                    <a:pt x="90423" y="118109"/>
                  </a:lnTo>
                  <a:lnTo>
                    <a:pt x="88010" y="119379"/>
                  </a:lnTo>
                  <a:lnTo>
                    <a:pt x="85724" y="121919"/>
                  </a:lnTo>
                  <a:lnTo>
                    <a:pt x="83692" y="124459"/>
                  </a:lnTo>
                  <a:lnTo>
                    <a:pt x="80644" y="129539"/>
                  </a:lnTo>
                  <a:lnTo>
                    <a:pt x="79628" y="130809"/>
                  </a:lnTo>
                  <a:lnTo>
                    <a:pt x="79120" y="132079"/>
                  </a:lnTo>
                  <a:lnTo>
                    <a:pt x="78739" y="133349"/>
                  </a:lnTo>
                  <a:lnTo>
                    <a:pt x="78612" y="134619"/>
                  </a:lnTo>
                  <a:lnTo>
                    <a:pt x="79120" y="137159"/>
                  </a:lnTo>
                  <a:lnTo>
                    <a:pt x="79628" y="138429"/>
                  </a:lnTo>
                  <a:lnTo>
                    <a:pt x="80517" y="139699"/>
                  </a:lnTo>
                  <a:lnTo>
                    <a:pt x="81533" y="142239"/>
                  </a:lnTo>
                  <a:lnTo>
                    <a:pt x="82168" y="142239"/>
                  </a:lnTo>
                  <a:lnTo>
                    <a:pt x="82676" y="143509"/>
                  </a:lnTo>
                  <a:lnTo>
                    <a:pt x="83311" y="143509"/>
                  </a:lnTo>
                  <a:lnTo>
                    <a:pt x="83819" y="144779"/>
                  </a:lnTo>
                  <a:lnTo>
                    <a:pt x="87883" y="144779"/>
                  </a:lnTo>
                  <a:lnTo>
                    <a:pt x="88899" y="143509"/>
                  </a:lnTo>
                  <a:lnTo>
                    <a:pt x="89915" y="140969"/>
                  </a:lnTo>
                  <a:lnTo>
                    <a:pt x="91058" y="139699"/>
                  </a:lnTo>
                  <a:lnTo>
                    <a:pt x="92582" y="137159"/>
                  </a:lnTo>
                  <a:lnTo>
                    <a:pt x="94360" y="134619"/>
                  </a:lnTo>
                  <a:lnTo>
                    <a:pt x="96138" y="133349"/>
                  </a:lnTo>
                  <a:lnTo>
                    <a:pt x="98424" y="130809"/>
                  </a:lnTo>
                  <a:lnTo>
                    <a:pt x="101091" y="126999"/>
                  </a:lnTo>
                  <a:lnTo>
                    <a:pt x="103885" y="124459"/>
                  </a:lnTo>
                  <a:lnTo>
                    <a:pt x="107187" y="123189"/>
                  </a:lnTo>
                  <a:lnTo>
                    <a:pt x="111251" y="120649"/>
                  </a:lnTo>
                  <a:lnTo>
                    <a:pt x="115061" y="118109"/>
                  </a:lnTo>
                  <a:lnTo>
                    <a:pt x="118490" y="116839"/>
                  </a:lnTo>
                  <a:lnTo>
                    <a:pt x="155574" y="116839"/>
                  </a:lnTo>
                  <a:lnTo>
                    <a:pt x="152399" y="111759"/>
                  </a:lnTo>
                  <a:lnTo>
                    <a:pt x="148970" y="107949"/>
                  </a:lnTo>
                  <a:lnTo>
                    <a:pt x="145668" y="104139"/>
                  </a:lnTo>
                  <a:lnTo>
                    <a:pt x="141858" y="102869"/>
                  </a:lnTo>
                  <a:lnTo>
                    <a:pt x="137540" y="100329"/>
                  </a:lnTo>
                  <a:lnTo>
                    <a:pt x="133349" y="99059"/>
                  </a:lnTo>
                  <a:close/>
                </a:path>
                <a:path w="283210" h="252729">
                  <a:moveTo>
                    <a:pt x="47751" y="142239"/>
                  </a:moveTo>
                  <a:lnTo>
                    <a:pt x="45211" y="142239"/>
                  </a:lnTo>
                  <a:lnTo>
                    <a:pt x="42544" y="143509"/>
                  </a:lnTo>
                  <a:lnTo>
                    <a:pt x="50037" y="143509"/>
                  </a:lnTo>
                  <a:lnTo>
                    <a:pt x="47751" y="142239"/>
                  </a:lnTo>
                  <a:close/>
                </a:path>
                <a:path w="283210" h="252729">
                  <a:moveTo>
                    <a:pt x="213613" y="0"/>
                  </a:moveTo>
                  <a:lnTo>
                    <a:pt x="208533" y="0"/>
                  </a:lnTo>
                  <a:lnTo>
                    <a:pt x="204342" y="2539"/>
                  </a:lnTo>
                  <a:lnTo>
                    <a:pt x="202818" y="2539"/>
                  </a:lnTo>
                  <a:lnTo>
                    <a:pt x="200532" y="5079"/>
                  </a:lnTo>
                  <a:lnTo>
                    <a:pt x="199516" y="5079"/>
                  </a:lnTo>
                  <a:lnTo>
                    <a:pt x="198754" y="6349"/>
                  </a:lnTo>
                  <a:lnTo>
                    <a:pt x="197865" y="7619"/>
                  </a:lnTo>
                  <a:lnTo>
                    <a:pt x="197611" y="7619"/>
                  </a:lnTo>
                  <a:lnTo>
                    <a:pt x="197611" y="8889"/>
                  </a:lnTo>
                  <a:lnTo>
                    <a:pt x="197865" y="10159"/>
                  </a:lnTo>
                  <a:lnTo>
                    <a:pt x="266699" y="142239"/>
                  </a:lnTo>
                  <a:lnTo>
                    <a:pt x="267080" y="143509"/>
                  </a:lnTo>
                  <a:lnTo>
                    <a:pt x="271017" y="143509"/>
                  </a:lnTo>
                  <a:lnTo>
                    <a:pt x="273303" y="142239"/>
                  </a:lnTo>
                  <a:lnTo>
                    <a:pt x="274573" y="142239"/>
                  </a:lnTo>
                  <a:lnTo>
                    <a:pt x="277875" y="139699"/>
                  </a:lnTo>
                  <a:lnTo>
                    <a:pt x="279145" y="139699"/>
                  </a:lnTo>
                  <a:lnTo>
                    <a:pt x="280161" y="138429"/>
                  </a:lnTo>
                  <a:lnTo>
                    <a:pt x="281177" y="138429"/>
                  </a:lnTo>
                  <a:lnTo>
                    <a:pt x="281939" y="137159"/>
                  </a:lnTo>
                  <a:lnTo>
                    <a:pt x="282320" y="137159"/>
                  </a:lnTo>
                  <a:lnTo>
                    <a:pt x="282828" y="135889"/>
                  </a:lnTo>
                  <a:lnTo>
                    <a:pt x="283082" y="135889"/>
                  </a:lnTo>
                  <a:lnTo>
                    <a:pt x="283082" y="134619"/>
                  </a:lnTo>
                  <a:lnTo>
                    <a:pt x="282828" y="133349"/>
                  </a:lnTo>
                  <a:lnTo>
                    <a:pt x="213994" y="1269"/>
                  </a:lnTo>
                  <a:lnTo>
                    <a:pt x="213613" y="0"/>
                  </a:lnTo>
                  <a:close/>
                </a:path>
                <a:path w="283210" h="252729">
                  <a:moveTo>
                    <a:pt x="166877" y="24129"/>
                  </a:moveTo>
                  <a:lnTo>
                    <a:pt x="161924" y="24129"/>
                  </a:lnTo>
                  <a:lnTo>
                    <a:pt x="160781" y="25399"/>
                  </a:lnTo>
                  <a:lnTo>
                    <a:pt x="167258" y="25399"/>
                  </a:lnTo>
                  <a:lnTo>
                    <a:pt x="166877" y="2412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61789" y="4015485"/>
              <a:ext cx="2505328" cy="136677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319016" y="5400801"/>
              <a:ext cx="1047750" cy="603885"/>
            </a:xfrm>
            <a:custGeom>
              <a:avLst/>
              <a:gdLst/>
              <a:ahLst/>
              <a:cxnLst/>
              <a:rect l="l" t="t" r="r" b="b"/>
              <a:pathLst>
                <a:path w="1047750" h="603885">
                  <a:moveTo>
                    <a:pt x="97663" y="569290"/>
                  </a:moveTo>
                  <a:lnTo>
                    <a:pt x="97536" y="569290"/>
                  </a:lnTo>
                  <a:lnTo>
                    <a:pt x="97282" y="568020"/>
                  </a:lnTo>
                  <a:lnTo>
                    <a:pt x="96520" y="566750"/>
                  </a:lnTo>
                  <a:lnTo>
                    <a:pt x="96139" y="565480"/>
                  </a:lnTo>
                  <a:lnTo>
                    <a:pt x="94234" y="561670"/>
                  </a:lnTo>
                  <a:lnTo>
                    <a:pt x="92456" y="559130"/>
                  </a:lnTo>
                  <a:lnTo>
                    <a:pt x="91821" y="559130"/>
                  </a:lnTo>
                  <a:lnTo>
                    <a:pt x="91313" y="557860"/>
                  </a:lnTo>
                  <a:lnTo>
                    <a:pt x="88900" y="557860"/>
                  </a:lnTo>
                  <a:lnTo>
                    <a:pt x="88138" y="559130"/>
                  </a:lnTo>
                  <a:lnTo>
                    <a:pt x="87376" y="559130"/>
                  </a:lnTo>
                  <a:lnTo>
                    <a:pt x="86487" y="561670"/>
                  </a:lnTo>
                  <a:lnTo>
                    <a:pt x="85725" y="562940"/>
                  </a:lnTo>
                  <a:lnTo>
                    <a:pt x="83312" y="568020"/>
                  </a:lnTo>
                  <a:lnTo>
                    <a:pt x="81915" y="570560"/>
                  </a:lnTo>
                  <a:lnTo>
                    <a:pt x="80137" y="573100"/>
                  </a:lnTo>
                  <a:lnTo>
                    <a:pt x="77851" y="575640"/>
                  </a:lnTo>
                  <a:lnTo>
                    <a:pt x="75692" y="578180"/>
                  </a:lnTo>
                  <a:lnTo>
                    <a:pt x="72644" y="580720"/>
                  </a:lnTo>
                  <a:lnTo>
                    <a:pt x="68961" y="583260"/>
                  </a:lnTo>
                  <a:lnTo>
                    <a:pt x="64897" y="584530"/>
                  </a:lnTo>
                  <a:lnTo>
                    <a:pt x="61087" y="585800"/>
                  </a:lnTo>
                  <a:lnTo>
                    <a:pt x="49784" y="585800"/>
                  </a:lnTo>
                  <a:lnTo>
                    <a:pt x="46101" y="583260"/>
                  </a:lnTo>
                  <a:lnTo>
                    <a:pt x="42545" y="581990"/>
                  </a:lnTo>
                  <a:lnTo>
                    <a:pt x="19913" y="545160"/>
                  </a:lnTo>
                  <a:lnTo>
                    <a:pt x="18745" y="537540"/>
                  </a:lnTo>
                  <a:lnTo>
                    <a:pt x="18846" y="533730"/>
                  </a:lnTo>
                  <a:lnTo>
                    <a:pt x="39751" y="509600"/>
                  </a:lnTo>
                  <a:lnTo>
                    <a:pt x="57023" y="509600"/>
                  </a:lnTo>
                  <a:lnTo>
                    <a:pt x="60833" y="510870"/>
                  </a:lnTo>
                  <a:lnTo>
                    <a:pt x="63246" y="510870"/>
                  </a:lnTo>
                  <a:lnTo>
                    <a:pt x="64008" y="509600"/>
                  </a:lnTo>
                  <a:lnTo>
                    <a:pt x="64516" y="509600"/>
                  </a:lnTo>
                  <a:lnTo>
                    <a:pt x="64643" y="505790"/>
                  </a:lnTo>
                  <a:lnTo>
                    <a:pt x="61468" y="499440"/>
                  </a:lnTo>
                  <a:lnTo>
                    <a:pt x="61087" y="499440"/>
                  </a:lnTo>
                  <a:lnTo>
                    <a:pt x="60579" y="498170"/>
                  </a:lnTo>
                  <a:lnTo>
                    <a:pt x="60071" y="498170"/>
                  </a:lnTo>
                  <a:lnTo>
                    <a:pt x="59055" y="496900"/>
                  </a:lnTo>
                  <a:lnTo>
                    <a:pt x="58547" y="495630"/>
                  </a:lnTo>
                  <a:lnTo>
                    <a:pt x="56515" y="495630"/>
                  </a:lnTo>
                  <a:lnTo>
                    <a:pt x="55372" y="494360"/>
                  </a:lnTo>
                  <a:lnTo>
                    <a:pt x="52324" y="494360"/>
                  </a:lnTo>
                  <a:lnTo>
                    <a:pt x="47752" y="493090"/>
                  </a:lnTo>
                  <a:lnTo>
                    <a:pt x="45212" y="493090"/>
                  </a:lnTo>
                  <a:lnTo>
                    <a:pt x="39751" y="494360"/>
                  </a:lnTo>
                  <a:lnTo>
                    <a:pt x="36957" y="494360"/>
                  </a:lnTo>
                  <a:lnTo>
                    <a:pt x="28194" y="498170"/>
                  </a:lnTo>
                  <a:lnTo>
                    <a:pt x="25400" y="499440"/>
                  </a:lnTo>
                  <a:lnTo>
                    <a:pt x="19431" y="501980"/>
                  </a:lnTo>
                  <a:lnTo>
                    <a:pt x="203" y="533730"/>
                  </a:lnTo>
                  <a:lnTo>
                    <a:pt x="101" y="536270"/>
                  </a:lnTo>
                  <a:lnTo>
                    <a:pt x="13589" y="578180"/>
                  </a:lnTo>
                  <a:lnTo>
                    <a:pt x="43688" y="603580"/>
                  </a:lnTo>
                  <a:lnTo>
                    <a:pt x="61595" y="603580"/>
                  </a:lnTo>
                  <a:lnTo>
                    <a:pt x="67818" y="601040"/>
                  </a:lnTo>
                  <a:lnTo>
                    <a:pt x="77216" y="595960"/>
                  </a:lnTo>
                  <a:lnTo>
                    <a:pt x="80137" y="594690"/>
                  </a:lnTo>
                  <a:lnTo>
                    <a:pt x="82677" y="592150"/>
                  </a:lnTo>
                  <a:lnTo>
                    <a:pt x="85344" y="590880"/>
                  </a:lnTo>
                  <a:lnTo>
                    <a:pt x="87630" y="588340"/>
                  </a:lnTo>
                  <a:lnTo>
                    <a:pt x="89662" y="585800"/>
                  </a:lnTo>
                  <a:lnTo>
                    <a:pt x="91567" y="583260"/>
                  </a:lnTo>
                  <a:lnTo>
                    <a:pt x="93218" y="581990"/>
                  </a:lnTo>
                  <a:lnTo>
                    <a:pt x="96012" y="576910"/>
                  </a:lnTo>
                  <a:lnTo>
                    <a:pt x="96774" y="575640"/>
                  </a:lnTo>
                  <a:lnTo>
                    <a:pt x="97282" y="574370"/>
                  </a:lnTo>
                  <a:lnTo>
                    <a:pt x="97663" y="573100"/>
                  </a:lnTo>
                  <a:lnTo>
                    <a:pt x="97663" y="569290"/>
                  </a:lnTo>
                  <a:close/>
                </a:path>
                <a:path w="1047750" h="603885">
                  <a:moveTo>
                    <a:pt x="189992" y="533730"/>
                  </a:moveTo>
                  <a:lnTo>
                    <a:pt x="189611" y="532460"/>
                  </a:lnTo>
                  <a:lnTo>
                    <a:pt x="188937" y="531190"/>
                  </a:lnTo>
                  <a:lnTo>
                    <a:pt x="172986" y="500710"/>
                  </a:lnTo>
                  <a:lnTo>
                    <a:pt x="162052" y="479818"/>
                  </a:lnTo>
                  <a:lnTo>
                    <a:pt x="162052" y="519760"/>
                  </a:lnTo>
                  <a:lnTo>
                    <a:pt x="160274" y="526110"/>
                  </a:lnTo>
                  <a:lnTo>
                    <a:pt x="135255" y="548970"/>
                  </a:lnTo>
                  <a:lnTo>
                    <a:pt x="126619" y="546430"/>
                  </a:lnTo>
                  <a:lnTo>
                    <a:pt x="123190" y="542620"/>
                  </a:lnTo>
                  <a:lnTo>
                    <a:pt x="119380" y="536270"/>
                  </a:lnTo>
                  <a:lnTo>
                    <a:pt x="118618" y="533730"/>
                  </a:lnTo>
                  <a:lnTo>
                    <a:pt x="118618" y="527380"/>
                  </a:lnTo>
                  <a:lnTo>
                    <a:pt x="138303" y="508330"/>
                  </a:lnTo>
                  <a:lnTo>
                    <a:pt x="152273" y="500710"/>
                  </a:lnTo>
                  <a:lnTo>
                    <a:pt x="162052" y="519760"/>
                  </a:lnTo>
                  <a:lnTo>
                    <a:pt x="162052" y="479818"/>
                  </a:lnTo>
                  <a:lnTo>
                    <a:pt x="133350" y="449910"/>
                  </a:lnTo>
                  <a:lnTo>
                    <a:pt x="128524" y="449910"/>
                  </a:lnTo>
                  <a:lnTo>
                    <a:pt x="118110" y="452450"/>
                  </a:lnTo>
                  <a:lnTo>
                    <a:pt x="112268" y="453720"/>
                  </a:lnTo>
                  <a:lnTo>
                    <a:pt x="105791" y="457530"/>
                  </a:lnTo>
                  <a:lnTo>
                    <a:pt x="102362" y="458800"/>
                  </a:lnTo>
                  <a:lnTo>
                    <a:pt x="99187" y="461340"/>
                  </a:lnTo>
                  <a:lnTo>
                    <a:pt x="93091" y="466420"/>
                  </a:lnTo>
                  <a:lnTo>
                    <a:pt x="90424" y="468960"/>
                  </a:lnTo>
                  <a:lnTo>
                    <a:pt x="88011" y="470230"/>
                  </a:lnTo>
                  <a:lnTo>
                    <a:pt x="85725" y="472770"/>
                  </a:lnTo>
                  <a:lnTo>
                    <a:pt x="83693" y="475310"/>
                  </a:lnTo>
                  <a:lnTo>
                    <a:pt x="82169" y="477850"/>
                  </a:lnTo>
                  <a:lnTo>
                    <a:pt x="80518" y="480390"/>
                  </a:lnTo>
                  <a:lnTo>
                    <a:pt x="79502" y="481660"/>
                  </a:lnTo>
                  <a:lnTo>
                    <a:pt x="79121" y="482930"/>
                  </a:lnTo>
                  <a:lnTo>
                    <a:pt x="78613" y="484200"/>
                  </a:lnTo>
                  <a:lnTo>
                    <a:pt x="78613" y="485470"/>
                  </a:lnTo>
                  <a:lnTo>
                    <a:pt x="79121" y="488010"/>
                  </a:lnTo>
                  <a:lnTo>
                    <a:pt x="79629" y="489280"/>
                  </a:lnTo>
                  <a:lnTo>
                    <a:pt x="80518" y="490550"/>
                  </a:lnTo>
                  <a:lnTo>
                    <a:pt x="81534" y="493090"/>
                  </a:lnTo>
                  <a:lnTo>
                    <a:pt x="82042" y="493090"/>
                  </a:lnTo>
                  <a:lnTo>
                    <a:pt x="83185" y="494360"/>
                  </a:lnTo>
                  <a:lnTo>
                    <a:pt x="83820" y="495630"/>
                  </a:lnTo>
                  <a:lnTo>
                    <a:pt x="87884" y="495630"/>
                  </a:lnTo>
                  <a:lnTo>
                    <a:pt x="88773" y="494360"/>
                  </a:lnTo>
                  <a:lnTo>
                    <a:pt x="91059" y="490550"/>
                  </a:lnTo>
                  <a:lnTo>
                    <a:pt x="92456" y="488010"/>
                  </a:lnTo>
                  <a:lnTo>
                    <a:pt x="94361" y="485470"/>
                  </a:lnTo>
                  <a:lnTo>
                    <a:pt x="96139" y="484200"/>
                  </a:lnTo>
                  <a:lnTo>
                    <a:pt x="98425" y="481660"/>
                  </a:lnTo>
                  <a:lnTo>
                    <a:pt x="103759" y="475310"/>
                  </a:lnTo>
                  <a:lnTo>
                    <a:pt x="107188" y="474040"/>
                  </a:lnTo>
                  <a:lnTo>
                    <a:pt x="111252" y="471500"/>
                  </a:lnTo>
                  <a:lnTo>
                    <a:pt x="114935" y="468960"/>
                  </a:lnTo>
                  <a:lnTo>
                    <a:pt x="118364" y="467690"/>
                  </a:lnTo>
                  <a:lnTo>
                    <a:pt x="127254" y="467690"/>
                  </a:lnTo>
                  <a:lnTo>
                    <a:pt x="132334" y="468960"/>
                  </a:lnTo>
                  <a:lnTo>
                    <a:pt x="134620" y="471500"/>
                  </a:lnTo>
                  <a:lnTo>
                    <a:pt x="136652" y="472770"/>
                  </a:lnTo>
                  <a:lnTo>
                    <a:pt x="138811" y="475310"/>
                  </a:lnTo>
                  <a:lnTo>
                    <a:pt x="140716" y="477850"/>
                  </a:lnTo>
                  <a:lnTo>
                    <a:pt x="146050" y="489280"/>
                  </a:lnTo>
                  <a:lnTo>
                    <a:pt x="133858" y="495630"/>
                  </a:lnTo>
                  <a:lnTo>
                    <a:pt x="126873" y="498170"/>
                  </a:lnTo>
                  <a:lnTo>
                    <a:pt x="120904" y="503250"/>
                  </a:lnTo>
                  <a:lnTo>
                    <a:pt x="116078" y="507060"/>
                  </a:lnTo>
                  <a:lnTo>
                    <a:pt x="111125" y="510870"/>
                  </a:lnTo>
                  <a:lnTo>
                    <a:pt x="107442" y="514680"/>
                  </a:lnTo>
                  <a:lnTo>
                    <a:pt x="104775" y="519760"/>
                  </a:lnTo>
                  <a:lnTo>
                    <a:pt x="102235" y="523570"/>
                  </a:lnTo>
                  <a:lnTo>
                    <a:pt x="100838" y="528650"/>
                  </a:lnTo>
                  <a:lnTo>
                    <a:pt x="100761" y="531190"/>
                  </a:lnTo>
                  <a:lnTo>
                    <a:pt x="100685" y="533730"/>
                  </a:lnTo>
                  <a:lnTo>
                    <a:pt x="100584" y="537540"/>
                  </a:lnTo>
                  <a:lnTo>
                    <a:pt x="101854" y="542620"/>
                  </a:lnTo>
                  <a:lnTo>
                    <a:pt x="104521" y="547700"/>
                  </a:lnTo>
                  <a:lnTo>
                    <a:pt x="106680" y="552780"/>
                  </a:lnTo>
                  <a:lnTo>
                    <a:pt x="109474" y="555320"/>
                  </a:lnTo>
                  <a:lnTo>
                    <a:pt x="115824" y="560400"/>
                  </a:lnTo>
                  <a:lnTo>
                    <a:pt x="119380" y="562940"/>
                  </a:lnTo>
                  <a:lnTo>
                    <a:pt x="123317" y="564210"/>
                  </a:lnTo>
                  <a:lnTo>
                    <a:pt x="131318" y="564210"/>
                  </a:lnTo>
                  <a:lnTo>
                    <a:pt x="161925" y="548970"/>
                  </a:lnTo>
                  <a:lnTo>
                    <a:pt x="162814" y="547700"/>
                  </a:lnTo>
                  <a:lnTo>
                    <a:pt x="166497" y="542620"/>
                  </a:lnTo>
                  <a:lnTo>
                    <a:pt x="169164" y="537540"/>
                  </a:lnTo>
                  <a:lnTo>
                    <a:pt x="170815" y="531190"/>
                  </a:lnTo>
                  <a:lnTo>
                    <a:pt x="175514" y="540080"/>
                  </a:lnTo>
                  <a:lnTo>
                    <a:pt x="175895" y="541350"/>
                  </a:lnTo>
                  <a:lnTo>
                    <a:pt x="180975" y="541350"/>
                  </a:lnTo>
                  <a:lnTo>
                    <a:pt x="182372" y="540080"/>
                  </a:lnTo>
                  <a:lnTo>
                    <a:pt x="184023" y="540080"/>
                  </a:lnTo>
                  <a:lnTo>
                    <a:pt x="185801" y="538810"/>
                  </a:lnTo>
                  <a:lnTo>
                    <a:pt x="187198" y="537540"/>
                  </a:lnTo>
                  <a:lnTo>
                    <a:pt x="187960" y="537540"/>
                  </a:lnTo>
                  <a:lnTo>
                    <a:pt x="188849" y="536270"/>
                  </a:lnTo>
                  <a:lnTo>
                    <a:pt x="189357" y="536270"/>
                  </a:lnTo>
                  <a:lnTo>
                    <a:pt x="189738" y="535000"/>
                  </a:lnTo>
                  <a:lnTo>
                    <a:pt x="189992" y="535000"/>
                  </a:lnTo>
                  <a:lnTo>
                    <a:pt x="189992" y="533730"/>
                  </a:lnTo>
                  <a:close/>
                </a:path>
                <a:path w="1047750" h="603885">
                  <a:moveTo>
                    <a:pt x="236347" y="509600"/>
                  </a:moveTo>
                  <a:lnTo>
                    <a:pt x="236093" y="508330"/>
                  </a:lnTo>
                  <a:lnTo>
                    <a:pt x="167513" y="376250"/>
                  </a:lnTo>
                  <a:lnTo>
                    <a:pt x="167259" y="376250"/>
                  </a:lnTo>
                  <a:lnTo>
                    <a:pt x="166878" y="374980"/>
                  </a:lnTo>
                  <a:lnTo>
                    <a:pt x="162941" y="374980"/>
                  </a:lnTo>
                  <a:lnTo>
                    <a:pt x="160655" y="376250"/>
                  </a:lnTo>
                  <a:lnTo>
                    <a:pt x="159258" y="376250"/>
                  </a:lnTo>
                  <a:lnTo>
                    <a:pt x="156083" y="378790"/>
                  </a:lnTo>
                  <a:lnTo>
                    <a:pt x="154813" y="378790"/>
                  </a:lnTo>
                  <a:lnTo>
                    <a:pt x="152781" y="380060"/>
                  </a:lnTo>
                  <a:lnTo>
                    <a:pt x="152019" y="381330"/>
                  </a:lnTo>
                  <a:lnTo>
                    <a:pt x="151638" y="381330"/>
                  </a:lnTo>
                  <a:lnTo>
                    <a:pt x="151130" y="382600"/>
                  </a:lnTo>
                  <a:lnTo>
                    <a:pt x="150749" y="382600"/>
                  </a:lnTo>
                  <a:lnTo>
                    <a:pt x="150749" y="383870"/>
                  </a:lnTo>
                  <a:lnTo>
                    <a:pt x="150876" y="383870"/>
                  </a:lnTo>
                  <a:lnTo>
                    <a:pt x="151130" y="385140"/>
                  </a:lnTo>
                  <a:lnTo>
                    <a:pt x="219710" y="517220"/>
                  </a:lnTo>
                  <a:lnTo>
                    <a:pt x="220091" y="517220"/>
                  </a:lnTo>
                  <a:lnTo>
                    <a:pt x="220345" y="518490"/>
                  </a:lnTo>
                  <a:lnTo>
                    <a:pt x="224282" y="518490"/>
                  </a:lnTo>
                  <a:lnTo>
                    <a:pt x="226568" y="517220"/>
                  </a:lnTo>
                  <a:lnTo>
                    <a:pt x="227838" y="517220"/>
                  </a:lnTo>
                  <a:lnTo>
                    <a:pt x="231140" y="514680"/>
                  </a:lnTo>
                  <a:lnTo>
                    <a:pt x="232410" y="514680"/>
                  </a:lnTo>
                  <a:lnTo>
                    <a:pt x="234442" y="513410"/>
                  </a:lnTo>
                  <a:lnTo>
                    <a:pt x="235204" y="512140"/>
                  </a:lnTo>
                  <a:lnTo>
                    <a:pt x="235585" y="512140"/>
                  </a:lnTo>
                  <a:lnTo>
                    <a:pt x="236093" y="510870"/>
                  </a:lnTo>
                  <a:lnTo>
                    <a:pt x="236347" y="510870"/>
                  </a:lnTo>
                  <a:lnTo>
                    <a:pt x="236347" y="509600"/>
                  </a:lnTo>
                  <a:close/>
                </a:path>
                <a:path w="1047750" h="603885">
                  <a:moveTo>
                    <a:pt x="283083" y="485470"/>
                  </a:moveTo>
                  <a:lnTo>
                    <a:pt x="282829" y="484200"/>
                  </a:lnTo>
                  <a:lnTo>
                    <a:pt x="214249" y="352120"/>
                  </a:lnTo>
                  <a:lnTo>
                    <a:pt x="213995" y="352120"/>
                  </a:lnTo>
                  <a:lnTo>
                    <a:pt x="213614" y="350850"/>
                  </a:lnTo>
                  <a:lnTo>
                    <a:pt x="209677" y="350850"/>
                  </a:lnTo>
                  <a:lnTo>
                    <a:pt x="207391" y="352120"/>
                  </a:lnTo>
                  <a:lnTo>
                    <a:pt x="205994" y="352120"/>
                  </a:lnTo>
                  <a:lnTo>
                    <a:pt x="204343" y="353390"/>
                  </a:lnTo>
                  <a:lnTo>
                    <a:pt x="201422" y="354660"/>
                  </a:lnTo>
                  <a:lnTo>
                    <a:pt x="200533" y="355930"/>
                  </a:lnTo>
                  <a:lnTo>
                    <a:pt x="199517" y="355930"/>
                  </a:lnTo>
                  <a:lnTo>
                    <a:pt x="198755" y="357200"/>
                  </a:lnTo>
                  <a:lnTo>
                    <a:pt x="197739" y="358470"/>
                  </a:lnTo>
                  <a:lnTo>
                    <a:pt x="197485" y="358470"/>
                  </a:lnTo>
                  <a:lnTo>
                    <a:pt x="197612" y="359740"/>
                  </a:lnTo>
                  <a:lnTo>
                    <a:pt x="197866" y="361010"/>
                  </a:lnTo>
                  <a:lnTo>
                    <a:pt x="266446" y="493090"/>
                  </a:lnTo>
                  <a:lnTo>
                    <a:pt x="266700" y="493090"/>
                  </a:lnTo>
                  <a:lnTo>
                    <a:pt x="267081" y="494360"/>
                  </a:lnTo>
                  <a:lnTo>
                    <a:pt x="272161" y="494360"/>
                  </a:lnTo>
                  <a:lnTo>
                    <a:pt x="273177" y="493090"/>
                  </a:lnTo>
                  <a:lnTo>
                    <a:pt x="274574" y="493090"/>
                  </a:lnTo>
                  <a:lnTo>
                    <a:pt x="277876" y="490550"/>
                  </a:lnTo>
                  <a:lnTo>
                    <a:pt x="279146" y="490550"/>
                  </a:lnTo>
                  <a:lnTo>
                    <a:pt x="281178" y="489280"/>
                  </a:lnTo>
                  <a:lnTo>
                    <a:pt x="281813" y="488010"/>
                  </a:lnTo>
                  <a:lnTo>
                    <a:pt x="282321" y="488010"/>
                  </a:lnTo>
                  <a:lnTo>
                    <a:pt x="283083" y="486740"/>
                  </a:lnTo>
                  <a:lnTo>
                    <a:pt x="283083" y="485470"/>
                  </a:lnTo>
                  <a:close/>
                </a:path>
                <a:path w="1047750" h="603885">
                  <a:moveTo>
                    <a:pt x="441947" y="400875"/>
                  </a:moveTo>
                  <a:lnTo>
                    <a:pt x="440677" y="398437"/>
                  </a:lnTo>
                  <a:lnTo>
                    <a:pt x="439661" y="397649"/>
                  </a:lnTo>
                  <a:lnTo>
                    <a:pt x="438543" y="397370"/>
                  </a:lnTo>
                  <a:lnTo>
                    <a:pt x="437248" y="397014"/>
                  </a:lnTo>
                  <a:lnTo>
                    <a:pt x="435597" y="397370"/>
                  </a:lnTo>
                  <a:lnTo>
                    <a:pt x="433501" y="398437"/>
                  </a:lnTo>
                  <a:lnTo>
                    <a:pt x="396989" y="417334"/>
                  </a:lnTo>
                  <a:lnTo>
                    <a:pt x="363562" y="352615"/>
                  </a:lnTo>
                  <a:lnTo>
                    <a:pt x="361302" y="348246"/>
                  </a:lnTo>
                  <a:lnTo>
                    <a:pt x="377532" y="339826"/>
                  </a:lnTo>
                  <a:lnTo>
                    <a:pt x="400164" y="328079"/>
                  </a:lnTo>
                  <a:lnTo>
                    <a:pt x="402196" y="327050"/>
                  </a:lnTo>
                  <a:lnTo>
                    <a:pt x="403466" y="325920"/>
                  </a:lnTo>
                  <a:lnTo>
                    <a:pt x="403847" y="324688"/>
                  </a:lnTo>
                  <a:lnTo>
                    <a:pt x="404355" y="323443"/>
                  </a:lnTo>
                  <a:lnTo>
                    <a:pt x="399402" y="318287"/>
                  </a:lnTo>
                  <a:lnTo>
                    <a:pt x="397878" y="318630"/>
                  </a:lnTo>
                  <a:lnTo>
                    <a:pt x="356857" y="339826"/>
                  </a:lnTo>
                  <a:lnTo>
                    <a:pt x="350291" y="327050"/>
                  </a:lnTo>
                  <a:lnTo>
                    <a:pt x="347967" y="322681"/>
                  </a:lnTo>
                  <a:lnTo>
                    <a:pt x="347865" y="318287"/>
                  </a:lnTo>
                  <a:lnTo>
                    <a:pt x="347840" y="317601"/>
                  </a:lnTo>
                  <a:lnTo>
                    <a:pt x="349999" y="311988"/>
                  </a:lnTo>
                  <a:lnTo>
                    <a:pt x="351967" y="306590"/>
                  </a:lnTo>
                  <a:lnTo>
                    <a:pt x="352031" y="306387"/>
                  </a:lnTo>
                  <a:lnTo>
                    <a:pt x="356730" y="301701"/>
                  </a:lnTo>
                  <a:lnTo>
                    <a:pt x="392772" y="286334"/>
                  </a:lnTo>
                  <a:lnTo>
                    <a:pt x="394576" y="285356"/>
                  </a:lnTo>
                  <a:lnTo>
                    <a:pt x="395465" y="284429"/>
                  </a:lnTo>
                  <a:lnTo>
                    <a:pt x="396227" y="282092"/>
                  </a:lnTo>
                  <a:lnTo>
                    <a:pt x="396100" y="280911"/>
                  </a:lnTo>
                  <a:lnTo>
                    <a:pt x="395465" y="279717"/>
                  </a:lnTo>
                  <a:lnTo>
                    <a:pt x="395020" y="278663"/>
                  </a:lnTo>
                  <a:lnTo>
                    <a:pt x="394754" y="278345"/>
                  </a:lnTo>
                  <a:lnTo>
                    <a:pt x="394068" y="277749"/>
                  </a:lnTo>
                  <a:lnTo>
                    <a:pt x="393230" y="277444"/>
                  </a:lnTo>
                  <a:lnTo>
                    <a:pt x="391909" y="277012"/>
                  </a:lnTo>
                  <a:lnTo>
                    <a:pt x="389623" y="277444"/>
                  </a:lnTo>
                  <a:lnTo>
                    <a:pt x="353199" y="293471"/>
                  </a:lnTo>
                  <a:lnTo>
                    <a:pt x="338061" y="317042"/>
                  </a:lnTo>
                  <a:lnTo>
                    <a:pt x="338112" y="318503"/>
                  </a:lnTo>
                  <a:lnTo>
                    <a:pt x="338239" y="322237"/>
                  </a:lnTo>
                  <a:lnTo>
                    <a:pt x="338366" y="324688"/>
                  </a:lnTo>
                  <a:lnTo>
                    <a:pt x="341998" y="331597"/>
                  </a:lnTo>
                  <a:lnTo>
                    <a:pt x="348411" y="344068"/>
                  </a:lnTo>
                  <a:lnTo>
                    <a:pt x="348475" y="344195"/>
                  </a:lnTo>
                  <a:lnTo>
                    <a:pt x="330339" y="353593"/>
                  </a:lnTo>
                  <a:lnTo>
                    <a:pt x="328409" y="354558"/>
                  </a:lnTo>
                  <a:lnTo>
                    <a:pt x="327266" y="355688"/>
                  </a:lnTo>
                  <a:lnTo>
                    <a:pt x="326758" y="356920"/>
                  </a:lnTo>
                  <a:lnTo>
                    <a:pt x="326377" y="358165"/>
                  </a:lnTo>
                  <a:lnTo>
                    <a:pt x="326377" y="359384"/>
                  </a:lnTo>
                  <a:lnTo>
                    <a:pt x="327012" y="360565"/>
                  </a:lnTo>
                  <a:lnTo>
                    <a:pt x="327406" y="361353"/>
                  </a:lnTo>
                  <a:lnTo>
                    <a:pt x="327850" y="361975"/>
                  </a:lnTo>
                  <a:lnTo>
                    <a:pt x="328663" y="362623"/>
                  </a:lnTo>
                  <a:lnTo>
                    <a:pt x="331203" y="363321"/>
                  </a:lnTo>
                  <a:lnTo>
                    <a:pt x="332854" y="362978"/>
                  </a:lnTo>
                  <a:lnTo>
                    <a:pt x="334721" y="361975"/>
                  </a:lnTo>
                  <a:lnTo>
                    <a:pt x="352793" y="352615"/>
                  </a:lnTo>
                  <a:lnTo>
                    <a:pt x="388607" y="421703"/>
                  </a:lnTo>
                  <a:lnTo>
                    <a:pt x="368541" y="432117"/>
                  </a:lnTo>
                  <a:lnTo>
                    <a:pt x="366509" y="433146"/>
                  </a:lnTo>
                  <a:lnTo>
                    <a:pt x="365239" y="434263"/>
                  </a:lnTo>
                  <a:lnTo>
                    <a:pt x="364858" y="435470"/>
                  </a:lnTo>
                  <a:lnTo>
                    <a:pt x="364350" y="436676"/>
                  </a:lnTo>
                  <a:lnTo>
                    <a:pt x="364477" y="437896"/>
                  </a:lnTo>
                  <a:lnTo>
                    <a:pt x="365112" y="439153"/>
                  </a:lnTo>
                  <a:lnTo>
                    <a:pt x="365874" y="440448"/>
                  </a:lnTo>
                  <a:lnTo>
                    <a:pt x="366636" y="441121"/>
                  </a:lnTo>
                  <a:lnTo>
                    <a:pt x="369176" y="441807"/>
                  </a:lnTo>
                  <a:lnTo>
                    <a:pt x="370827" y="441477"/>
                  </a:lnTo>
                  <a:lnTo>
                    <a:pt x="372732" y="440448"/>
                  </a:lnTo>
                  <a:lnTo>
                    <a:pt x="417398" y="417334"/>
                  </a:lnTo>
                  <a:lnTo>
                    <a:pt x="437883" y="406730"/>
                  </a:lnTo>
                  <a:lnTo>
                    <a:pt x="439915" y="405701"/>
                  </a:lnTo>
                  <a:lnTo>
                    <a:pt x="441058" y="404571"/>
                  </a:lnTo>
                  <a:lnTo>
                    <a:pt x="441566" y="403326"/>
                  </a:lnTo>
                  <a:lnTo>
                    <a:pt x="441947" y="402094"/>
                  </a:lnTo>
                  <a:lnTo>
                    <a:pt x="441947" y="400875"/>
                  </a:lnTo>
                  <a:close/>
                </a:path>
                <a:path w="1047750" h="603885">
                  <a:moveTo>
                    <a:pt x="598106" y="318630"/>
                  </a:moveTo>
                  <a:lnTo>
                    <a:pt x="554037" y="318503"/>
                  </a:lnTo>
                  <a:lnTo>
                    <a:pt x="527672" y="267576"/>
                  </a:lnTo>
                  <a:lnTo>
                    <a:pt x="521068" y="254838"/>
                  </a:lnTo>
                  <a:lnTo>
                    <a:pt x="493255" y="271741"/>
                  </a:lnTo>
                  <a:lnTo>
                    <a:pt x="493306" y="273037"/>
                  </a:lnTo>
                  <a:lnTo>
                    <a:pt x="493890" y="274142"/>
                  </a:lnTo>
                  <a:lnTo>
                    <a:pt x="494690" y="275526"/>
                  </a:lnTo>
                  <a:lnTo>
                    <a:pt x="495541" y="276199"/>
                  </a:lnTo>
                  <a:lnTo>
                    <a:pt x="498081" y="276910"/>
                  </a:lnTo>
                  <a:lnTo>
                    <a:pt x="499732" y="276555"/>
                  </a:lnTo>
                  <a:lnTo>
                    <a:pt x="501637" y="275526"/>
                  </a:lnTo>
                  <a:lnTo>
                    <a:pt x="517004" y="267576"/>
                  </a:lnTo>
                  <a:lnTo>
                    <a:pt x="544753" y="321157"/>
                  </a:lnTo>
                  <a:lnTo>
                    <a:pt x="544817" y="321297"/>
                  </a:lnTo>
                  <a:lnTo>
                    <a:pt x="540499" y="333641"/>
                  </a:lnTo>
                  <a:lnTo>
                    <a:pt x="540397" y="333959"/>
                  </a:lnTo>
                  <a:lnTo>
                    <a:pt x="534327" y="344500"/>
                  </a:lnTo>
                  <a:lnTo>
                    <a:pt x="526630" y="352920"/>
                  </a:lnTo>
                  <a:lnTo>
                    <a:pt x="517258" y="359232"/>
                  </a:lnTo>
                  <a:lnTo>
                    <a:pt x="511911" y="361975"/>
                  </a:lnTo>
                  <a:lnTo>
                    <a:pt x="511213" y="361975"/>
                  </a:lnTo>
                  <a:lnTo>
                    <a:pt x="506844" y="362369"/>
                  </a:lnTo>
                  <a:lnTo>
                    <a:pt x="496430" y="358927"/>
                  </a:lnTo>
                  <a:lnTo>
                    <a:pt x="492366" y="355358"/>
                  </a:lnTo>
                  <a:lnTo>
                    <a:pt x="463931" y="300532"/>
                  </a:lnTo>
                  <a:lnTo>
                    <a:pt x="457314" y="287794"/>
                  </a:lnTo>
                  <a:lnTo>
                    <a:pt x="437667" y="298018"/>
                  </a:lnTo>
                  <a:lnTo>
                    <a:pt x="435851" y="298932"/>
                  </a:lnTo>
                  <a:lnTo>
                    <a:pt x="434708" y="300062"/>
                  </a:lnTo>
                  <a:lnTo>
                    <a:pt x="433781" y="302336"/>
                  </a:lnTo>
                  <a:lnTo>
                    <a:pt x="433819" y="303745"/>
                  </a:lnTo>
                  <a:lnTo>
                    <a:pt x="435190" y="306387"/>
                  </a:lnTo>
                  <a:lnTo>
                    <a:pt x="435343" y="306387"/>
                  </a:lnTo>
                  <a:lnTo>
                    <a:pt x="436105" y="306997"/>
                  </a:lnTo>
                  <a:lnTo>
                    <a:pt x="438645" y="307695"/>
                  </a:lnTo>
                  <a:lnTo>
                    <a:pt x="440169" y="307352"/>
                  </a:lnTo>
                  <a:lnTo>
                    <a:pt x="442087" y="306387"/>
                  </a:lnTo>
                  <a:lnTo>
                    <a:pt x="453377" y="300532"/>
                  </a:lnTo>
                  <a:lnTo>
                    <a:pt x="481190" y="354253"/>
                  </a:lnTo>
                  <a:lnTo>
                    <a:pt x="485254" y="361975"/>
                  </a:lnTo>
                  <a:lnTo>
                    <a:pt x="491515" y="367347"/>
                  </a:lnTo>
                  <a:lnTo>
                    <a:pt x="506463" y="372541"/>
                  </a:lnTo>
                  <a:lnTo>
                    <a:pt x="513829" y="371563"/>
                  </a:lnTo>
                  <a:lnTo>
                    <a:pt x="521957" y="367347"/>
                  </a:lnTo>
                  <a:lnTo>
                    <a:pt x="529628" y="362369"/>
                  </a:lnTo>
                  <a:lnTo>
                    <a:pt x="531202" y="361353"/>
                  </a:lnTo>
                  <a:lnTo>
                    <a:pt x="539089" y="353593"/>
                  </a:lnTo>
                  <a:lnTo>
                    <a:pt x="545541" y="344195"/>
                  </a:lnTo>
                  <a:lnTo>
                    <a:pt x="545630" y="344068"/>
                  </a:lnTo>
                  <a:lnTo>
                    <a:pt x="550786" y="332790"/>
                  </a:lnTo>
                  <a:lnTo>
                    <a:pt x="557136" y="344982"/>
                  </a:lnTo>
                  <a:lnTo>
                    <a:pt x="572503" y="337032"/>
                  </a:lnTo>
                  <a:lnTo>
                    <a:pt x="576567" y="332397"/>
                  </a:lnTo>
                  <a:lnTo>
                    <a:pt x="576567" y="331177"/>
                  </a:lnTo>
                  <a:lnTo>
                    <a:pt x="575932" y="329996"/>
                  </a:lnTo>
                  <a:lnTo>
                    <a:pt x="575297" y="328739"/>
                  </a:lnTo>
                  <a:lnTo>
                    <a:pt x="574446" y="328079"/>
                  </a:lnTo>
                  <a:lnTo>
                    <a:pt x="574802" y="328079"/>
                  </a:lnTo>
                  <a:lnTo>
                    <a:pt x="571741" y="327329"/>
                  </a:lnTo>
                  <a:lnTo>
                    <a:pt x="570217" y="327685"/>
                  </a:lnTo>
                  <a:lnTo>
                    <a:pt x="568121" y="328739"/>
                  </a:lnTo>
                  <a:lnTo>
                    <a:pt x="561200" y="332346"/>
                  </a:lnTo>
                  <a:lnTo>
                    <a:pt x="554101" y="318630"/>
                  </a:lnTo>
                  <a:lnTo>
                    <a:pt x="598106" y="318630"/>
                  </a:lnTo>
                  <a:close/>
                </a:path>
                <a:path w="1047750" h="603885">
                  <a:moveTo>
                    <a:pt x="698233" y="269430"/>
                  </a:moveTo>
                  <a:lnTo>
                    <a:pt x="698106" y="268211"/>
                  </a:lnTo>
                  <a:lnTo>
                    <a:pt x="697522" y="267106"/>
                  </a:lnTo>
                  <a:lnTo>
                    <a:pt x="696836" y="265772"/>
                  </a:lnTo>
                  <a:lnTo>
                    <a:pt x="695947" y="264985"/>
                  </a:lnTo>
                  <a:lnTo>
                    <a:pt x="693407" y="264350"/>
                  </a:lnTo>
                  <a:lnTo>
                    <a:pt x="691756" y="264706"/>
                  </a:lnTo>
                  <a:lnTo>
                    <a:pt x="689660" y="265772"/>
                  </a:lnTo>
                  <a:lnTo>
                    <a:pt x="682739" y="269379"/>
                  </a:lnTo>
                  <a:lnTo>
                    <a:pt x="655599" y="217004"/>
                  </a:lnTo>
                  <a:lnTo>
                    <a:pt x="653262" y="212331"/>
                  </a:lnTo>
                  <a:lnTo>
                    <a:pt x="653148" y="212128"/>
                  </a:lnTo>
                  <a:lnTo>
                    <a:pt x="650240" y="209219"/>
                  </a:lnTo>
                  <a:lnTo>
                    <a:pt x="649211" y="208191"/>
                  </a:lnTo>
                  <a:lnTo>
                    <a:pt x="643750" y="205155"/>
                  </a:lnTo>
                  <a:lnTo>
                    <a:pt x="638441" y="202133"/>
                  </a:lnTo>
                  <a:lnTo>
                    <a:pt x="633336" y="200571"/>
                  </a:lnTo>
                  <a:lnTo>
                    <a:pt x="621741" y="200571"/>
                  </a:lnTo>
                  <a:lnTo>
                    <a:pt x="615556" y="202133"/>
                  </a:lnTo>
                  <a:lnTo>
                    <a:pt x="585584" y="237363"/>
                  </a:lnTo>
                  <a:lnTo>
                    <a:pt x="579107" y="224764"/>
                  </a:lnTo>
                  <a:lnTo>
                    <a:pt x="563740" y="232727"/>
                  </a:lnTo>
                  <a:lnTo>
                    <a:pt x="561708" y="233756"/>
                  </a:lnTo>
                  <a:lnTo>
                    <a:pt x="560565" y="234886"/>
                  </a:lnTo>
                  <a:lnTo>
                    <a:pt x="560057" y="236118"/>
                  </a:lnTo>
                  <a:lnTo>
                    <a:pt x="559676" y="237363"/>
                  </a:lnTo>
                  <a:lnTo>
                    <a:pt x="559676" y="238569"/>
                  </a:lnTo>
                  <a:lnTo>
                    <a:pt x="560311" y="239763"/>
                  </a:lnTo>
                  <a:lnTo>
                    <a:pt x="561111" y="241147"/>
                  </a:lnTo>
                  <a:lnTo>
                    <a:pt x="561962" y="241820"/>
                  </a:lnTo>
                  <a:lnTo>
                    <a:pt x="564502" y="242519"/>
                  </a:lnTo>
                  <a:lnTo>
                    <a:pt x="566153" y="242176"/>
                  </a:lnTo>
                  <a:lnTo>
                    <a:pt x="568058" y="241147"/>
                  </a:lnTo>
                  <a:lnTo>
                    <a:pt x="575170" y="237502"/>
                  </a:lnTo>
                  <a:lnTo>
                    <a:pt x="610755" y="306387"/>
                  </a:lnTo>
                  <a:lnTo>
                    <a:pt x="610857" y="306590"/>
                  </a:lnTo>
                  <a:lnTo>
                    <a:pt x="601459" y="311467"/>
                  </a:lnTo>
                  <a:lnTo>
                    <a:pt x="599427" y="312496"/>
                  </a:lnTo>
                  <a:lnTo>
                    <a:pt x="598284" y="313613"/>
                  </a:lnTo>
                  <a:lnTo>
                    <a:pt x="597776" y="314820"/>
                  </a:lnTo>
                  <a:lnTo>
                    <a:pt x="597395" y="316026"/>
                  </a:lnTo>
                  <a:lnTo>
                    <a:pt x="597395" y="317246"/>
                  </a:lnTo>
                  <a:lnTo>
                    <a:pt x="602221" y="321157"/>
                  </a:lnTo>
                  <a:lnTo>
                    <a:pt x="603745" y="320827"/>
                  </a:lnTo>
                  <a:lnTo>
                    <a:pt x="605777" y="319798"/>
                  </a:lnTo>
                  <a:lnTo>
                    <a:pt x="632955" y="305727"/>
                  </a:lnTo>
                  <a:lnTo>
                    <a:pt x="634987" y="304711"/>
                  </a:lnTo>
                  <a:lnTo>
                    <a:pt x="636130" y="303568"/>
                  </a:lnTo>
                  <a:lnTo>
                    <a:pt x="636562" y="302539"/>
                  </a:lnTo>
                  <a:lnTo>
                    <a:pt x="636638" y="302336"/>
                  </a:lnTo>
                  <a:lnTo>
                    <a:pt x="637019" y="301104"/>
                  </a:lnTo>
                  <a:lnTo>
                    <a:pt x="636917" y="300062"/>
                  </a:lnTo>
                  <a:lnTo>
                    <a:pt x="632193" y="296024"/>
                  </a:lnTo>
                  <a:lnTo>
                    <a:pt x="630669" y="296379"/>
                  </a:lnTo>
                  <a:lnTo>
                    <a:pt x="628599" y="297434"/>
                  </a:lnTo>
                  <a:lnTo>
                    <a:pt x="619239" y="302285"/>
                  </a:lnTo>
                  <a:lnTo>
                    <a:pt x="592188" y="250050"/>
                  </a:lnTo>
                  <a:lnTo>
                    <a:pt x="594080" y="242519"/>
                  </a:lnTo>
                  <a:lnTo>
                    <a:pt x="594169" y="242176"/>
                  </a:lnTo>
                  <a:lnTo>
                    <a:pt x="594258" y="241820"/>
                  </a:lnTo>
                  <a:lnTo>
                    <a:pt x="594385" y="241350"/>
                  </a:lnTo>
                  <a:lnTo>
                    <a:pt x="595553" y="237502"/>
                  </a:lnTo>
                  <a:lnTo>
                    <a:pt x="595591" y="237363"/>
                  </a:lnTo>
                  <a:lnTo>
                    <a:pt x="596557" y="234200"/>
                  </a:lnTo>
                  <a:lnTo>
                    <a:pt x="598716" y="228625"/>
                  </a:lnTo>
                  <a:lnTo>
                    <a:pt x="600748" y="224764"/>
                  </a:lnTo>
                  <a:lnTo>
                    <a:pt x="600824" y="224612"/>
                  </a:lnTo>
                  <a:lnTo>
                    <a:pt x="603745" y="220306"/>
                  </a:lnTo>
                  <a:lnTo>
                    <a:pt x="607910" y="216763"/>
                  </a:lnTo>
                  <a:lnTo>
                    <a:pt x="620636" y="210172"/>
                  </a:lnTo>
                  <a:lnTo>
                    <a:pt x="627367" y="209219"/>
                  </a:lnTo>
                  <a:lnTo>
                    <a:pt x="640194" y="212902"/>
                  </a:lnTo>
                  <a:lnTo>
                    <a:pt x="644893" y="216763"/>
                  </a:lnTo>
                  <a:lnTo>
                    <a:pt x="674484" y="273697"/>
                  </a:lnTo>
                  <a:lnTo>
                    <a:pt x="665467" y="278345"/>
                  </a:lnTo>
                  <a:lnTo>
                    <a:pt x="664197" y="279476"/>
                  </a:lnTo>
                  <a:lnTo>
                    <a:pt x="663689" y="280682"/>
                  </a:lnTo>
                  <a:lnTo>
                    <a:pt x="663308" y="281889"/>
                  </a:lnTo>
                  <a:lnTo>
                    <a:pt x="663308" y="283121"/>
                  </a:lnTo>
                  <a:lnTo>
                    <a:pt x="663981" y="284429"/>
                  </a:lnTo>
                  <a:lnTo>
                    <a:pt x="664476" y="285356"/>
                  </a:lnTo>
                  <a:lnTo>
                    <a:pt x="664578" y="285559"/>
                  </a:lnTo>
                  <a:lnTo>
                    <a:pt x="665594" y="286334"/>
                  </a:lnTo>
                  <a:lnTo>
                    <a:pt x="668134" y="287032"/>
                  </a:lnTo>
                  <a:lnTo>
                    <a:pt x="669785" y="286677"/>
                  </a:lnTo>
                  <a:lnTo>
                    <a:pt x="693902" y="274142"/>
                  </a:lnTo>
                  <a:lnTo>
                    <a:pt x="696074" y="273037"/>
                  </a:lnTo>
                  <a:lnTo>
                    <a:pt x="697344" y="271907"/>
                  </a:lnTo>
                  <a:lnTo>
                    <a:pt x="697725" y="270662"/>
                  </a:lnTo>
                  <a:lnTo>
                    <a:pt x="698233" y="269430"/>
                  </a:lnTo>
                  <a:close/>
                </a:path>
                <a:path w="1047750" h="603885">
                  <a:moveTo>
                    <a:pt x="812279" y="193433"/>
                  </a:moveTo>
                  <a:lnTo>
                    <a:pt x="810882" y="190601"/>
                  </a:lnTo>
                  <a:lnTo>
                    <a:pt x="810247" y="189471"/>
                  </a:lnTo>
                  <a:lnTo>
                    <a:pt x="809358" y="188722"/>
                  </a:lnTo>
                  <a:lnTo>
                    <a:pt x="807402" y="188099"/>
                  </a:lnTo>
                  <a:lnTo>
                    <a:pt x="805929" y="188099"/>
                  </a:lnTo>
                  <a:lnTo>
                    <a:pt x="803770" y="189230"/>
                  </a:lnTo>
                  <a:lnTo>
                    <a:pt x="802868" y="190601"/>
                  </a:lnTo>
                  <a:lnTo>
                    <a:pt x="802246" y="192570"/>
                  </a:lnTo>
                  <a:lnTo>
                    <a:pt x="799579" y="200660"/>
                  </a:lnTo>
                  <a:lnTo>
                    <a:pt x="772020" y="227291"/>
                  </a:lnTo>
                  <a:lnTo>
                    <a:pt x="755078" y="232651"/>
                  </a:lnTo>
                  <a:lnTo>
                    <a:pt x="747204" y="232651"/>
                  </a:lnTo>
                  <a:lnTo>
                    <a:pt x="714743" y="209829"/>
                  </a:lnTo>
                  <a:lnTo>
                    <a:pt x="709637" y="190601"/>
                  </a:lnTo>
                  <a:lnTo>
                    <a:pt x="709536" y="188099"/>
                  </a:lnTo>
                  <a:lnTo>
                    <a:pt x="732777" y="152146"/>
                  </a:lnTo>
                  <a:lnTo>
                    <a:pt x="753237" y="146075"/>
                  </a:lnTo>
                  <a:lnTo>
                    <a:pt x="759320" y="146431"/>
                  </a:lnTo>
                  <a:lnTo>
                    <a:pt x="767321" y="147574"/>
                  </a:lnTo>
                  <a:lnTo>
                    <a:pt x="772782" y="150495"/>
                  </a:lnTo>
                  <a:lnTo>
                    <a:pt x="775576" y="154940"/>
                  </a:lnTo>
                  <a:lnTo>
                    <a:pt x="776592" y="156718"/>
                  </a:lnTo>
                  <a:lnTo>
                    <a:pt x="777735" y="157734"/>
                  </a:lnTo>
                  <a:lnTo>
                    <a:pt x="780021" y="158496"/>
                  </a:lnTo>
                  <a:lnTo>
                    <a:pt x="780935" y="158496"/>
                  </a:lnTo>
                  <a:lnTo>
                    <a:pt x="782307" y="157734"/>
                  </a:lnTo>
                  <a:lnTo>
                    <a:pt x="783577" y="157099"/>
                  </a:lnTo>
                  <a:lnTo>
                    <a:pt x="784301" y="156260"/>
                  </a:lnTo>
                  <a:lnTo>
                    <a:pt x="784593" y="154940"/>
                  </a:lnTo>
                  <a:lnTo>
                    <a:pt x="784974" y="153670"/>
                  </a:lnTo>
                  <a:lnTo>
                    <a:pt x="784631" y="152146"/>
                  </a:lnTo>
                  <a:lnTo>
                    <a:pt x="783577" y="149860"/>
                  </a:lnTo>
                  <a:lnTo>
                    <a:pt x="781634" y="146075"/>
                  </a:lnTo>
                  <a:lnTo>
                    <a:pt x="777582" y="138176"/>
                  </a:lnTo>
                  <a:lnTo>
                    <a:pt x="769226" y="126873"/>
                  </a:lnTo>
                  <a:lnTo>
                    <a:pt x="767956" y="127000"/>
                  </a:lnTo>
                  <a:lnTo>
                    <a:pt x="766457" y="127762"/>
                  </a:lnTo>
                  <a:lnTo>
                    <a:pt x="765543" y="128270"/>
                  </a:lnTo>
                  <a:lnTo>
                    <a:pt x="764781" y="129159"/>
                  </a:lnTo>
                  <a:lnTo>
                    <a:pt x="764019" y="131699"/>
                  </a:lnTo>
                  <a:lnTo>
                    <a:pt x="764400" y="133350"/>
                  </a:lnTo>
                  <a:lnTo>
                    <a:pt x="765416" y="135382"/>
                  </a:lnTo>
                  <a:lnTo>
                    <a:pt x="766940" y="138176"/>
                  </a:lnTo>
                  <a:lnTo>
                    <a:pt x="757440" y="136779"/>
                  </a:lnTo>
                  <a:lnTo>
                    <a:pt x="719683" y="149225"/>
                  </a:lnTo>
                  <a:lnTo>
                    <a:pt x="700265" y="184061"/>
                  </a:lnTo>
                  <a:lnTo>
                    <a:pt x="700290" y="194462"/>
                  </a:lnTo>
                  <a:lnTo>
                    <a:pt x="719023" y="230581"/>
                  </a:lnTo>
                  <a:lnTo>
                    <a:pt x="746048" y="242150"/>
                  </a:lnTo>
                  <a:lnTo>
                    <a:pt x="755777" y="242150"/>
                  </a:lnTo>
                  <a:lnTo>
                    <a:pt x="765416" y="240106"/>
                  </a:lnTo>
                  <a:lnTo>
                    <a:pt x="765657" y="240106"/>
                  </a:lnTo>
                  <a:lnTo>
                    <a:pt x="800531" y="215531"/>
                  </a:lnTo>
                  <a:lnTo>
                    <a:pt x="810882" y="198767"/>
                  </a:lnTo>
                  <a:lnTo>
                    <a:pt x="812279" y="193433"/>
                  </a:lnTo>
                  <a:close/>
                </a:path>
                <a:path w="1047750" h="603885">
                  <a:moveTo>
                    <a:pt x="981697" y="193255"/>
                  </a:moveTo>
                  <a:lnTo>
                    <a:pt x="976871" y="188074"/>
                  </a:lnTo>
                  <a:lnTo>
                    <a:pt x="975220" y="188429"/>
                  </a:lnTo>
                  <a:lnTo>
                    <a:pt x="862444" y="246824"/>
                  </a:lnTo>
                  <a:lnTo>
                    <a:pt x="858380" y="251383"/>
                  </a:lnTo>
                  <a:lnTo>
                    <a:pt x="858380" y="252615"/>
                  </a:lnTo>
                  <a:lnTo>
                    <a:pt x="859142" y="253860"/>
                  </a:lnTo>
                  <a:lnTo>
                    <a:pt x="859828" y="255155"/>
                  </a:lnTo>
                  <a:lnTo>
                    <a:pt x="860666" y="255905"/>
                  </a:lnTo>
                  <a:lnTo>
                    <a:pt x="863206" y="256540"/>
                  </a:lnTo>
                  <a:lnTo>
                    <a:pt x="864857" y="256184"/>
                  </a:lnTo>
                  <a:lnTo>
                    <a:pt x="866762" y="255155"/>
                  </a:lnTo>
                  <a:lnTo>
                    <a:pt x="979538" y="196761"/>
                  </a:lnTo>
                  <a:lnTo>
                    <a:pt x="980808" y="195630"/>
                  </a:lnTo>
                  <a:lnTo>
                    <a:pt x="981189" y="194449"/>
                  </a:lnTo>
                  <a:lnTo>
                    <a:pt x="981697" y="193255"/>
                  </a:lnTo>
                  <a:close/>
                </a:path>
                <a:path w="1047750" h="603885">
                  <a:moveTo>
                    <a:pt x="1047407" y="59182"/>
                  </a:moveTo>
                  <a:lnTo>
                    <a:pt x="1045425" y="49288"/>
                  </a:lnTo>
                  <a:lnTo>
                    <a:pt x="1041387" y="39497"/>
                  </a:lnTo>
                  <a:lnTo>
                    <a:pt x="1038123" y="34391"/>
                  </a:lnTo>
                  <a:lnTo>
                    <a:pt x="1038123" y="60223"/>
                  </a:lnTo>
                  <a:lnTo>
                    <a:pt x="1038047" y="68351"/>
                  </a:lnTo>
                  <a:lnTo>
                    <a:pt x="1016622" y="100584"/>
                  </a:lnTo>
                  <a:lnTo>
                    <a:pt x="1001674" y="104902"/>
                  </a:lnTo>
                  <a:lnTo>
                    <a:pt x="993838" y="104622"/>
                  </a:lnTo>
                  <a:lnTo>
                    <a:pt x="961123" y="81661"/>
                  </a:lnTo>
                  <a:lnTo>
                    <a:pt x="956271" y="65659"/>
                  </a:lnTo>
                  <a:lnTo>
                    <a:pt x="956348" y="57518"/>
                  </a:lnTo>
                  <a:lnTo>
                    <a:pt x="977633" y="25273"/>
                  </a:lnTo>
                  <a:lnTo>
                    <a:pt x="992606" y="21005"/>
                  </a:lnTo>
                  <a:lnTo>
                    <a:pt x="1000480" y="21259"/>
                  </a:lnTo>
                  <a:lnTo>
                    <a:pt x="1033259" y="44323"/>
                  </a:lnTo>
                  <a:lnTo>
                    <a:pt x="1038123" y="60223"/>
                  </a:lnTo>
                  <a:lnTo>
                    <a:pt x="1038123" y="34391"/>
                  </a:lnTo>
                  <a:lnTo>
                    <a:pt x="1001737" y="11595"/>
                  </a:lnTo>
                  <a:lnTo>
                    <a:pt x="992111" y="11303"/>
                  </a:lnTo>
                  <a:lnTo>
                    <a:pt x="982687" y="13030"/>
                  </a:lnTo>
                  <a:lnTo>
                    <a:pt x="950785" y="42557"/>
                  </a:lnTo>
                  <a:lnTo>
                    <a:pt x="947280" y="55245"/>
                  </a:lnTo>
                  <a:lnTo>
                    <a:pt x="925283" y="12700"/>
                  </a:lnTo>
                  <a:lnTo>
                    <a:pt x="918705" y="0"/>
                  </a:lnTo>
                  <a:lnTo>
                    <a:pt x="899147" y="10160"/>
                  </a:lnTo>
                  <a:lnTo>
                    <a:pt x="897242" y="11176"/>
                  </a:lnTo>
                  <a:lnTo>
                    <a:pt x="895972" y="12319"/>
                  </a:lnTo>
                  <a:lnTo>
                    <a:pt x="895464" y="13462"/>
                  </a:lnTo>
                  <a:lnTo>
                    <a:pt x="895083" y="14732"/>
                  </a:lnTo>
                  <a:lnTo>
                    <a:pt x="895210" y="16002"/>
                  </a:lnTo>
                  <a:lnTo>
                    <a:pt x="895718" y="17145"/>
                  </a:lnTo>
                  <a:lnTo>
                    <a:pt x="896480" y="18415"/>
                  </a:lnTo>
                  <a:lnTo>
                    <a:pt x="897369" y="19177"/>
                  </a:lnTo>
                  <a:lnTo>
                    <a:pt x="899909" y="19939"/>
                  </a:lnTo>
                  <a:lnTo>
                    <a:pt x="901560" y="19558"/>
                  </a:lnTo>
                  <a:lnTo>
                    <a:pt x="903465" y="18542"/>
                  </a:lnTo>
                  <a:lnTo>
                    <a:pt x="914768" y="12700"/>
                  </a:lnTo>
                  <a:lnTo>
                    <a:pt x="970521" y="120396"/>
                  </a:lnTo>
                  <a:lnTo>
                    <a:pt x="959218" y="126238"/>
                  </a:lnTo>
                  <a:lnTo>
                    <a:pt x="957313" y="127254"/>
                  </a:lnTo>
                  <a:lnTo>
                    <a:pt x="956043" y="128397"/>
                  </a:lnTo>
                  <a:lnTo>
                    <a:pt x="955535" y="129540"/>
                  </a:lnTo>
                  <a:lnTo>
                    <a:pt x="955154" y="130683"/>
                  </a:lnTo>
                  <a:lnTo>
                    <a:pt x="955281" y="131953"/>
                  </a:lnTo>
                  <a:lnTo>
                    <a:pt x="955916" y="133223"/>
                  </a:lnTo>
                  <a:lnTo>
                    <a:pt x="956551" y="134366"/>
                  </a:lnTo>
                  <a:lnTo>
                    <a:pt x="957440" y="135128"/>
                  </a:lnTo>
                  <a:lnTo>
                    <a:pt x="959980" y="135890"/>
                  </a:lnTo>
                  <a:lnTo>
                    <a:pt x="961631" y="135509"/>
                  </a:lnTo>
                  <a:lnTo>
                    <a:pt x="963536" y="134493"/>
                  </a:lnTo>
                  <a:lnTo>
                    <a:pt x="983094" y="124460"/>
                  </a:lnTo>
                  <a:lnTo>
                    <a:pt x="974585" y="108077"/>
                  </a:lnTo>
                  <a:lnTo>
                    <a:pt x="986790" y="112636"/>
                  </a:lnTo>
                  <a:lnTo>
                    <a:pt x="998613" y="114274"/>
                  </a:lnTo>
                  <a:lnTo>
                    <a:pt x="1010081" y="113017"/>
                  </a:lnTo>
                  <a:lnTo>
                    <a:pt x="1021194" y="108839"/>
                  </a:lnTo>
                  <a:lnTo>
                    <a:pt x="1022375" y="108077"/>
                  </a:lnTo>
                  <a:lnTo>
                    <a:pt x="1027264" y="104902"/>
                  </a:lnTo>
                  <a:lnTo>
                    <a:pt x="1029322" y="103568"/>
                  </a:lnTo>
                  <a:lnTo>
                    <a:pt x="1047381" y="69189"/>
                  </a:lnTo>
                  <a:lnTo>
                    <a:pt x="1047407" y="59182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02960" y="4455032"/>
              <a:ext cx="1750821" cy="104800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274185" y="5892444"/>
              <a:ext cx="1054735" cy="602615"/>
            </a:xfrm>
            <a:custGeom>
              <a:avLst/>
              <a:gdLst/>
              <a:ahLst/>
              <a:cxnLst/>
              <a:rect l="l" t="t" r="r" b="b"/>
              <a:pathLst>
                <a:path w="1054735" h="602614">
                  <a:moveTo>
                    <a:pt x="97663" y="567766"/>
                  </a:moveTo>
                  <a:lnTo>
                    <a:pt x="97536" y="567766"/>
                  </a:lnTo>
                  <a:lnTo>
                    <a:pt x="97282" y="566496"/>
                  </a:lnTo>
                  <a:lnTo>
                    <a:pt x="96520" y="565226"/>
                  </a:lnTo>
                  <a:lnTo>
                    <a:pt x="95504" y="562686"/>
                  </a:lnTo>
                  <a:lnTo>
                    <a:pt x="94869" y="561416"/>
                  </a:lnTo>
                  <a:lnTo>
                    <a:pt x="94107" y="560146"/>
                  </a:lnTo>
                  <a:lnTo>
                    <a:pt x="93599" y="558876"/>
                  </a:lnTo>
                  <a:lnTo>
                    <a:pt x="92456" y="557606"/>
                  </a:lnTo>
                  <a:lnTo>
                    <a:pt x="91821" y="557606"/>
                  </a:lnTo>
                  <a:lnTo>
                    <a:pt x="91313" y="556336"/>
                  </a:lnTo>
                  <a:lnTo>
                    <a:pt x="88900" y="556336"/>
                  </a:lnTo>
                  <a:lnTo>
                    <a:pt x="88138" y="557606"/>
                  </a:lnTo>
                  <a:lnTo>
                    <a:pt x="87376" y="557606"/>
                  </a:lnTo>
                  <a:lnTo>
                    <a:pt x="86487" y="560146"/>
                  </a:lnTo>
                  <a:lnTo>
                    <a:pt x="85725" y="561416"/>
                  </a:lnTo>
                  <a:lnTo>
                    <a:pt x="84582" y="563956"/>
                  </a:lnTo>
                  <a:lnTo>
                    <a:pt x="83185" y="566496"/>
                  </a:lnTo>
                  <a:lnTo>
                    <a:pt x="81915" y="569036"/>
                  </a:lnTo>
                  <a:lnTo>
                    <a:pt x="80137" y="571576"/>
                  </a:lnTo>
                  <a:lnTo>
                    <a:pt x="77851" y="574116"/>
                  </a:lnTo>
                  <a:lnTo>
                    <a:pt x="75692" y="576656"/>
                  </a:lnTo>
                  <a:lnTo>
                    <a:pt x="72644" y="579196"/>
                  </a:lnTo>
                  <a:lnTo>
                    <a:pt x="68834" y="581736"/>
                  </a:lnTo>
                  <a:lnTo>
                    <a:pt x="64897" y="583006"/>
                  </a:lnTo>
                  <a:lnTo>
                    <a:pt x="61087" y="584276"/>
                  </a:lnTo>
                  <a:lnTo>
                    <a:pt x="49657" y="584276"/>
                  </a:lnTo>
                  <a:lnTo>
                    <a:pt x="46101" y="581736"/>
                  </a:lnTo>
                  <a:lnTo>
                    <a:pt x="42418" y="580466"/>
                  </a:lnTo>
                  <a:lnTo>
                    <a:pt x="19875" y="543636"/>
                  </a:lnTo>
                  <a:lnTo>
                    <a:pt x="18732" y="536016"/>
                  </a:lnTo>
                  <a:lnTo>
                    <a:pt x="18846" y="532206"/>
                  </a:lnTo>
                  <a:lnTo>
                    <a:pt x="18923" y="529666"/>
                  </a:lnTo>
                  <a:lnTo>
                    <a:pt x="19939" y="522046"/>
                  </a:lnTo>
                  <a:lnTo>
                    <a:pt x="24384" y="515696"/>
                  </a:lnTo>
                  <a:lnTo>
                    <a:pt x="36068" y="509346"/>
                  </a:lnTo>
                  <a:lnTo>
                    <a:pt x="39751" y="508076"/>
                  </a:lnTo>
                  <a:lnTo>
                    <a:pt x="57023" y="508076"/>
                  </a:lnTo>
                  <a:lnTo>
                    <a:pt x="60706" y="509346"/>
                  </a:lnTo>
                  <a:lnTo>
                    <a:pt x="63119" y="509346"/>
                  </a:lnTo>
                  <a:lnTo>
                    <a:pt x="64008" y="508076"/>
                  </a:lnTo>
                  <a:lnTo>
                    <a:pt x="64516" y="508076"/>
                  </a:lnTo>
                  <a:lnTo>
                    <a:pt x="64643" y="504266"/>
                  </a:lnTo>
                  <a:lnTo>
                    <a:pt x="64008" y="502996"/>
                  </a:lnTo>
                  <a:lnTo>
                    <a:pt x="62611" y="500456"/>
                  </a:lnTo>
                  <a:lnTo>
                    <a:pt x="62103" y="499186"/>
                  </a:lnTo>
                  <a:lnTo>
                    <a:pt x="60960" y="497916"/>
                  </a:lnTo>
                  <a:lnTo>
                    <a:pt x="60579" y="496646"/>
                  </a:lnTo>
                  <a:lnTo>
                    <a:pt x="60071" y="496646"/>
                  </a:lnTo>
                  <a:lnTo>
                    <a:pt x="59055" y="495376"/>
                  </a:lnTo>
                  <a:lnTo>
                    <a:pt x="57404" y="494106"/>
                  </a:lnTo>
                  <a:lnTo>
                    <a:pt x="56515" y="494106"/>
                  </a:lnTo>
                  <a:lnTo>
                    <a:pt x="55372" y="492836"/>
                  </a:lnTo>
                  <a:lnTo>
                    <a:pt x="52324" y="492836"/>
                  </a:lnTo>
                  <a:lnTo>
                    <a:pt x="47625" y="491566"/>
                  </a:lnTo>
                  <a:lnTo>
                    <a:pt x="45212" y="491566"/>
                  </a:lnTo>
                  <a:lnTo>
                    <a:pt x="39751" y="492836"/>
                  </a:lnTo>
                  <a:lnTo>
                    <a:pt x="36957" y="492836"/>
                  </a:lnTo>
                  <a:lnTo>
                    <a:pt x="19431" y="500456"/>
                  </a:lnTo>
                  <a:lnTo>
                    <a:pt x="203" y="532206"/>
                  </a:lnTo>
                  <a:lnTo>
                    <a:pt x="101" y="534746"/>
                  </a:lnTo>
                  <a:lnTo>
                    <a:pt x="13589" y="576656"/>
                  </a:lnTo>
                  <a:lnTo>
                    <a:pt x="43688" y="602056"/>
                  </a:lnTo>
                  <a:lnTo>
                    <a:pt x="61468" y="602056"/>
                  </a:lnTo>
                  <a:lnTo>
                    <a:pt x="67691" y="599516"/>
                  </a:lnTo>
                  <a:lnTo>
                    <a:pt x="74168" y="596976"/>
                  </a:lnTo>
                  <a:lnTo>
                    <a:pt x="77216" y="594436"/>
                  </a:lnTo>
                  <a:lnTo>
                    <a:pt x="80137" y="593166"/>
                  </a:lnTo>
                  <a:lnTo>
                    <a:pt x="82677" y="590626"/>
                  </a:lnTo>
                  <a:lnTo>
                    <a:pt x="85344" y="589356"/>
                  </a:lnTo>
                  <a:lnTo>
                    <a:pt x="87630" y="586816"/>
                  </a:lnTo>
                  <a:lnTo>
                    <a:pt x="89535" y="584276"/>
                  </a:lnTo>
                  <a:lnTo>
                    <a:pt x="91567" y="581736"/>
                  </a:lnTo>
                  <a:lnTo>
                    <a:pt x="93218" y="580466"/>
                  </a:lnTo>
                  <a:lnTo>
                    <a:pt x="94615" y="577926"/>
                  </a:lnTo>
                  <a:lnTo>
                    <a:pt x="95885" y="575386"/>
                  </a:lnTo>
                  <a:lnTo>
                    <a:pt x="96774" y="574116"/>
                  </a:lnTo>
                  <a:lnTo>
                    <a:pt x="97155" y="572846"/>
                  </a:lnTo>
                  <a:lnTo>
                    <a:pt x="97663" y="571576"/>
                  </a:lnTo>
                  <a:lnTo>
                    <a:pt x="97663" y="567766"/>
                  </a:lnTo>
                  <a:close/>
                </a:path>
                <a:path w="1054735" h="602614">
                  <a:moveTo>
                    <a:pt x="189992" y="532206"/>
                  </a:moveTo>
                  <a:lnTo>
                    <a:pt x="189611" y="530936"/>
                  </a:lnTo>
                  <a:lnTo>
                    <a:pt x="188937" y="529666"/>
                  </a:lnTo>
                  <a:lnTo>
                    <a:pt x="172986" y="499186"/>
                  </a:lnTo>
                  <a:lnTo>
                    <a:pt x="162052" y="478294"/>
                  </a:lnTo>
                  <a:lnTo>
                    <a:pt x="162052" y="518236"/>
                  </a:lnTo>
                  <a:lnTo>
                    <a:pt x="160274" y="524586"/>
                  </a:lnTo>
                  <a:lnTo>
                    <a:pt x="135255" y="547446"/>
                  </a:lnTo>
                  <a:lnTo>
                    <a:pt x="126619" y="544906"/>
                  </a:lnTo>
                  <a:lnTo>
                    <a:pt x="123190" y="541096"/>
                  </a:lnTo>
                  <a:lnTo>
                    <a:pt x="119380" y="534746"/>
                  </a:lnTo>
                  <a:lnTo>
                    <a:pt x="118618" y="532206"/>
                  </a:lnTo>
                  <a:lnTo>
                    <a:pt x="118491" y="525856"/>
                  </a:lnTo>
                  <a:lnTo>
                    <a:pt x="119253" y="523316"/>
                  </a:lnTo>
                  <a:lnTo>
                    <a:pt x="138176" y="506806"/>
                  </a:lnTo>
                  <a:lnTo>
                    <a:pt x="152146" y="499186"/>
                  </a:lnTo>
                  <a:lnTo>
                    <a:pt x="162052" y="518236"/>
                  </a:lnTo>
                  <a:lnTo>
                    <a:pt x="162052" y="478294"/>
                  </a:lnTo>
                  <a:lnTo>
                    <a:pt x="137541" y="450926"/>
                  </a:lnTo>
                  <a:lnTo>
                    <a:pt x="133223" y="448386"/>
                  </a:lnTo>
                  <a:lnTo>
                    <a:pt x="128524" y="448386"/>
                  </a:lnTo>
                  <a:lnTo>
                    <a:pt x="118110" y="450926"/>
                  </a:lnTo>
                  <a:lnTo>
                    <a:pt x="112268" y="452196"/>
                  </a:lnTo>
                  <a:lnTo>
                    <a:pt x="105791" y="456006"/>
                  </a:lnTo>
                  <a:lnTo>
                    <a:pt x="102362" y="457276"/>
                  </a:lnTo>
                  <a:lnTo>
                    <a:pt x="99187" y="459816"/>
                  </a:lnTo>
                  <a:lnTo>
                    <a:pt x="93091" y="464896"/>
                  </a:lnTo>
                  <a:lnTo>
                    <a:pt x="90297" y="467436"/>
                  </a:lnTo>
                  <a:lnTo>
                    <a:pt x="88011" y="468706"/>
                  </a:lnTo>
                  <a:lnTo>
                    <a:pt x="85598" y="471246"/>
                  </a:lnTo>
                  <a:lnTo>
                    <a:pt x="83693" y="473786"/>
                  </a:lnTo>
                  <a:lnTo>
                    <a:pt x="82169" y="476326"/>
                  </a:lnTo>
                  <a:lnTo>
                    <a:pt x="80518" y="478866"/>
                  </a:lnTo>
                  <a:lnTo>
                    <a:pt x="79502" y="480136"/>
                  </a:lnTo>
                  <a:lnTo>
                    <a:pt x="79121" y="481406"/>
                  </a:lnTo>
                  <a:lnTo>
                    <a:pt x="78613" y="482676"/>
                  </a:lnTo>
                  <a:lnTo>
                    <a:pt x="78486" y="483946"/>
                  </a:lnTo>
                  <a:lnTo>
                    <a:pt x="78740" y="485216"/>
                  </a:lnTo>
                  <a:lnTo>
                    <a:pt x="79629" y="487756"/>
                  </a:lnTo>
                  <a:lnTo>
                    <a:pt x="80518" y="489026"/>
                  </a:lnTo>
                  <a:lnTo>
                    <a:pt x="81534" y="491566"/>
                  </a:lnTo>
                  <a:lnTo>
                    <a:pt x="82042" y="491566"/>
                  </a:lnTo>
                  <a:lnTo>
                    <a:pt x="83185" y="492836"/>
                  </a:lnTo>
                  <a:lnTo>
                    <a:pt x="83820" y="494106"/>
                  </a:lnTo>
                  <a:lnTo>
                    <a:pt x="87884" y="494106"/>
                  </a:lnTo>
                  <a:lnTo>
                    <a:pt x="88773" y="492836"/>
                  </a:lnTo>
                  <a:lnTo>
                    <a:pt x="91059" y="489026"/>
                  </a:lnTo>
                  <a:lnTo>
                    <a:pt x="92456" y="486486"/>
                  </a:lnTo>
                  <a:lnTo>
                    <a:pt x="94361" y="483946"/>
                  </a:lnTo>
                  <a:lnTo>
                    <a:pt x="96139" y="482676"/>
                  </a:lnTo>
                  <a:lnTo>
                    <a:pt x="98425" y="480136"/>
                  </a:lnTo>
                  <a:lnTo>
                    <a:pt x="103759" y="473786"/>
                  </a:lnTo>
                  <a:lnTo>
                    <a:pt x="107188" y="472516"/>
                  </a:lnTo>
                  <a:lnTo>
                    <a:pt x="111252" y="469976"/>
                  </a:lnTo>
                  <a:lnTo>
                    <a:pt x="114935" y="467436"/>
                  </a:lnTo>
                  <a:lnTo>
                    <a:pt x="118364" y="466166"/>
                  </a:lnTo>
                  <a:lnTo>
                    <a:pt x="127254" y="466166"/>
                  </a:lnTo>
                  <a:lnTo>
                    <a:pt x="132334" y="467436"/>
                  </a:lnTo>
                  <a:lnTo>
                    <a:pt x="134620" y="469976"/>
                  </a:lnTo>
                  <a:lnTo>
                    <a:pt x="136652" y="471246"/>
                  </a:lnTo>
                  <a:lnTo>
                    <a:pt x="138811" y="473786"/>
                  </a:lnTo>
                  <a:lnTo>
                    <a:pt x="140716" y="476326"/>
                  </a:lnTo>
                  <a:lnTo>
                    <a:pt x="146050" y="487756"/>
                  </a:lnTo>
                  <a:lnTo>
                    <a:pt x="133858" y="494106"/>
                  </a:lnTo>
                  <a:lnTo>
                    <a:pt x="126873" y="496646"/>
                  </a:lnTo>
                  <a:lnTo>
                    <a:pt x="120904" y="501726"/>
                  </a:lnTo>
                  <a:lnTo>
                    <a:pt x="116078" y="505536"/>
                  </a:lnTo>
                  <a:lnTo>
                    <a:pt x="111125" y="509346"/>
                  </a:lnTo>
                  <a:lnTo>
                    <a:pt x="107315" y="513156"/>
                  </a:lnTo>
                  <a:lnTo>
                    <a:pt x="102235" y="522046"/>
                  </a:lnTo>
                  <a:lnTo>
                    <a:pt x="100838" y="527126"/>
                  </a:lnTo>
                  <a:lnTo>
                    <a:pt x="100761" y="529666"/>
                  </a:lnTo>
                  <a:lnTo>
                    <a:pt x="100685" y="532206"/>
                  </a:lnTo>
                  <a:lnTo>
                    <a:pt x="100584" y="536016"/>
                  </a:lnTo>
                  <a:lnTo>
                    <a:pt x="101854" y="541096"/>
                  </a:lnTo>
                  <a:lnTo>
                    <a:pt x="104394" y="546176"/>
                  </a:lnTo>
                  <a:lnTo>
                    <a:pt x="106680" y="551256"/>
                  </a:lnTo>
                  <a:lnTo>
                    <a:pt x="109347" y="553796"/>
                  </a:lnTo>
                  <a:lnTo>
                    <a:pt x="112649" y="556336"/>
                  </a:lnTo>
                  <a:lnTo>
                    <a:pt x="115824" y="558876"/>
                  </a:lnTo>
                  <a:lnTo>
                    <a:pt x="119380" y="561416"/>
                  </a:lnTo>
                  <a:lnTo>
                    <a:pt x="123317" y="562686"/>
                  </a:lnTo>
                  <a:lnTo>
                    <a:pt x="131318" y="562686"/>
                  </a:lnTo>
                  <a:lnTo>
                    <a:pt x="161925" y="547446"/>
                  </a:lnTo>
                  <a:lnTo>
                    <a:pt x="162814" y="546176"/>
                  </a:lnTo>
                  <a:lnTo>
                    <a:pt x="166497" y="541096"/>
                  </a:lnTo>
                  <a:lnTo>
                    <a:pt x="169164" y="536016"/>
                  </a:lnTo>
                  <a:lnTo>
                    <a:pt x="170815" y="529666"/>
                  </a:lnTo>
                  <a:lnTo>
                    <a:pt x="175514" y="538556"/>
                  </a:lnTo>
                  <a:lnTo>
                    <a:pt x="175895" y="539826"/>
                  </a:lnTo>
                  <a:lnTo>
                    <a:pt x="180975" y="539826"/>
                  </a:lnTo>
                  <a:lnTo>
                    <a:pt x="182372" y="538556"/>
                  </a:lnTo>
                  <a:lnTo>
                    <a:pt x="184023" y="538556"/>
                  </a:lnTo>
                  <a:lnTo>
                    <a:pt x="185801" y="537286"/>
                  </a:lnTo>
                  <a:lnTo>
                    <a:pt x="187198" y="536016"/>
                  </a:lnTo>
                  <a:lnTo>
                    <a:pt x="187960" y="536016"/>
                  </a:lnTo>
                  <a:lnTo>
                    <a:pt x="188849" y="534746"/>
                  </a:lnTo>
                  <a:lnTo>
                    <a:pt x="189357" y="534746"/>
                  </a:lnTo>
                  <a:lnTo>
                    <a:pt x="189738" y="533476"/>
                  </a:lnTo>
                  <a:lnTo>
                    <a:pt x="189992" y="533476"/>
                  </a:lnTo>
                  <a:lnTo>
                    <a:pt x="189992" y="532206"/>
                  </a:lnTo>
                  <a:close/>
                </a:path>
                <a:path w="1054735" h="602614">
                  <a:moveTo>
                    <a:pt x="236347" y="508076"/>
                  </a:moveTo>
                  <a:lnTo>
                    <a:pt x="236093" y="506806"/>
                  </a:lnTo>
                  <a:lnTo>
                    <a:pt x="167513" y="374726"/>
                  </a:lnTo>
                  <a:lnTo>
                    <a:pt x="167259" y="374726"/>
                  </a:lnTo>
                  <a:lnTo>
                    <a:pt x="166878" y="373456"/>
                  </a:lnTo>
                  <a:lnTo>
                    <a:pt x="162941" y="373456"/>
                  </a:lnTo>
                  <a:lnTo>
                    <a:pt x="160655" y="374726"/>
                  </a:lnTo>
                  <a:lnTo>
                    <a:pt x="159258" y="374726"/>
                  </a:lnTo>
                  <a:lnTo>
                    <a:pt x="156083" y="377266"/>
                  </a:lnTo>
                  <a:lnTo>
                    <a:pt x="154813" y="377266"/>
                  </a:lnTo>
                  <a:lnTo>
                    <a:pt x="152781" y="378536"/>
                  </a:lnTo>
                  <a:lnTo>
                    <a:pt x="152019" y="379806"/>
                  </a:lnTo>
                  <a:lnTo>
                    <a:pt x="151511" y="379806"/>
                  </a:lnTo>
                  <a:lnTo>
                    <a:pt x="151130" y="381076"/>
                  </a:lnTo>
                  <a:lnTo>
                    <a:pt x="150749" y="381076"/>
                  </a:lnTo>
                  <a:lnTo>
                    <a:pt x="150749" y="382346"/>
                  </a:lnTo>
                  <a:lnTo>
                    <a:pt x="150876" y="382346"/>
                  </a:lnTo>
                  <a:lnTo>
                    <a:pt x="151130" y="383616"/>
                  </a:lnTo>
                  <a:lnTo>
                    <a:pt x="219710" y="515696"/>
                  </a:lnTo>
                  <a:lnTo>
                    <a:pt x="219964" y="515696"/>
                  </a:lnTo>
                  <a:lnTo>
                    <a:pt x="220345" y="516966"/>
                  </a:lnTo>
                  <a:lnTo>
                    <a:pt x="224282" y="516966"/>
                  </a:lnTo>
                  <a:lnTo>
                    <a:pt x="226568" y="515696"/>
                  </a:lnTo>
                  <a:lnTo>
                    <a:pt x="227838" y="515696"/>
                  </a:lnTo>
                  <a:lnTo>
                    <a:pt x="231140" y="513156"/>
                  </a:lnTo>
                  <a:lnTo>
                    <a:pt x="232410" y="513156"/>
                  </a:lnTo>
                  <a:lnTo>
                    <a:pt x="234442" y="511886"/>
                  </a:lnTo>
                  <a:lnTo>
                    <a:pt x="235077" y="510616"/>
                  </a:lnTo>
                  <a:lnTo>
                    <a:pt x="236093" y="509346"/>
                  </a:lnTo>
                  <a:lnTo>
                    <a:pt x="236347" y="509346"/>
                  </a:lnTo>
                  <a:lnTo>
                    <a:pt x="236347" y="508076"/>
                  </a:lnTo>
                  <a:close/>
                </a:path>
                <a:path w="1054735" h="602614">
                  <a:moveTo>
                    <a:pt x="282829" y="482676"/>
                  </a:moveTo>
                  <a:lnTo>
                    <a:pt x="214249" y="350596"/>
                  </a:lnTo>
                  <a:lnTo>
                    <a:pt x="213995" y="350596"/>
                  </a:lnTo>
                  <a:lnTo>
                    <a:pt x="213614" y="349326"/>
                  </a:lnTo>
                  <a:lnTo>
                    <a:pt x="209677" y="349326"/>
                  </a:lnTo>
                  <a:lnTo>
                    <a:pt x="207391" y="350596"/>
                  </a:lnTo>
                  <a:lnTo>
                    <a:pt x="205994" y="350596"/>
                  </a:lnTo>
                  <a:lnTo>
                    <a:pt x="202692" y="353136"/>
                  </a:lnTo>
                  <a:lnTo>
                    <a:pt x="201422" y="353136"/>
                  </a:lnTo>
                  <a:lnTo>
                    <a:pt x="200533" y="354406"/>
                  </a:lnTo>
                  <a:lnTo>
                    <a:pt x="199517" y="354406"/>
                  </a:lnTo>
                  <a:lnTo>
                    <a:pt x="198755" y="355676"/>
                  </a:lnTo>
                  <a:lnTo>
                    <a:pt x="197739" y="356946"/>
                  </a:lnTo>
                  <a:lnTo>
                    <a:pt x="197485" y="356946"/>
                  </a:lnTo>
                  <a:lnTo>
                    <a:pt x="197612" y="358216"/>
                  </a:lnTo>
                  <a:lnTo>
                    <a:pt x="197866" y="359486"/>
                  </a:lnTo>
                  <a:lnTo>
                    <a:pt x="266446" y="491566"/>
                  </a:lnTo>
                  <a:lnTo>
                    <a:pt x="266700" y="491566"/>
                  </a:lnTo>
                  <a:lnTo>
                    <a:pt x="267081" y="492836"/>
                  </a:lnTo>
                  <a:lnTo>
                    <a:pt x="270891" y="492836"/>
                  </a:lnTo>
                  <a:lnTo>
                    <a:pt x="273177" y="491566"/>
                  </a:lnTo>
                  <a:lnTo>
                    <a:pt x="274574" y="491566"/>
                  </a:lnTo>
                  <a:lnTo>
                    <a:pt x="277749" y="489026"/>
                  </a:lnTo>
                  <a:lnTo>
                    <a:pt x="279146" y="489026"/>
                  </a:lnTo>
                  <a:lnTo>
                    <a:pt x="280162" y="487756"/>
                  </a:lnTo>
                  <a:lnTo>
                    <a:pt x="281051" y="487756"/>
                  </a:lnTo>
                  <a:lnTo>
                    <a:pt x="281813" y="486486"/>
                  </a:lnTo>
                  <a:lnTo>
                    <a:pt x="282321" y="486486"/>
                  </a:lnTo>
                  <a:lnTo>
                    <a:pt x="282702" y="485216"/>
                  </a:lnTo>
                  <a:lnTo>
                    <a:pt x="282829" y="482676"/>
                  </a:lnTo>
                  <a:close/>
                </a:path>
                <a:path w="1054735" h="602614">
                  <a:moveTo>
                    <a:pt x="441960" y="399351"/>
                  </a:moveTo>
                  <a:lnTo>
                    <a:pt x="441325" y="398170"/>
                  </a:lnTo>
                  <a:lnTo>
                    <a:pt x="440690" y="396913"/>
                  </a:lnTo>
                  <a:lnTo>
                    <a:pt x="439674" y="396125"/>
                  </a:lnTo>
                  <a:lnTo>
                    <a:pt x="437134" y="395490"/>
                  </a:lnTo>
                  <a:lnTo>
                    <a:pt x="435610" y="395846"/>
                  </a:lnTo>
                  <a:lnTo>
                    <a:pt x="433501" y="396913"/>
                  </a:lnTo>
                  <a:lnTo>
                    <a:pt x="397002" y="415810"/>
                  </a:lnTo>
                  <a:lnTo>
                    <a:pt x="363448" y="351091"/>
                  </a:lnTo>
                  <a:lnTo>
                    <a:pt x="361188" y="346722"/>
                  </a:lnTo>
                  <a:lnTo>
                    <a:pt x="377456" y="338302"/>
                  </a:lnTo>
                  <a:lnTo>
                    <a:pt x="400177" y="326555"/>
                  </a:lnTo>
                  <a:lnTo>
                    <a:pt x="402209" y="325526"/>
                  </a:lnTo>
                  <a:lnTo>
                    <a:pt x="403352" y="324396"/>
                  </a:lnTo>
                  <a:lnTo>
                    <a:pt x="403860" y="323164"/>
                  </a:lnTo>
                  <a:lnTo>
                    <a:pt x="404241" y="321919"/>
                  </a:lnTo>
                  <a:lnTo>
                    <a:pt x="404241" y="320713"/>
                  </a:lnTo>
                  <a:lnTo>
                    <a:pt x="402971" y="318274"/>
                  </a:lnTo>
                  <a:lnTo>
                    <a:pt x="401955" y="317461"/>
                  </a:lnTo>
                  <a:lnTo>
                    <a:pt x="399415" y="316763"/>
                  </a:lnTo>
                  <a:lnTo>
                    <a:pt x="397764" y="317106"/>
                  </a:lnTo>
                  <a:lnTo>
                    <a:pt x="395579" y="318274"/>
                  </a:lnTo>
                  <a:lnTo>
                    <a:pt x="356870" y="338302"/>
                  </a:lnTo>
                  <a:lnTo>
                    <a:pt x="350291" y="325526"/>
                  </a:lnTo>
                  <a:lnTo>
                    <a:pt x="347980" y="321157"/>
                  </a:lnTo>
                  <a:lnTo>
                    <a:pt x="348043" y="315518"/>
                  </a:lnTo>
                  <a:lnTo>
                    <a:pt x="382727" y="288328"/>
                  </a:lnTo>
                  <a:lnTo>
                    <a:pt x="391795" y="285153"/>
                  </a:lnTo>
                  <a:lnTo>
                    <a:pt x="392645" y="284810"/>
                  </a:lnTo>
                  <a:lnTo>
                    <a:pt x="393319" y="284518"/>
                  </a:lnTo>
                  <a:lnTo>
                    <a:pt x="394589" y="283832"/>
                  </a:lnTo>
                  <a:lnTo>
                    <a:pt x="395478" y="282905"/>
                  </a:lnTo>
                  <a:lnTo>
                    <a:pt x="396240" y="280568"/>
                  </a:lnTo>
                  <a:lnTo>
                    <a:pt x="396113" y="279387"/>
                  </a:lnTo>
                  <a:lnTo>
                    <a:pt x="394843" y="277012"/>
                  </a:lnTo>
                  <a:lnTo>
                    <a:pt x="394081" y="276225"/>
                  </a:lnTo>
                  <a:lnTo>
                    <a:pt x="393128" y="275920"/>
                  </a:lnTo>
                  <a:lnTo>
                    <a:pt x="391922" y="275488"/>
                  </a:lnTo>
                  <a:lnTo>
                    <a:pt x="353199" y="291934"/>
                  </a:lnTo>
                  <a:lnTo>
                    <a:pt x="337947" y="315518"/>
                  </a:lnTo>
                  <a:lnTo>
                    <a:pt x="338035" y="317461"/>
                  </a:lnTo>
                  <a:lnTo>
                    <a:pt x="338150" y="319633"/>
                  </a:lnTo>
                  <a:lnTo>
                    <a:pt x="338264" y="321919"/>
                  </a:lnTo>
                  <a:lnTo>
                    <a:pt x="338366" y="323164"/>
                  </a:lnTo>
                  <a:lnTo>
                    <a:pt x="341884" y="330073"/>
                  </a:lnTo>
                  <a:lnTo>
                    <a:pt x="348488" y="342671"/>
                  </a:lnTo>
                  <a:lnTo>
                    <a:pt x="330339" y="352056"/>
                  </a:lnTo>
                  <a:lnTo>
                    <a:pt x="328422" y="353034"/>
                  </a:lnTo>
                  <a:lnTo>
                    <a:pt x="327279" y="354164"/>
                  </a:lnTo>
                  <a:lnTo>
                    <a:pt x="326263" y="356641"/>
                  </a:lnTo>
                  <a:lnTo>
                    <a:pt x="326390" y="357860"/>
                  </a:lnTo>
                  <a:lnTo>
                    <a:pt x="327025" y="359041"/>
                  </a:lnTo>
                  <a:lnTo>
                    <a:pt x="327406" y="359816"/>
                  </a:lnTo>
                  <a:lnTo>
                    <a:pt x="327863" y="360464"/>
                  </a:lnTo>
                  <a:lnTo>
                    <a:pt x="328676" y="361099"/>
                  </a:lnTo>
                  <a:lnTo>
                    <a:pt x="331216" y="361797"/>
                  </a:lnTo>
                  <a:lnTo>
                    <a:pt x="332740" y="361454"/>
                  </a:lnTo>
                  <a:lnTo>
                    <a:pt x="334721" y="360464"/>
                  </a:lnTo>
                  <a:lnTo>
                    <a:pt x="352806" y="351091"/>
                  </a:lnTo>
                  <a:lnTo>
                    <a:pt x="388620" y="420179"/>
                  </a:lnTo>
                  <a:lnTo>
                    <a:pt x="364363" y="435152"/>
                  </a:lnTo>
                  <a:lnTo>
                    <a:pt x="364490" y="436384"/>
                  </a:lnTo>
                  <a:lnTo>
                    <a:pt x="365760" y="438924"/>
                  </a:lnTo>
                  <a:lnTo>
                    <a:pt x="366649" y="439597"/>
                  </a:lnTo>
                  <a:lnTo>
                    <a:pt x="369189" y="440283"/>
                  </a:lnTo>
                  <a:lnTo>
                    <a:pt x="370840" y="439953"/>
                  </a:lnTo>
                  <a:lnTo>
                    <a:pt x="372745" y="438924"/>
                  </a:lnTo>
                  <a:lnTo>
                    <a:pt x="417398" y="415810"/>
                  </a:lnTo>
                  <a:lnTo>
                    <a:pt x="437896" y="405206"/>
                  </a:lnTo>
                  <a:lnTo>
                    <a:pt x="439928" y="404177"/>
                  </a:lnTo>
                  <a:lnTo>
                    <a:pt x="441071" y="403047"/>
                  </a:lnTo>
                  <a:lnTo>
                    <a:pt x="441579" y="401802"/>
                  </a:lnTo>
                  <a:lnTo>
                    <a:pt x="441960" y="400570"/>
                  </a:lnTo>
                  <a:lnTo>
                    <a:pt x="441960" y="399351"/>
                  </a:lnTo>
                  <a:close/>
                </a:path>
                <a:path w="1054735" h="602614">
                  <a:moveTo>
                    <a:pt x="576580" y="330873"/>
                  </a:moveTo>
                  <a:lnTo>
                    <a:pt x="576491" y="330073"/>
                  </a:lnTo>
                  <a:lnTo>
                    <a:pt x="576453" y="329666"/>
                  </a:lnTo>
                  <a:lnTo>
                    <a:pt x="575945" y="328472"/>
                  </a:lnTo>
                  <a:lnTo>
                    <a:pt x="575183" y="327215"/>
                  </a:lnTo>
                  <a:lnTo>
                    <a:pt x="574433" y="326555"/>
                  </a:lnTo>
                  <a:lnTo>
                    <a:pt x="574802" y="326555"/>
                  </a:lnTo>
                  <a:lnTo>
                    <a:pt x="571754" y="325805"/>
                  </a:lnTo>
                  <a:lnTo>
                    <a:pt x="570103" y="326161"/>
                  </a:lnTo>
                  <a:lnTo>
                    <a:pt x="568121" y="327215"/>
                  </a:lnTo>
                  <a:lnTo>
                    <a:pt x="561073" y="330822"/>
                  </a:lnTo>
                  <a:lnTo>
                    <a:pt x="527545" y="266052"/>
                  </a:lnTo>
                  <a:lnTo>
                    <a:pt x="520954" y="253314"/>
                  </a:lnTo>
                  <a:lnTo>
                    <a:pt x="496392" y="266052"/>
                  </a:lnTo>
                  <a:lnTo>
                    <a:pt x="495211" y="266687"/>
                  </a:lnTo>
                  <a:lnTo>
                    <a:pt x="494080" y="267906"/>
                  </a:lnTo>
                  <a:lnTo>
                    <a:pt x="493649" y="268973"/>
                  </a:lnTo>
                  <a:lnTo>
                    <a:pt x="493268" y="270217"/>
                  </a:lnTo>
                  <a:lnTo>
                    <a:pt x="493306" y="271513"/>
                  </a:lnTo>
                  <a:lnTo>
                    <a:pt x="493903" y="272618"/>
                  </a:lnTo>
                  <a:lnTo>
                    <a:pt x="494690" y="274002"/>
                  </a:lnTo>
                  <a:lnTo>
                    <a:pt x="495554" y="274675"/>
                  </a:lnTo>
                  <a:lnTo>
                    <a:pt x="498081" y="275386"/>
                  </a:lnTo>
                  <a:lnTo>
                    <a:pt x="499745" y="275031"/>
                  </a:lnTo>
                  <a:lnTo>
                    <a:pt x="501650" y="274002"/>
                  </a:lnTo>
                  <a:lnTo>
                    <a:pt x="517017" y="266052"/>
                  </a:lnTo>
                  <a:lnTo>
                    <a:pt x="544753" y="319633"/>
                  </a:lnTo>
                  <a:lnTo>
                    <a:pt x="544830" y="319773"/>
                  </a:lnTo>
                  <a:lnTo>
                    <a:pt x="540486" y="332117"/>
                  </a:lnTo>
                  <a:lnTo>
                    <a:pt x="511886" y="360464"/>
                  </a:lnTo>
                  <a:lnTo>
                    <a:pt x="511073" y="360464"/>
                  </a:lnTo>
                  <a:lnTo>
                    <a:pt x="506857" y="360845"/>
                  </a:lnTo>
                  <a:lnTo>
                    <a:pt x="496443" y="357403"/>
                  </a:lnTo>
                  <a:lnTo>
                    <a:pt x="492379" y="353834"/>
                  </a:lnTo>
                  <a:lnTo>
                    <a:pt x="489585" y="348411"/>
                  </a:lnTo>
                  <a:lnTo>
                    <a:pt x="463931" y="299008"/>
                  </a:lnTo>
                  <a:lnTo>
                    <a:pt x="457327" y="286270"/>
                  </a:lnTo>
                  <a:lnTo>
                    <a:pt x="437667" y="296494"/>
                  </a:lnTo>
                  <a:lnTo>
                    <a:pt x="435864" y="297408"/>
                  </a:lnTo>
                  <a:lnTo>
                    <a:pt x="434594" y="298538"/>
                  </a:lnTo>
                  <a:lnTo>
                    <a:pt x="434263" y="299580"/>
                  </a:lnTo>
                  <a:lnTo>
                    <a:pt x="434213" y="299770"/>
                  </a:lnTo>
                  <a:lnTo>
                    <a:pt x="433781" y="300812"/>
                  </a:lnTo>
                  <a:lnTo>
                    <a:pt x="433832" y="302221"/>
                  </a:lnTo>
                  <a:lnTo>
                    <a:pt x="435190" y="304863"/>
                  </a:lnTo>
                  <a:lnTo>
                    <a:pt x="435343" y="304863"/>
                  </a:lnTo>
                  <a:lnTo>
                    <a:pt x="436118" y="305473"/>
                  </a:lnTo>
                  <a:lnTo>
                    <a:pt x="438658" y="306171"/>
                  </a:lnTo>
                  <a:lnTo>
                    <a:pt x="440182" y="305828"/>
                  </a:lnTo>
                  <a:lnTo>
                    <a:pt x="442087" y="304863"/>
                  </a:lnTo>
                  <a:lnTo>
                    <a:pt x="453390" y="299008"/>
                  </a:lnTo>
                  <a:lnTo>
                    <a:pt x="481203" y="352729"/>
                  </a:lnTo>
                  <a:lnTo>
                    <a:pt x="485267" y="360464"/>
                  </a:lnTo>
                  <a:lnTo>
                    <a:pt x="491515" y="365823"/>
                  </a:lnTo>
                  <a:lnTo>
                    <a:pt x="506476" y="371030"/>
                  </a:lnTo>
                  <a:lnTo>
                    <a:pt x="513842" y="370039"/>
                  </a:lnTo>
                  <a:lnTo>
                    <a:pt x="545541" y="342671"/>
                  </a:lnTo>
                  <a:lnTo>
                    <a:pt x="550799" y="331279"/>
                  </a:lnTo>
                  <a:lnTo>
                    <a:pt x="557149" y="343471"/>
                  </a:lnTo>
                  <a:lnTo>
                    <a:pt x="572516" y="335508"/>
                  </a:lnTo>
                  <a:lnTo>
                    <a:pt x="574421" y="334479"/>
                  </a:lnTo>
                  <a:lnTo>
                    <a:pt x="575691" y="333349"/>
                  </a:lnTo>
                  <a:lnTo>
                    <a:pt x="576072" y="332422"/>
                  </a:lnTo>
                  <a:lnTo>
                    <a:pt x="576199" y="332117"/>
                  </a:lnTo>
                  <a:lnTo>
                    <a:pt x="576453" y="331279"/>
                  </a:lnTo>
                  <a:lnTo>
                    <a:pt x="576580" y="330873"/>
                  </a:lnTo>
                  <a:close/>
                </a:path>
                <a:path w="1054735" h="602614">
                  <a:moveTo>
                    <a:pt x="698246" y="267906"/>
                  </a:moveTo>
                  <a:lnTo>
                    <a:pt x="698119" y="266687"/>
                  </a:lnTo>
                  <a:lnTo>
                    <a:pt x="697522" y="265582"/>
                  </a:lnTo>
                  <a:lnTo>
                    <a:pt x="696849" y="264248"/>
                  </a:lnTo>
                  <a:lnTo>
                    <a:pt x="695833" y="263461"/>
                  </a:lnTo>
                  <a:lnTo>
                    <a:pt x="694817" y="263182"/>
                  </a:lnTo>
                  <a:lnTo>
                    <a:pt x="693420" y="262826"/>
                  </a:lnTo>
                  <a:lnTo>
                    <a:pt x="691769" y="263182"/>
                  </a:lnTo>
                  <a:lnTo>
                    <a:pt x="689660" y="264248"/>
                  </a:lnTo>
                  <a:lnTo>
                    <a:pt x="682739" y="267855"/>
                  </a:lnTo>
                  <a:lnTo>
                    <a:pt x="655599" y="215480"/>
                  </a:lnTo>
                  <a:lnTo>
                    <a:pt x="653135" y="210807"/>
                  </a:lnTo>
                  <a:lnTo>
                    <a:pt x="653034" y="210604"/>
                  </a:lnTo>
                  <a:lnTo>
                    <a:pt x="650138" y="207708"/>
                  </a:lnTo>
                  <a:lnTo>
                    <a:pt x="649097" y="206667"/>
                  </a:lnTo>
                  <a:lnTo>
                    <a:pt x="638467" y="200621"/>
                  </a:lnTo>
                  <a:lnTo>
                    <a:pt x="633349" y="199047"/>
                  </a:lnTo>
                  <a:lnTo>
                    <a:pt x="621614" y="199047"/>
                  </a:lnTo>
                  <a:lnTo>
                    <a:pt x="588391" y="226949"/>
                  </a:lnTo>
                  <a:lnTo>
                    <a:pt x="585597" y="235839"/>
                  </a:lnTo>
                  <a:lnTo>
                    <a:pt x="579120" y="223253"/>
                  </a:lnTo>
                  <a:lnTo>
                    <a:pt x="563753" y="231203"/>
                  </a:lnTo>
                  <a:lnTo>
                    <a:pt x="561721" y="232232"/>
                  </a:lnTo>
                  <a:lnTo>
                    <a:pt x="560451" y="233362"/>
                  </a:lnTo>
                  <a:lnTo>
                    <a:pt x="560070" y="234594"/>
                  </a:lnTo>
                  <a:lnTo>
                    <a:pt x="559562" y="235839"/>
                  </a:lnTo>
                  <a:lnTo>
                    <a:pt x="559574" y="235978"/>
                  </a:lnTo>
                  <a:lnTo>
                    <a:pt x="564515" y="240995"/>
                  </a:lnTo>
                  <a:lnTo>
                    <a:pt x="566039" y="240652"/>
                  </a:lnTo>
                  <a:lnTo>
                    <a:pt x="568071" y="239623"/>
                  </a:lnTo>
                  <a:lnTo>
                    <a:pt x="575056" y="235978"/>
                  </a:lnTo>
                  <a:lnTo>
                    <a:pt x="610755" y="304863"/>
                  </a:lnTo>
                  <a:lnTo>
                    <a:pt x="610870" y="305066"/>
                  </a:lnTo>
                  <a:lnTo>
                    <a:pt x="601472" y="309943"/>
                  </a:lnTo>
                  <a:lnTo>
                    <a:pt x="599440" y="310972"/>
                  </a:lnTo>
                  <a:lnTo>
                    <a:pt x="598297" y="312089"/>
                  </a:lnTo>
                  <a:lnTo>
                    <a:pt x="597281" y="314502"/>
                  </a:lnTo>
                  <a:lnTo>
                    <a:pt x="597382" y="315518"/>
                  </a:lnTo>
                  <a:lnTo>
                    <a:pt x="597408" y="315734"/>
                  </a:lnTo>
                  <a:lnTo>
                    <a:pt x="598297" y="317461"/>
                  </a:lnTo>
                  <a:lnTo>
                    <a:pt x="598792" y="318274"/>
                  </a:lnTo>
                  <a:lnTo>
                    <a:pt x="599567" y="318947"/>
                  </a:lnTo>
                  <a:lnTo>
                    <a:pt x="602107" y="319633"/>
                  </a:lnTo>
                  <a:lnTo>
                    <a:pt x="603758" y="319303"/>
                  </a:lnTo>
                  <a:lnTo>
                    <a:pt x="636460" y="301015"/>
                  </a:lnTo>
                  <a:lnTo>
                    <a:pt x="636524" y="300812"/>
                  </a:lnTo>
                  <a:lnTo>
                    <a:pt x="636943" y="299770"/>
                  </a:lnTo>
                  <a:lnTo>
                    <a:pt x="636905" y="298361"/>
                  </a:lnTo>
                  <a:lnTo>
                    <a:pt x="635635" y="295922"/>
                  </a:lnTo>
                  <a:lnTo>
                    <a:pt x="634746" y="295135"/>
                  </a:lnTo>
                  <a:lnTo>
                    <a:pt x="632206" y="294500"/>
                  </a:lnTo>
                  <a:lnTo>
                    <a:pt x="630555" y="294855"/>
                  </a:lnTo>
                  <a:lnTo>
                    <a:pt x="628573" y="295922"/>
                  </a:lnTo>
                  <a:lnTo>
                    <a:pt x="619239" y="300761"/>
                  </a:lnTo>
                  <a:lnTo>
                    <a:pt x="592201" y="248526"/>
                  </a:lnTo>
                  <a:lnTo>
                    <a:pt x="594067" y="240995"/>
                  </a:lnTo>
                  <a:lnTo>
                    <a:pt x="594156" y="240652"/>
                  </a:lnTo>
                  <a:lnTo>
                    <a:pt x="594245" y="240296"/>
                  </a:lnTo>
                  <a:lnTo>
                    <a:pt x="594360" y="239814"/>
                  </a:lnTo>
                  <a:lnTo>
                    <a:pt x="595515" y="235978"/>
                  </a:lnTo>
                  <a:lnTo>
                    <a:pt x="595566" y="235839"/>
                  </a:lnTo>
                  <a:lnTo>
                    <a:pt x="596519" y="232664"/>
                  </a:lnTo>
                  <a:lnTo>
                    <a:pt x="627380" y="207708"/>
                  </a:lnTo>
                  <a:lnTo>
                    <a:pt x="640207" y="211378"/>
                  </a:lnTo>
                  <a:lnTo>
                    <a:pt x="644906" y="215239"/>
                  </a:lnTo>
                  <a:lnTo>
                    <a:pt x="674370" y="272173"/>
                  </a:lnTo>
                  <a:lnTo>
                    <a:pt x="665480" y="276821"/>
                  </a:lnTo>
                  <a:lnTo>
                    <a:pt x="664210" y="277952"/>
                  </a:lnTo>
                  <a:lnTo>
                    <a:pt x="663194" y="280365"/>
                  </a:lnTo>
                  <a:lnTo>
                    <a:pt x="663321" y="281597"/>
                  </a:lnTo>
                  <a:lnTo>
                    <a:pt x="663981" y="282905"/>
                  </a:lnTo>
                  <a:lnTo>
                    <a:pt x="664476" y="283832"/>
                  </a:lnTo>
                  <a:lnTo>
                    <a:pt x="664591" y="284035"/>
                  </a:lnTo>
                  <a:lnTo>
                    <a:pt x="665480" y="284810"/>
                  </a:lnTo>
                  <a:lnTo>
                    <a:pt x="668007" y="285521"/>
                  </a:lnTo>
                  <a:lnTo>
                    <a:pt x="669798" y="285153"/>
                  </a:lnTo>
                  <a:lnTo>
                    <a:pt x="693902" y="272618"/>
                  </a:lnTo>
                  <a:lnTo>
                    <a:pt x="696087" y="271513"/>
                  </a:lnTo>
                  <a:lnTo>
                    <a:pt x="697230" y="270383"/>
                  </a:lnTo>
                  <a:lnTo>
                    <a:pt x="698246" y="267906"/>
                  </a:lnTo>
                  <a:close/>
                </a:path>
                <a:path w="1054735" h="602614">
                  <a:moveTo>
                    <a:pt x="812292" y="191909"/>
                  </a:moveTo>
                  <a:lnTo>
                    <a:pt x="810895" y="189077"/>
                  </a:lnTo>
                  <a:lnTo>
                    <a:pt x="810260" y="187947"/>
                  </a:lnTo>
                  <a:lnTo>
                    <a:pt x="809371" y="187198"/>
                  </a:lnTo>
                  <a:lnTo>
                    <a:pt x="807402" y="186575"/>
                  </a:lnTo>
                  <a:lnTo>
                    <a:pt x="805942" y="186575"/>
                  </a:lnTo>
                  <a:lnTo>
                    <a:pt x="803783" y="187706"/>
                  </a:lnTo>
                  <a:lnTo>
                    <a:pt x="802868" y="189077"/>
                  </a:lnTo>
                  <a:lnTo>
                    <a:pt x="802259" y="191046"/>
                  </a:lnTo>
                  <a:lnTo>
                    <a:pt x="799465" y="199136"/>
                  </a:lnTo>
                  <a:lnTo>
                    <a:pt x="772033" y="225767"/>
                  </a:lnTo>
                  <a:lnTo>
                    <a:pt x="755078" y="231114"/>
                  </a:lnTo>
                  <a:lnTo>
                    <a:pt x="747204" y="231114"/>
                  </a:lnTo>
                  <a:lnTo>
                    <a:pt x="714756" y="208305"/>
                  </a:lnTo>
                  <a:lnTo>
                    <a:pt x="709637" y="189077"/>
                  </a:lnTo>
                  <a:lnTo>
                    <a:pt x="709536" y="186575"/>
                  </a:lnTo>
                  <a:lnTo>
                    <a:pt x="732790" y="150583"/>
                  </a:lnTo>
                  <a:lnTo>
                    <a:pt x="753173" y="144500"/>
                  </a:lnTo>
                  <a:lnTo>
                    <a:pt x="759333" y="144843"/>
                  </a:lnTo>
                  <a:lnTo>
                    <a:pt x="767334" y="146075"/>
                  </a:lnTo>
                  <a:lnTo>
                    <a:pt x="772795" y="148945"/>
                  </a:lnTo>
                  <a:lnTo>
                    <a:pt x="775589" y="153428"/>
                  </a:lnTo>
                  <a:lnTo>
                    <a:pt x="776605" y="155143"/>
                  </a:lnTo>
                  <a:lnTo>
                    <a:pt x="777748" y="156184"/>
                  </a:lnTo>
                  <a:lnTo>
                    <a:pt x="780034" y="156921"/>
                  </a:lnTo>
                  <a:lnTo>
                    <a:pt x="780948" y="156921"/>
                  </a:lnTo>
                  <a:lnTo>
                    <a:pt x="783590" y="155575"/>
                  </a:lnTo>
                  <a:lnTo>
                    <a:pt x="784237" y="154749"/>
                  </a:lnTo>
                  <a:lnTo>
                    <a:pt x="784352" y="154622"/>
                  </a:lnTo>
                  <a:lnTo>
                    <a:pt x="784593" y="153428"/>
                  </a:lnTo>
                  <a:lnTo>
                    <a:pt x="784987" y="152120"/>
                  </a:lnTo>
                  <a:lnTo>
                    <a:pt x="784631" y="150583"/>
                  </a:lnTo>
                  <a:lnTo>
                    <a:pt x="783590" y="148374"/>
                  </a:lnTo>
                  <a:lnTo>
                    <a:pt x="781583" y="144500"/>
                  </a:lnTo>
                  <a:lnTo>
                    <a:pt x="777506" y="136677"/>
                  </a:lnTo>
                  <a:lnTo>
                    <a:pt x="773811" y="129540"/>
                  </a:lnTo>
                  <a:lnTo>
                    <a:pt x="772871" y="127660"/>
                  </a:lnTo>
                  <a:lnTo>
                    <a:pt x="772795" y="127495"/>
                  </a:lnTo>
                  <a:lnTo>
                    <a:pt x="771652" y="126238"/>
                  </a:lnTo>
                  <a:lnTo>
                    <a:pt x="770382" y="125793"/>
                  </a:lnTo>
                  <a:lnTo>
                    <a:pt x="769493" y="125450"/>
                  </a:lnTo>
                  <a:lnTo>
                    <a:pt x="767969" y="125450"/>
                  </a:lnTo>
                  <a:lnTo>
                    <a:pt x="765556" y="126707"/>
                  </a:lnTo>
                  <a:lnTo>
                    <a:pt x="764667" y="127660"/>
                  </a:lnTo>
                  <a:lnTo>
                    <a:pt x="764413" y="128917"/>
                  </a:lnTo>
                  <a:lnTo>
                    <a:pt x="764032" y="130187"/>
                  </a:lnTo>
                  <a:lnTo>
                    <a:pt x="764413" y="131851"/>
                  </a:lnTo>
                  <a:lnTo>
                    <a:pt x="766826" y="136677"/>
                  </a:lnTo>
                  <a:lnTo>
                    <a:pt x="757389" y="135242"/>
                  </a:lnTo>
                  <a:lnTo>
                    <a:pt x="719632" y="147726"/>
                  </a:lnTo>
                  <a:lnTo>
                    <a:pt x="700265" y="182524"/>
                  </a:lnTo>
                  <a:lnTo>
                    <a:pt x="700290" y="192925"/>
                  </a:lnTo>
                  <a:lnTo>
                    <a:pt x="718972" y="229044"/>
                  </a:lnTo>
                  <a:lnTo>
                    <a:pt x="746048" y="240614"/>
                  </a:lnTo>
                  <a:lnTo>
                    <a:pt x="755777" y="240614"/>
                  </a:lnTo>
                  <a:lnTo>
                    <a:pt x="765416" y="238582"/>
                  </a:lnTo>
                  <a:lnTo>
                    <a:pt x="765657" y="238582"/>
                  </a:lnTo>
                  <a:lnTo>
                    <a:pt x="775970" y="234302"/>
                  </a:lnTo>
                  <a:lnTo>
                    <a:pt x="781189" y="231114"/>
                  </a:lnTo>
                  <a:lnTo>
                    <a:pt x="785304" y="228612"/>
                  </a:lnTo>
                  <a:lnTo>
                    <a:pt x="793496" y="221856"/>
                  </a:lnTo>
                  <a:lnTo>
                    <a:pt x="800544" y="213995"/>
                  </a:lnTo>
                  <a:lnTo>
                    <a:pt x="806450" y="205066"/>
                  </a:lnTo>
                  <a:lnTo>
                    <a:pt x="810895" y="197243"/>
                  </a:lnTo>
                  <a:lnTo>
                    <a:pt x="812292" y="191909"/>
                  </a:lnTo>
                  <a:close/>
                </a:path>
                <a:path w="1054735" h="602614">
                  <a:moveTo>
                    <a:pt x="981710" y="191744"/>
                  </a:moveTo>
                  <a:lnTo>
                    <a:pt x="976884" y="186550"/>
                  </a:lnTo>
                  <a:lnTo>
                    <a:pt x="975233" y="186918"/>
                  </a:lnTo>
                  <a:lnTo>
                    <a:pt x="862457" y="245300"/>
                  </a:lnTo>
                  <a:lnTo>
                    <a:pt x="858393" y="249859"/>
                  </a:lnTo>
                  <a:lnTo>
                    <a:pt x="858393" y="251091"/>
                  </a:lnTo>
                  <a:lnTo>
                    <a:pt x="859028" y="252349"/>
                  </a:lnTo>
                  <a:lnTo>
                    <a:pt x="859828" y="253631"/>
                  </a:lnTo>
                  <a:lnTo>
                    <a:pt x="860679" y="254381"/>
                  </a:lnTo>
                  <a:lnTo>
                    <a:pt x="863219" y="255016"/>
                  </a:lnTo>
                  <a:lnTo>
                    <a:pt x="864743" y="254660"/>
                  </a:lnTo>
                  <a:lnTo>
                    <a:pt x="866775" y="253631"/>
                  </a:lnTo>
                  <a:lnTo>
                    <a:pt x="979551" y="195237"/>
                  </a:lnTo>
                  <a:lnTo>
                    <a:pt x="980821" y="194119"/>
                  </a:lnTo>
                  <a:lnTo>
                    <a:pt x="981202" y="192925"/>
                  </a:lnTo>
                  <a:lnTo>
                    <a:pt x="981710" y="191744"/>
                  </a:lnTo>
                  <a:close/>
                </a:path>
                <a:path w="1054735" h="602614">
                  <a:moveTo>
                    <a:pt x="1054608" y="66471"/>
                  </a:moveTo>
                  <a:lnTo>
                    <a:pt x="1053084" y="63627"/>
                  </a:lnTo>
                  <a:lnTo>
                    <a:pt x="1052576" y="62509"/>
                  </a:lnTo>
                  <a:lnTo>
                    <a:pt x="1051687" y="61760"/>
                  </a:lnTo>
                  <a:lnTo>
                    <a:pt x="1049718" y="61137"/>
                  </a:lnTo>
                  <a:lnTo>
                    <a:pt x="1048258" y="61137"/>
                  </a:lnTo>
                  <a:lnTo>
                    <a:pt x="1047026" y="61760"/>
                  </a:lnTo>
                  <a:lnTo>
                    <a:pt x="1045972" y="62268"/>
                  </a:lnTo>
                  <a:lnTo>
                    <a:pt x="1045184" y="63627"/>
                  </a:lnTo>
                  <a:lnTo>
                    <a:pt x="1044448" y="65595"/>
                  </a:lnTo>
                  <a:lnTo>
                    <a:pt x="1041781" y="73698"/>
                  </a:lnTo>
                  <a:lnTo>
                    <a:pt x="1037717" y="80670"/>
                  </a:lnTo>
                  <a:lnTo>
                    <a:pt x="1005878" y="103822"/>
                  </a:lnTo>
                  <a:lnTo>
                    <a:pt x="997305" y="105676"/>
                  </a:lnTo>
                  <a:lnTo>
                    <a:pt x="989444" y="105676"/>
                  </a:lnTo>
                  <a:lnTo>
                    <a:pt x="956945" y="82867"/>
                  </a:lnTo>
                  <a:lnTo>
                    <a:pt x="951903" y="62509"/>
                  </a:lnTo>
                  <a:lnTo>
                    <a:pt x="951776" y="59499"/>
                  </a:lnTo>
                  <a:lnTo>
                    <a:pt x="974979" y="25146"/>
                  </a:lnTo>
                  <a:lnTo>
                    <a:pt x="995476" y="19062"/>
                  </a:lnTo>
                  <a:lnTo>
                    <a:pt x="1001649" y="19405"/>
                  </a:lnTo>
                  <a:lnTo>
                    <a:pt x="1009523" y="20637"/>
                  </a:lnTo>
                  <a:lnTo>
                    <a:pt x="1014984" y="23495"/>
                  </a:lnTo>
                  <a:lnTo>
                    <a:pt x="1017778" y="27990"/>
                  </a:lnTo>
                  <a:lnTo>
                    <a:pt x="1018921" y="29705"/>
                  </a:lnTo>
                  <a:lnTo>
                    <a:pt x="1019937" y="30746"/>
                  </a:lnTo>
                  <a:lnTo>
                    <a:pt x="1022223" y="31470"/>
                  </a:lnTo>
                  <a:lnTo>
                    <a:pt x="1023162" y="31470"/>
                  </a:lnTo>
                  <a:lnTo>
                    <a:pt x="1025779" y="30137"/>
                  </a:lnTo>
                  <a:lnTo>
                    <a:pt x="1026426" y="29311"/>
                  </a:lnTo>
                  <a:lnTo>
                    <a:pt x="1026541" y="29184"/>
                  </a:lnTo>
                  <a:lnTo>
                    <a:pt x="1026896" y="27990"/>
                  </a:lnTo>
                  <a:lnTo>
                    <a:pt x="1027176" y="26682"/>
                  </a:lnTo>
                  <a:lnTo>
                    <a:pt x="1026934" y="25146"/>
                  </a:lnTo>
                  <a:lnTo>
                    <a:pt x="1025906" y="22936"/>
                  </a:lnTo>
                  <a:lnTo>
                    <a:pt x="1023886" y="19062"/>
                  </a:lnTo>
                  <a:lnTo>
                    <a:pt x="1019822" y="11239"/>
                  </a:lnTo>
                  <a:lnTo>
                    <a:pt x="1016127" y="4102"/>
                  </a:lnTo>
                  <a:lnTo>
                    <a:pt x="1015187" y="2209"/>
                  </a:lnTo>
                  <a:lnTo>
                    <a:pt x="1015111" y="2044"/>
                  </a:lnTo>
                  <a:lnTo>
                    <a:pt x="1013968" y="800"/>
                  </a:lnTo>
                  <a:lnTo>
                    <a:pt x="1011707" y="0"/>
                  </a:lnTo>
                  <a:lnTo>
                    <a:pt x="1010158" y="0"/>
                  </a:lnTo>
                  <a:lnTo>
                    <a:pt x="1007745" y="1270"/>
                  </a:lnTo>
                  <a:lnTo>
                    <a:pt x="1006983" y="2209"/>
                  </a:lnTo>
                  <a:lnTo>
                    <a:pt x="1006221" y="4749"/>
                  </a:lnTo>
                  <a:lnTo>
                    <a:pt x="1006602" y="6413"/>
                  </a:lnTo>
                  <a:lnTo>
                    <a:pt x="1007745" y="8458"/>
                  </a:lnTo>
                  <a:lnTo>
                    <a:pt x="1009142" y="11239"/>
                  </a:lnTo>
                  <a:lnTo>
                    <a:pt x="999680" y="9804"/>
                  </a:lnTo>
                  <a:lnTo>
                    <a:pt x="990193" y="10198"/>
                  </a:lnTo>
                  <a:lnTo>
                    <a:pt x="980681" y="12420"/>
                  </a:lnTo>
                  <a:lnTo>
                    <a:pt x="948639" y="37553"/>
                  </a:lnTo>
                  <a:lnTo>
                    <a:pt x="942505" y="57073"/>
                  </a:lnTo>
                  <a:lnTo>
                    <a:pt x="942530" y="67487"/>
                  </a:lnTo>
                  <a:lnTo>
                    <a:pt x="961275" y="103593"/>
                  </a:lnTo>
                  <a:lnTo>
                    <a:pt x="988314" y="115163"/>
                  </a:lnTo>
                  <a:lnTo>
                    <a:pt x="998016" y="115163"/>
                  </a:lnTo>
                  <a:lnTo>
                    <a:pt x="1007605" y="113144"/>
                  </a:lnTo>
                  <a:lnTo>
                    <a:pt x="1007884" y="113144"/>
                  </a:lnTo>
                  <a:lnTo>
                    <a:pt x="1018159" y="108851"/>
                  </a:lnTo>
                  <a:lnTo>
                    <a:pt x="1023366" y="105676"/>
                  </a:lnTo>
                  <a:lnTo>
                    <a:pt x="1027493" y="103174"/>
                  </a:lnTo>
                  <a:lnTo>
                    <a:pt x="1035685" y="96405"/>
                  </a:lnTo>
                  <a:lnTo>
                    <a:pt x="1042733" y="88557"/>
                  </a:lnTo>
                  <a:lnTo>
                    <a:pt x="1048639" y="79616"/>
                  </a:lnTo>
                  <a:lnTo>
                    <a:pt x="1053084" y="71805"/>
                  </a:lnTo>
                  <a:lnTo>
                    <a:pt x="1054608" y="66471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58129" y="4195318"/>
              <a:ext cx="3249803" cy="1797799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50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FUNCTIONS</a:t>
            </a:r>
            <a:r>
              <a:rPr spc="-200" dirty="0"/>
              <a:t> </a:t>
            </a:r>
            <a:r>
              <a:rPr dirty="0"/>
              <a:t>AS</a:t>
            </a:r>
            <a:r>
              <a:rPr spc="-200" dirty="0"/>
              <a:t> </a:t>
            </a:r>
            <a:r>
              <a:rPr spc="-35" dirty="0"/>
              <a:t>ARGUMENTS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25" dirty="0"/>
              <a:t>36</a:t>
            </a:fld>
            <a:endParaRPr spc="-25" dirty="0"/>
          </a:p>
        </p:txBody>
      </p:sp>
      <p:sp>
        <p:nvSpPr>
          <p:cNvPr id="10" name="object 10"/>
          <p:cNvSpPr txBox="1"/>
          <p:nvPr/>
        </p:nvSpPr>
        <p:spPr>
          <a:xfrm>
            <a:off x="348234" y="1813051"/>
            <a:ext cx="7620000" cy="34290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16915" indent="-242570">
              <a:lnSpc>
                <a:spcPct val="100000"/>
              </a:lnSpc>
              <a:spcBef>
                <a:spcPts val="105"/>
              </a:spcBef>
              <a:buClr>
                <a:srgbClr val="585858"/>
              </a:buClr>
              <a:buFont typeface="Wingdings"/>
              <a:buChar char=""/>
              <a:tabLst>
                <a:tab pos="716915" algn="l"/>
              </a:tabLst>
            </a:pPr>
            <a:r>
              <a:rPr sz="2800" dirty="0">
                <a:latin typeface="Calibri"/>
                <a:cs typeface="Calibri"/>
              </a:rPr>
              <a:t>arguments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take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any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type,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even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functions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urier New"/>
                <a:cs typeface="Courier New"/>
              </a:rPr>
              <a:t>def</a:t>
            </a:r>
            <a:r>
              <a:rPr sz="1800" spc="-3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func_a():</a:t>
            </a:r>
            <a:endParaRPr sz="1800">
              <a:latin typeface="Courier New"/>
              <a:cs typeface="Courier New"/>
            </a:endParaRPr>
          </a:p>
          <a:p>
            <a:pPr marL="12700" marR="4184650" indent="546100">
              <a:lnSpc>
                <a:spcPct val="140000"/>
              </a:lnSpc>
            </a:pPr>
            <a:r>
              <a:rPr sz="1800" dirty="0">
                <a:latin typeface="Courier New"/>
                <a:cs typeface="Courier New"/>
              </a:rPr>
              <a:t>print</a:t>
            </a:r>
            <a:r>
              <a:rPr sz="1800" spc="-6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'inside</a:t>
            </a:r>
            <a:r>
              <a:rPr sz="1800" spc="-6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func_a' </a:t>
            </a:r>
            <a:r>
              <a:rPr sz="1800" dirty="0">
                <a:latin typeface="Courier New"/>
                <a:cs typeface="Courier New"/>
              </a:rPr>
              <a:t>def</a:t>
            </a:r>
            <a:r>
              <a:rPr sz="1800" spc="-3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func_b(y):</a:t>
            </a:r>
            <a:endParaRPr sz="1800">
              <a:latin typeface="Courier New"/>
              <a:cs typeface="Courier New"/>
            </a:endParaRPr>
          </a:p>
          <a:p>
            <a:pPr marL="558800" marR="4184650">
              <a:lnSpc>
                <a:spcPct val="140000"/>
              </a:lnSpc>
            </a:pPr>
            <a:r>
              <a:rPr sz="1800" dirty="0">
                <a:latin typeface="Courier New"/>
                <a:cs typeface="Courier New"/>
              </a:rPr>
              <a:t>print</a:t>
            </a:r>
            <a:r>
              <a:rPr sz="1800" spc="-6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'inside</a:t>
            </a:r>
            <a:r>
              <a:rPr sz="1800" spc="-6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func_b' </a:t>
            </a:r>
            <a:r>
              <a:rPr sz="1800" dirty="0">
                <a:latin typeface="Courier New"/>
                <a:cs typeface="Courier New"/>
              </a:rPr>
              <a:t>return</a:t>
            </a:r>
            <a:r>
              <a:rPr sz="1800" spc="-70" dirty="0">
                <a:latin typeface="Courier New"/>
                <a:cs typeface="Courier New"/>
              </a:rPr>
              <a:t> </a:t>
            </a:r>
            <a:r>
              <a:rPr sz="1800" spc="-50" dirty="0">
                <a:latin typeface="Courier New"/>
                <a:cs typeface="Courier New"/>
              </a:rPr>
              <a:t>y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1800" dirty="0">
                <a:latin typeface="Courier New"/>
                <a:cs typeface="Courier New"/>
              </a:rPr>
              <a:t>def</a:t>
            </a:r>
            <a:r>
              <a:rPr sz="1800" spc="-3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func_c(z):</a:t>
            </a:r>
            <a:endParaRPr sz="1800">
              <a:latin typeface="Courier New"/>
              <a:cs typeface="Courier New"/>
            </a:endParaRPr>
          </a:p>
          <a:p>
            <a:pPr marL="558800" marR="4184650">
              <a:lnSpc>
                <a:spcPct val="140000"/>
              </a:lnSpc>
            </a:pPr>
            <a:r>
              <a:rPr sz="1800" dirty="0">
                <a:latin typeface="Courier New"/>
                <a:cs typeface="Courier New"/>
              </a:rPr>
              <a:t>print</a:t>
            </a:r>
            <a:r>
              <a:rPr sz="1800" spc="-6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'inside</a:t>
            </a:r>
            <a:r>
              <a:rPr sz="1800" spc="-6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func_c' </a:t>
            </a:r>
            <a:r>
              <a:rPr sz="1800" dirty="0">
                <a:latin typeface="Courier New"/>
                <a:cs typeface="Courier New"/>
              </a:rPr>
              <a:t>return</a:t>
            </a:r>
            <a:r>
              <a:rPr sz="1800" spc="-70" dirty="0">
                <a:latin typeface="Courier New"/>
                <a:cs typeface="Courier New"/>
              </a:rPr>
              <a:t> </a:t>
            </a:r>
            <a:r>
              <a:rPr sz="1800" spc="-25" dirty="0">
                <a:latin typeface="Courier New"/>
                <a:cs typeface="Courier New"/>
              </a:rPr>
              <a:t>z()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48234" y="5325871"/>
            <a:ext cx="7092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ourier New"/>
                <a:cs typeface="Courier New"/>
              </a:rPr>
              <a:t>print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06042" y="5358765"/>
            <a:ext cx="3088640" cy="314325"/>
          </a:xfrm>
          <a:prstGeom prst="rect">
            <a:avLst/>
          </a:prstGeom>
          <a:ln w="16001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3660">
              <a:lnSpc>
                <a:spcPts val="2000"/>
              </a:lnSpc>
            </a:pPr>
            <a:r>
              <a:rPr sz="1800" spc="-10" dirty="0">
                <a:latin typeface="Courier New"/>
                <a:cs typeface="Courier New"/>
              </a:rPr>
              <a:t>func_a()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48234" y="5709920"/>
            <a:ext cx="12560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urier New"/>
                <a:cs typeface="Courier New"/>
              </a:rPr>
              <a:t>print</a:t>
            </a:r>
            <a:r>
              <a:rPr sz="1800" spc="-3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5</a:t>
            </a:r>
            <a:r>
              <a:rPr sz="1800" spc="-25" dirty="0">
                <a:latin typeface="Courier New"/>
                <a:cs typeface="Courier New"/>
              </a:rPr>
              <a:t> </a:t>
            </a:r>
            <a:r>
              <a:rPr sz="1800" spc="-50" dirty="0">
                <a:latin typeface="Courier New"/>
                <a:cs typeface="Courier New"/>
              </a:rPr>
              <a:t>+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67636" y="5748146"/>
            <a:ext cx="2519680" cy="292100"/>
          </a:xfrm>
          <a:prstGeom prst="rect">
            <a:avLst/>
          </a:prstGeom>
          <a:ln w="16001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58419">
              <a:lnSpc>
                <a:spcPts val="1960"/>
              </a:lnSpc>
            </a:pPr>
            <a:r>
              <a:rPr sz="1800" spc="-10" dirty="0">
                <a:latin typeface="Courier New"/>
                <a:cs typeface="Courier New"/>
              </a:rPr>
              <a:t>func_b(2)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48234" y="6093967"/>
            <a:ext cx="7092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ourier New"/>
                <a:cs typeface="Courier New"/>
              </a:rPr>
              <a:t>print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04519" y="6100190"/>
            <a:ext cx="3089275" cy="314325"/>
          </a:xfrm>
          <a:prstGeom prst="rect">
            <a:avLst/>
          </a:prstGeom>
          <a:ln w="16001">
            <a:solidFill>
              <a:srgbClr val="FF0000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r>
              <a:rPr sz="1800" spc="-10" dirty="0">
                <a:latin typeface="Courier New"/>
                <a:cs typeface="Courier New"/>
              </a:rPr>
              <a:t>func_c(func_a)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334505"/>
            <a:ext cx="9144000" cy="523875"/>
            <a:chOff x="0" y="6334505"/>
            <a:chExt cx="9144000" cy="523875"/>
          </a:xfrm>
        </p:grpSpPr>
        <p:sp>
          <p:nvSpPr>
            <p:cNvPr id="3" name="object 3"/>
            <p:cNvSpPr/>
            <p:nvPr/>
          </p:nvSpPr>
          <p:spPr>
            <a:xfrm>
              <a:off x="0" y="6400799"/>
              <a:ext cx="9144000" cy="457200"/>
            </a:xfrm>
            <a:custGeom>
              <a:avLst/>
              <a:gdLst/>
              <a:ahLst/>
              <a:cxnLst/>
              <a:rect l="l" t="t" r="r" b="b"/>
              <a:pathLst>
                <a:path w="9144000" h="457200">
                  <a:moveTo>
                    <a:pt x="91440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9144000" y="4572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334505"/>
              <a:ext cx="9144000" cy="66040"/>
            </a:xfrm>
            <a:custGeom>
              <a:avLst/>
              <a:gdLst/>
              <a:ahLst/>
              <a:cxnLst/>
              <a:rect l="l" t="t" r="r" b="b"/>
              <a:pathLst>
                <a:path w="9144000" h="66039">
                  <a:moveTo>
                    <a:pt x="9144000" y="0"/>
                  </a:moveTo>
                  <a:lnTo>
                    <a:pt x="0" y="0"/>
                  </a:lnTo>
                  <a:lnTo>
                    <a:pt x="0" y="65532"/>
                  </a:lnTo>
                  <a:lnTo>
                    <a:pt x="9144000" y="65532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895350" y="1738122"/>
            <a:ext cx="7475220" cy="0"/>
          </a:xfrm>
          <a:custGeom>
            <a:avLst/>
            <a:gdLst/>
            <a:ahLst/>
            <a:cxnLst/>
            <a:rect l="l" t="t" r="r" b="b"/>
            <a:pathLst>
              <a:path w="7475220">
                <a:moveTo>
                  <a:pt x="0" y="0"/>
                </a:moveTo>
                <a:lnTo>
                  <a:pt x="747522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50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FUNCTIONS</a:t>
            </a:r>
            <a:r>
              <a:rPr spc="-200" dirty="0"/>
              <a:t> </a:t>
            </a:r>
            <a:r>
              <a:rPr dirty="0"/>
              <a:t>AS</a:t>
            </a:r>
            <a:r>
              <a:rPr spc="-200" dirty="0"/>
              <a:t> </a:t>
            </a:r>
            <a:r>
              <a:rPr spc="-35" dirty="0"/>
              <a:t>ARGUMENTS</a:t>
            </a: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29184" y="2304220"/>
          <a:ext cx="3479164" cy="29444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0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19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66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1310">
                <a:tc>
                  <a:txBody>
                    <a:bodyPr/>
                    <a:lstStyle/>
                    <a:p>
                      <a:pPr marR="27940" algn="ctr">
                        <a:lnSpc>
                          <a:spcPts val="1860"/>
                        </a:lnSpc>
                      </a:pPr>
                      <a:r>
                        <a:rPr sz="1800" spc="-25" dirty="0">
                          <a:latin typeface="Courier New"/>
                          <a:cs typeface="Courier New"/>
                        </a:rPr>
                        <a:t>def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860"/>
                        </a:lnSpc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func_a():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35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print</a:t>
                      </a:r>
                      <a:r>
                        <a:rPr sz="1800" spc="-5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10" dirty="0">
                          <a:latin typeface="Courier New"/>
                          <a:cs typeface="Courier New"/>
                        </a:rPr>
                        <a:t>'inside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24130" marB="0"/>
                </a:tc>
                <a:tc>
                  <a:txBody>
                    <a:bodyPr/>
                    <a:lstStyle/>
                    <a:p>
                      <a:pPr marL="3556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func_a'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2413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3540">
                <a:tc>
                  <a:txBody>
                    <a:bodyPr/>
                    <a:lstStyle/>
                    <a:p>
                      <a:pPr marR="2794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800" spc="-25" dirty="0">
                          <a:latin typeface="Courier New"/>
                          <a:cs typeface="Courier New"/>
                        </a:rPr>
                        <a:t>def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2413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func_b(y):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2413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35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print</a:t>
                      </a:r>
                      <a:r>
                        <a:rPr sz="1800" spc="-5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10" dirty="0">
                          <a:latin typeface="Courier New"/>
                          <a:cs typeface="Courier New"/>
                        </a:rPr>
                        <a:t>'inside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24130" marB="0"/>
                </a:tc>
                <a:tc>
                  <a:txBody>
                    <a:bodyPr/>
                    <a:lstStyle/>
                    <a:p>
                      <a:pPr marL="3556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func_b'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2413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35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return</a:t>
                      </a:r>
                      <a:r>
                        <a:rPr sz="1800" spc="-7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50" dirty="0">
                          <a:latin typeface="Courier New"/>
                          <a:cs typeface="Courier New"/>
                        </a:rPr>
                        <a:t>y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2413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175">
                <a:tc>
                  <a:txBody>
                    <a:bodyPr/>
                    <a:lstStyle/>
                    <a:p>
                      <a:pPr marR="2794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800" spc="-25" dirty="0">
                          <a:latin typeface="Courier New"/>
                          <a:cs typeface="Courier New"/>
                        </a:rPr>
                        <a:t>def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2413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func_c(z):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2413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35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print</a:t>
                      </a:r>
                      <a:r>
                        <a:rPr sz="1800" spc="-5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10" dirty="0">
                          <a:latin typeface="Courier New"/>
                          <a:cs typeface="Courier New"/>
                        </a:rPr>
                        <a:t>'inside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24130" marB="0"/>
                </a:tc>
                <a:tc>
                  <a:txBody>
                    <a:bodyPr/>
                    <a:lstStyle/>
                    <a:p>
                      <a:pPr marL="3556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func_c'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2413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13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return</a:t>
                      </a:r>
                      <a:r>
                        <a:rPr sz="1800" spc="-7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25" dirty="0">
                          <a:latin typeface="Courier New"/>
                          <a:cs typeface="Courier New"/>
                        </a:rPr>
                        <a:t>z()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2413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8" name="object 8"/>
          <p:cNvGrpSpPr/>
          <p:nvPr/>
        </p:nvGrpSpPr>
        <p:grpSpPr>
          <a:xfrm>
            <a:off x="0" y="1844548"/>
            <a:ext cx="9144000" cy="4732020"/>
            <a:chOff x="0" y="1844548"/>
            <a:chExt cx="9144000" cy="4732020"/>
          </a:xfrm>
        </p:grpSpPr>
        <p:sp>
          <p:nvSpPr>
            <p:cNvPr id="9" name="object 9"/>
            <p:cNvSpPr/>
            <p:nvPr/>
          </p:nvSpPr>
          <p:spPr>
            <a:xfrm>
              <a:off x="0" y="6250686"/>
              <a:ext cx="9144000" cy="325755"/>
            </a:xfrm>
            <a:custGeom>
              <a:avLst/>
              <a:gdLst/>
              <a:ahLst/>
              <a:cxnLst/>
              <a:rect l="l" t="t" r="r" b="b"/>
              <a:pathLst>
                <a:path w="9144000" h="325754">
                  <a:moveTo>
                    <a:pt x="9144000" y="0"/>
                  </a:moveTo>
                  <a:lnTo>
                    <a:pt x="0" y="0"/>
                  </a:lnTo>
                  <a:lnTo>
                    <a:pt x="0" y="325373"/>
                  </a:lnTo>
                  <a:lnTo>
                    <a:pt x="9144000" y="325373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930015" y="1852803"/>
              <a:ext cx="1866264" cy="4670425"/>
            </a:xfrm>
            <a:custGeom>
              <a:avLst/>
              <a:gdLst/>
              <a:ahLst/>
              <a:cxnLst/>
              <a:rect l="l" t="t" r="r" b="b"/>
              <a:pathLst>
                <a:path w="1866264" h="4670425">
                  <a:moveTo>
                    <a:pt x="1866138" y="0"/>
                  </a:moveTo>
                  <a:lnTo>
                    <a:pt x="0" y="0"/>
                  </a:lnTo>
                  <a:lnTo>
                    <a:pt x="0" y="4670298"/>
                  </a:lnTo>
                  <a:lnTo>
                    <a:pt x="1866138" y="4670298"/>
                  </a:lnTo>
                  <a:lnTo>
                    <a:pt x="1866138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930015" y="1852803"/>
              <a:ext cx="1866264" cy="4670425"/>
            </a:xfrm>
            <a:custGeom>
              <a:avLst/>
              <a:gdLst/>
              <a:ahLst/>
              <a:cxnLst/>
              <a:rect l="l" t="t" r="r" b="b"/>
              <a:pathLst>
                <a:path w="1866264" h="4670425">
                  <a:moveTo>
                    <a:pt x="0" y="4670298"/>
                  </a:moveTo>
                  <a:lnTo>
                    <a:pt x="1866138" y="4670298"/>
                  </a:lnTo>
                  <a:lnTo>
                    <a:pt x="1866138" y="0"/>
                  </a:lnTo>
                  <a:lnTo>
                    <a:pt x="0" y="0"/>
                  </a:lnTo>
                  <a:lnTo>
                    <a:pt x="0" y="4670298"/>
                  </a:lnTo>
                  <a:close/>
                </a:path>
              </a:pathLst>
            </a:custGeom>
            <a:ln w="16002">
              <a:solidFill>
                <a:srgbClr val="0013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008628" y="2419603"/>
            <a:ext cx="655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func_a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008628" y="3242817"/>
            <a:ext cx="6661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func_b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008628" y="4065778"/>
            <a:ext cx="6432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func_c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833873" y="2374138"/>
            <a:ext cx="857250" cy="560070"/>
            <a:chOff x="4833873" y="2374138"/>
            <a:chExt cx="857250" cy="560070"/>
          </a:xfrm>
        </p:grpSpPr>
        <p:sp>
          <p:nvSpPr>
            <p:cNvPr id="16" name="object 16"/>
            <p:cNvSpPr/>
            <p:nvPr/>
          </p:nvSpPr>
          <p:spPr>
            <a:xfrm>
              <a:off x="4842128" y="2382393"/>
              <a:ext cx="840740" cy="543560"/>
            </a:xfrm>
            <a:custGeom>
              <a:avLst/>
              <a:gdLst/>
              <a:ahLst/>
              <a:cxnLst/>
              <a:rect l="l" t="t" r="r" b="b"/>
              <a:pathLst>
                <a:path w="840739" h="543560">
                  <a:moveTo>
                    <a:pt x="840486" y="0"/>
                  </a:moveTo>
                  <a:lnTo>
                    <a:pt x="0" y="0"/>
                  </a:lnTo>
                  <a:lnTo>
                    <a:pt x="0" y="543305"/>
                  </a:lnTo>
                  <a:lnTo>
                    <a:pt x="840486" y="543305"/>
                  </a:lnTo>
                  <a:lnTo>
                    <a:pt x="840486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842128" y="2382393"/>
              <a:ext cx="840740" cy="543560"/>
            </a:xfrm>
            <a:custGeom>
              <a:avLst/>
              <a:gdLst/>
              <a:ahLst/>
              <a:cxnLst/>
              <a:rect l="l" t="t" r="r" b="b"/>
              <a:pathLst>
                <a:path w="840739" h="543560">
                  <a:moveTo>
                    <a:pt x="0" y="543305"/>
                  </a:moveTo>
                  <a:lnTo>
                    <a:pt x="840486" y="543305"/>
                  </a:lnTo>
                  <a:lnTo>
                    <a:pt x="840486" y="0"/>
                  </a:lnTo>
                  <a:lnTo>
                    <a:pt x="0" y="0"/>
                  </a:lnTo>
                  <a:lnTo>
                    <a:pt x="0" y="543305"/>
                  </a:lnTo>
                  <a:close/>
                </a:path>
              </a:pathLst>
            </a:custGeom>
            <a:ln w="16002">
              <a:solidFill>
                <a:srgbClr val="3E3E3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988559" y="2352294"/>
            <a:ext cx="5480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895" marR="5080" indent="-3683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Some code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833873" y="3085845"/>
            <a:ext cx="857250" cy="560705"/>
            <a:chOff x="4833873" y="3085845"/>
            <a:chExt cx="857250" cy="560705"/>
          </a:xfrm>
        </p:grpSpPr>
        <p:sp>
          <p:nvSpPr>
            <p:cNvPr id="20" name="object 20"/>
            <p:cNvSpPr/>
            <p:nvPr/>
          </p:nvSpPr>
          <p:spPr>
            <a:xfrm>
              <a:off x="4842128" y="3094100"/>
              <a:ext cx="840740" cy="544195"/>
            </a:xfrm>
            <a:custGeom>
              <a:avLst/>
              <a:gdLst/>
              <a:ahLst/>
              <a:cxnLst/>
              <a:rect l="l" t="t" r="r" b="b"/>
              <a:pathLst>
                <a:path w="840739" h="544195">
                  <a:moveTo>
                    <a:pt x="840486" y="0"/>
                  </a:moveTo>
                  <a:lnTo>
                    <a:pt x="0" y="0"/>
                  </a:lnTo>
                  <a:lnTo>
                    <a:pt x="0" y="544068"/>
                  </a:lnTo>
                  <a:lnTo>
                    <a:pt x="840486" y="544068"/>
                  </a:lnTo>
                  <a:lnTo>
                    <a:pt x="840486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842128" y="3094100"/>
              <a:ext cx="840740" cy="544195"/>
            </a:xfrm>
            <a:custGeom>
              <a:avLst/>
              <a:gdLst/>
              <a:ahLst/>
              <a:cxnLst/>
              <a:rect l="l" t="t" r="r" b="b"/>
              <a:pathLst>
                <a:path w="840739" h="544195">
                  <a:moveTo>
                    <a:pt x="0" y="544068"/>
                  </a:moveTo>
                  <a:lnTo>
                    <a:pt x="840486" y="544068"/>
                  </a:lnTo>
                  <a:lnTo>
                    <a:pt x="840486" y="0"/>
                  </a:lnTo>
                  <a:lnTo>
                    <a:pt x="0" y="0"/>
                  </a:lnTo>
                  <a:lnTo>
                    <a:pt x="0" y="544068"/>
                  </a:lnTo>
                  <a:close/>
                </a:path>
              </a:pathLst>
            </a:custGeom>
            <a:ln w="16001">
              <a:solidFill>
                <a:srgbClr val="3E3E3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988559" y="3064764"/>
            <a:ext cx="5480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895" marR="5080" indent="-3683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Some code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828540" y="3819652"/>
            <a:ext cx="857250" cy="560705"/>
            <a:chOff x="4828540" y="3819652"/>
            <a:chExt cx="857250" cy="560705"/>
          </a:xfrm>
        </p:grpSpPr>
        <p:sp>
          <p:nvSpPr>
            <p:cNvPr id="24" name="object 24"/>
            <p:cNvSpPr/>
            <p:nvPr/>
          </p:nvSpPr>
          <p:spPr>
            <a:xfrm>
              <a:off x="4836795" y="3827907"/>
              <a:ext cx="840740" cy="544195"/>
            </a:xfrm>
            <a:custGeom>
              <a:avLst/>
              <a:gdLst/>
              <a:ahLst/>
              <a:cxnLst/>
              <a:rect l="l" t="t" r="r" b="b"/>
              <a:pathLst>
                <a:path w="840739" h="544195">
                  <a:moveTo>
                    <a:pt x="840486" y="0"/>
                  </a:moveTo>
                  <a:lnTo>
                    <a:pt x="0" y="0"/>
                  </a:lnTo>
                  <a:lnTo>
                    <a:pt x="0" y="544068"/>
                  </a:lnTo>
                  <a:lnTo>
                    <a:pt x="840486" y="544068"/>
                  </a:lnTo>
                  <a:lnTo>
                    <a:pt x="840486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836795" y="3827907"/>
              <a:ext cx="840740" cy="544195"/>
            </a:xfrm>
            <a:custGeom>
              <a:avLst/>
              <a:gdLst/>
              <a:ahLst/>
              <a:cxnLst/>
              <a:rect l="l" t="t" r="r" b="b"/>
              <a:pathLst>
                <a:path w="840739" h="544195">
                  <a:moveTo>
                    <a:pt x="0" y="544068"/>
                  </a:moveTo>
                  <a:lnTo>
                    <a:pt x="840486" y="544068"/>
                  </a:lnTo>
                  <a:lnTo>
                    <a:pt x="840486" y="0"/>
                  </a:lnTo>
                  <a:lnTo>
                    <a:pt x="0" y="0"/>
                  </a:lnTo>
                  <a:lnTo>
                    <a:pt x="0" y="544068"/>
                  </a:lnTo>
                  <a:close/>
                </a:path>
              </a:pathLst>
            </a:custGeom>
            <a:ln w="16001">
              <a:solidFill>
                <a:srgbClr val="3E3E3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4983734" y="3798570"/>
            <a:ext cx="5480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895" marR="5080" indent="-3683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Some code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5844285" y="1844548"/>
            <a:ext cx="1882775" cy="1089660"/>
            <a:chOff x="5844285" y="1844548"/>
            <a:chExt cx="1882775" cy="1089660"/>
          </a:xfrm>
        </p:grpSpPr>
        <p:sp>
          <p:nvSpPr>
            <p:cNvPr id="28" name="object 28"/>
            <p:cNvSpPr/>
            <p:nvPr/>
          </p:nvSpPr>
          <p:spPr>
            <a:xfrm>
              <a:off x="5852540" y="1852803"/>
              <a:ext cx="1866264" cy="1073150"/>
            </a:xfrm>
            <a:custGeom>
              <a:avLst/>
              <a:gdLst/>
              <a:ahLst/>
              <a:cxnLst/>
              <a:rect l="l" t="t" r="r" b="b"/>
              <a:pathLst>
                <a:path w="1866265" h="1073150">
                  <a:moveTo>
                    <a:pt x="1866138" y="0"/>
                  </a:moveTo>
                  <a:lnTo>
                    <a:pt x="0" y="0"/>
                  </a:lnTo>
                  <a:lnTo>
                    <a:pt x="0" y="1072896"/>
                  </a:lnTo>
                  <a:lnTo>
                    <a:pt x="1866138" y="1072896"/>
                  </a:lnTo>
                  <a:lnTo>
                    <a:pt x="1866138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852540" y="1852803"/>
              <a:ext cx="1866264" cy="1073150"/>
            </a:xfrm>
            <a:custGeom>
              <a:avLst/>
              <a:gdLst/>
              <a:ahLst/>
              <a:cxnLst/>
              <a:rect l="l" t="t" r="r" b="b"/>
              <a:pathLst>
                <a:path w="1866265" h="1073150">
                  <a:moveTo>
                    <a:pt x="0" y="1072896"/>
                  </a:moveTo>
                  <a:lnTo>
                    <a:pt x="1866138" y="1072896"/>
                  </a:lnTo>
                  <a:lnTo>
                    <a:pt x="1866138" y="0"/>
                  </a:lnTo>
                  <a:lnTo>
                    <a:pt x="0" y="0"/>
                  </a:lnTo>
                  <a:lnTo>
                    <a:pt x="0" y="1072896"/>
                  </a:lnTo>
                  <a:close/>
                </a:path>
              </a:pathLst>
            </a:custGeom>
            <a:ln w="16002">
              <a:solidFill>
                <a:srgbClr val="0013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4008628" y="1870964"/>
            <a:ext cx="31711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34845" algn="l"/>
              </a:tabLst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Global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scope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	func_a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scope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629145" y="4660392"/>
            <a:ext cx="12553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returns</a:t>
            </a:r>
            <a:r>
              <a:rPr sz="1800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Calibri"/>
                <a:cs typeface="Calibri"/>
              </a:rPr>
              <a:t>None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1034796" y="2643251"/>
            <a:ext cx="6409055" cy="3053715"/>
            <a:chOff x="1034796" y="2643251"/>
            <a:chExt cx="6409055" cy="3053715"/>
          </a:xfrm>
        </p:grpSpPr>
        <p:sp>
          <p:nvSpPr>
            <p:cNvPr id="33" name="object 33"/>
            <p:cNvSpPr/>
            <p:nvPr/>
          </p:nvSpPr>
          <p:spPr>
            <a:xfrm>
              <a:off x="5040884" y="2643251"/>
              <a:ext cx="2402840" cy="2262505"/>
            </a:xfrm>
            <a:custGeom>
              <a:avLst/>
              <a:gdLst/>
              <a:ahLst/>
              <a:cxnLst/>
              <a:rect l="l" t="t" r="r" b="b"/>
              <a:pathLst>
                <a:path w="2402840" h="2262504">
                  <a:moveTo>
                    <a:pt x="183868" y="2132867"/>
                  </a:moveTo>
                  <a:lnTo>
                    <a:pt x="169597" y="2167890"/>
                  </a:lnTo>
                  <a:lnTo>
                    <a:pt x="169481" y="2168174"/>
                  </a:lnTo>
                  <a:lnTo>
                    <a:pt x="201549" y="2179828"/>
                  </a:lnTo>
                  <a:lnTo>
                    <a:pt x="244475" y="2193036"/>
                  </a:lnTo>
                  <a:lnTo>
                    <a:pt x="287782" y="2205101"/>
                  </a:lnTo>
                  <a:lnTo>
                    <a:pt x="331089" y="2216023"/>
                  </a:lnTo>
                  <a:lnTo>
                    <a:pt x="374904" y="2225802"/>
                  </a:lnTo>
                  <a:lnTo>
                    <a:pt x="418719" y="2234438"/>
                  </a:lnTo>
                  <a:lnTo>
                    <a:pt x="462788" y="2241931"/>
                  </a:lnTo>
                  <a:lnTo>
                    <a:pt x="506984" y="2248154"/>
                  </a:lnTo>
                  <a:lnTo>
                    <a:pt x="551307" y="2253361"/>
                  </a:lnTo>
                  <a:lnTo>
                    <a:pt x="595757" y="2257425"/>
                  </a:lnTo>
                  <a:lnTo>
                    <a:pt x="640334" y="2260346"/>
                  </a:lnTo>
                  <a:lnTo>
                    <a:pt x="684911" y="2261997"/>
                  </a:lnTo>
                  <a:lnTo>
                    <a:pt x="729361" y="2262505"/>
                  </a:lnTo>
                  <a:lnTo>
                    <a:pt x="774065" y="2261870"/>
                  </a:lnTo>
                  <a:lnTo>
                    <a:pt x="815213" y="2260346"/>
                  </a:lnTo>
                  <a:lnTo>
                    <a:pt x="816703" y="2260346"/>
                  </a:lnTo>
                  <a:lnTo>
                    <a:pt x="861280" y="2257425"/>
                  </a:lnTo>
                  <a:lnTo>
                    <a:pt x="861829" y="2257425"/>
                  </a:lnTo>
                  <a:lnTo>
                    <a:pt x="907669" y="2253234"/>
                  </a:lnTo>
                  <a:lnTo>
                    <a:pt x="952119" y="2248027"/>
                  </a:lnTo>
                  <a:lnTo>
                    <a:pt x="996442" y="2241677"/>
                  </a:lnTo>
                  <a:lnTo>
                    <a:pt x="1040511" y="2234184"/>
                  </a:lnTo>
                  <a:lnTo>
                    <a:pt x="1084580" y="2225421"/>
                  </a:lnTo>
                  <a:lnTo>
                    <a:pt x="1089060" y="2224405"/>
                  </a:lnTo>
                  <a:lnTo>
                    <a:pt x="728980" y="2224405"/>
                  </a:lnTo>
                  <a:lnTo>
                    <a:pt x="685292" y="2223897"/>
                  </a:lnTo>
                  <a:lnTo>
                    <a:pt x="641858" y="2222246"/>
                  </a:lnTo>
                  <a:lnTo>
                    <a:pt x="598170" y="2219452"/>
                  </a:lnTo>
                  <a:lnTo>
                    <a:pt x="556093" y="2215515"/>
                  </a:lnTo>
                  <a:lnTo>
                    <a:pt x="555818" y="2215515"/>
                  </a:lnTo>
                  <a:lnTo>
                    <a:pt x="511429" y="2210308"/>
                  </a:lnTo>
                  <a:lnTo>
                    <a:pt x="468249" y="2204212"/>
                  </a:lnTo>
                  <a:lnTo>
                    <a:pt x="425069" y="2196846"/>
                  </a:lnTo>
                  <a:lnTo>
                    <a:pt x="382270" y="2188464"/>
                  </a:lnTo>
                  <a:lnTo>
                    <a:pt x="339471" y="2178812"/>
                  </a:lnTo>
                  <a:lnTo>
                    <a:pt x="297048" y="2168174"/>
                  </a:lnTo>
                  <a:lnTo>
                    <a:pt x="254889" y="2156333"/>
                  </a:lnTo>
                  <a:lnTo>
                    <a:pt x="212852" y="2143379"/>
                  </a:lnTo>
                  <a:lnTo>
                    <a:pt x="183868" y="2132867"/>
                  </a:lnTo>
                  <a:close/>
                </a:path>
                <a:path w="2402840" h="2262504">
                  <a:moveTo>
                    <a:pt x="212344" y="2062988"/>
                  </a:moveTo>
                  <a:lnTo>
                    <a:pt x="0" y="2079370"/>
                  </a:lnTo>
                  <a:lnTo>
                    <a:pt x="140462" y="2239391"/>
                  </a:lnTo>
                  <a:lnTo>
                    <a:pt x="169481" y="2168174"/>
                  </a:lnTo>
                  <a:lnTo>
                    <a:pt x="152273" y="2161921"/>
                  </a:lnTo>
                  <a:lnTo>
                    <a:pt x="165227" y="2126107"/>
                  </a:lnTo>
                  <a:lnTo>
                    <a:pt x="186623" y="2126107"/>
                  </a:lnTo>
                  <a:lnTo>
                    <a:pt x="212240" y="2063242"/>
                  </a:lnTo>
                  <a:lnTo>
                    <a:pt x="212344" y="2062988"/>
                  </a:lnTo>
                  <a:close/>
                </a:path>
                <a:path w="2402840" h="2262504">
                  <a:moveTo>
                    <a:pt x="2268093" y="0"/>
                  </a:moveTo>
                  <a:lnTo>
                    <a:pt x="2232914" y="14350"/>
                  </a:lnTo>
                  <a:lnTo>
                    <a:pt x="2264283" y="91186"/>
                  </a:lnTo>
                  <a:lnTo>
                    <a:pt x="2291080" y="167640"/>
                  </a:lnTo>
                  <a:lnTo>
                    <a:pt x="2313559" y="244602"/>
                  </a:lnTo>
                  <a:lnTo>
                    <a:pt x="2331974" y="322072"/>
                  </a:lnTo>
                  <a:lnTo>
                    <a:pt x="2346198" y="399542"/>
                  </a:lnTo>
                  <a:lnTo>
                    <a:pt x="2356358" y="477139"/>
                  </a:lnTo>
                  <a:lnTo>
                    <a:pt x="2362454" y="554736"/>
                  </a:lnTo>
                  <a:lnTo>
                    <a:pt x="2364706" y="630936"/>
                  </a:lnTo>
                  <a:lnTo>
                    <a:pt x="2364740" y="632079"/>
                  </a:lnTo>
                  <a:lnTo>
                    <a:pt x="2362962" y="709168"/>
                  </a:lnTo>
                  <a:lnTo>
                    <a:pt x="2357374" y="785876"/>
                  </a:lnTo>
                  <a:lnTo>
                    <a:pt x="2348103" y="861949"/>
                  </a:lnTo>
                  <a:lnTo>
                    <a:pt x="2335022" y="937387"/>
                  </a:lnTo>
                  <a:lnTo>
                    <a:pt x="2318258" y="1011936"/>
                  </a:lnTo>
                  <a:lnTo>
                    <a:pt x="2297811" y="1085469"/>
                  </a:lnTo>
                  <a:lnTo>
                    <a:pt x="2273808" y="1157986"/>
                  </a:lnTo>
                  <a:lnTo>
                    <a:pt x="2246249" y="1229360"/>
                  </a:lnTo>
                  <a:lnTo>
                    <a:pt x="2215261" y="1299210"/>
                  </a:lnTo>
                  <a:lnTo>
                    <a:pt x="2180844" y="1367663"/>
                  </a:lnTo>
                  <a:lnTo>
                    <a:pt x="2143125" y="1434592"/>
                  </a:lnTo>
                  <a:lnTo>
                    <a:pt x="2101977" y="1499616"/>
                  </a:lnTo>
                  <a:lnTo>
                    <a:pt x="2057781" y="1562989"/>
                  </a:lnTo>
                  <a:lnTo>
                    <a:pt x="2010156" y="1624076"/>
                  </a:lnTo>
                  <a:lnTo>
                    <a:pt x="1959483" y="1683131"/>
                  </a:lnTo>
                  <a:lnTo>
                    <a:pt x="1905635" y="1740027"/>
                  </a:lnTo>
                  <a:lnTo>
                    <a:pt x="1848866" y="1794383"/>
                  </a:lnTo>
                  <a:lnTo>
                    <a:pt x="1789049" y="1846199"/>
                  </a:lnTo>
                  <a:lnTo>
                    <a:pt x="1726311" y="1895475"/>
                  </a:lnTo>
                  <a:lnTo>
                    <a:pt x="1660652" y="1941957"/>
                  </a:lnTo>
                  <a:lnTo>
                    <a:pt x="1592326" y="1985391"/>
                  </a:lnTo>
                  <a:lnTo>
                    <a:pt x="1520952" y="2025904"/>
                  </a:lnTo>
                  <a:lnTo>
                    <a:pt x="1447038" y="2063242"/>
                  </a:lnTo>
                  <a:lnTo>
                    <a:pt x="1370457" y="2097151"/>
                  </a:lnTo>
                  <a:lnTo>
                    <a:pt x="1329436" y="2113534"/>
                  </a:lnTo>
                  <a:lnTo>
                    <a:pt x="1287907" y="2128774"/>
                  </a:lnTo>
                  <a:lnTo>
                    <a:pt x="1246124" y="2142871"/>
                  </a:lnTo>
                  <a:lnTo>
                    <a:pt x="1203960" y="2156079"/>
                  </a:lnTo>
                  <a:lnTo>
                    <a:pt x="1161669" y="2167890"/>
                  </a:lnTo>
                  <a:lnTo>
                    <a:pt x="1118997" y="2178558"/>
                  </a:lnTo>
                  <a:lnTo>
                    <a:pt x="1076198" y="2188210"/>
                  </a:lnTo>
                  <a:lnTo>
                    <a:pt x="1032400" y="2196846"/>
                  </a:lnTo>
                  <a:lnTo>
                    <a:pt x="989220" y="2204212"/>
                  </a:lnTo>
                  <a:lnTo>
                    <a:pt x="989081" y="2204212"/>
                  </a:lnTo>
                  <a:lnTo>
                    <a:pt x="946658" y="2210308"/>
                  </a:lnTo>
                  <a:lnTo>
                    <a:pt x="902138" y="2215515"/>
                  </a:lnTo>
                  <a:lnTo>
                    <a:pt x="901822" y="2215515"/>
                  </a:lnTo>
                  <a:lnTo>
                    <a:pt x="858388" y="2219452"/>
                  </a:lnTo>
                  <a:lnTo>
                    <a:pt x="857809" y="2219452"/>
                  </a:lnTo>
                  <a:lnTo>
                    <a:pt x="814248" y="2222246"/>
                  </a:lnTo>
                  <a:lnTo>
                    <a:pt x="813117" y="2222246"/>
                  </a:lnTo>
                  <a:lnTo>
                    <a:pt x="772668" y="2223897"/>
                  </a:lnTo>
                  <a:lnTo>
                    <a:pt x="728980" y="2224405"/>
                  </a:lnTo>
                  <a:lnTo>
                    <a:pt x="1089060" y="2224405"/>
                  </a:lnTo>
                  <a:lnTo>
                    <a:pt x="1128268" y="2215515"/>
                  </a:lnTo>
                  <a:lnTo>
                    <a:pt x="1171829" y="2204593"/>
                  </a:lnTo>
                  <a:lnTo>
                    <a:pt x="1215263" y="2192401"/>
                  </a:lnTo>
                  <a:lnTo>
                    <a:pt x="1258316" y="2179066"/>
                  </a:lnTo>
                  <a:lnTo>
                    <a:pt x="1300988" y="2164588"/>
                  </a:lnTo>
                  <a:lnTo>
                    <a:pt x="1343533" y="2148967"/>
                  </a:lnTo>
                  <a:lnTo>
                    <a:pt x="1385951" y="2131949"/>
                  </a:lnTo>
                  <a:lnTo>
                    <a:pt x="1464183" y="2097151"/>
                  </a:lnTo>
                  <a:lnTo>
                    <a:pt x="1539875" y="2059051"/>
                  </a:lnTo>
                  <a:lnTo>
                    <a:pt x="1612773" y="2017649"/>
                  </a:lnTo>
                  <a:lnTo>
                    <a:pt x="1682623" y="1973072"/>
                  </a:lnTo>
                  <a:lnTo>
                    <a:pt x="1749806" y="1925447"/>
                  </a:lnTo>
                  <a:lnTo>
                    <a:pt x="1814068" y="1875027"/>
                  </a:lnTo>
                  <a:lnTo>
                    <a:pt x="1875282" y="1821942"/>
                  </a:lnTo>
                  <a:lnTo>
                    <a:pt x="1933321" y="1766189"/>
                  </a:lnTo>
                  <a:lnTo>
                    <a:pt x="1988312" y="1708023"/>
                  </a:lnTo>
                  <a:lnTo>
                    <a:pt x="2040255" y="1647444"/>
                  </a:lnTo>
                  <a:lnTo>
                    <a:pt x="2088896" y="1584706"/>
                  </a:lnTo>
                  <a:lnTo>
                    <a:pt x="2134235" y="1520063"/>
                  </a:lnTo>
                  <a:lnTo>
                    <a:pt x="2176272" y="1453261"/>
                  </a:lnTo>
                  <a:lnTo>
                    <a:pt x="2215007" y="1384808"/>
                  </a:lnTo>
                  <a:lnTo>
                    <a:pt x="2250059" y="1314704"/>
                  </a:lnTo>
                  <a:lnTo>
                    <a:pt x="2281809" y="1243076"/>
                  </a:lnTo>
                  <a:lnTo>
                    <a:pt x="2309876" y="1169924"/>
                  </a:lnTo>
                  <a:lnTo>
                    <a:pt x="2334514" y="1095629"/>
                  </a:lnTo>
                  <a:lnTo>
                    <a:pt x="2355342" y="1020191"/>
                  </a:lnTo>
                  <a:lnTo>
                    <a:pt x="2372487" y="943863"/>
                  </a:lnTo>
                  <a:lnTo>
                    <a:pt x="2385949" y="866521"/>
                  </a:lnTo>
                  <a:lnTo>
                    <a:pt x="2395474" y="788670"/>
                  </a:lnTo>
                  <a:lnTo>
                    <a:pt x="2401062" y="710057"/>
                  </a:lnTo>
                  <a:lnTo>
                    <a:pt x="2402814" y="632079"/>
                  </a:lnTo>
                  <a:lnTo>
                    <a:pt x="2402840" y="630936"/>
                  </a:lnTo>
                  <a:lnTo>
                    <a:pt x="2400519" y="554736"/>
                  </a:lnTo>
                  <a:lnTo>
                    <a:pt x="2394077" y="472186"/>
                  </a:lnTo>
                  <a:lnTo>
                    <a:pt x="2383663" y="392684"/>
                  </a:lnTo>
                  <a:lnTo>
                    <a:pt x="2369058" y="313182"/>
                  </a:lnTo>
                  <a:lnTo>
                    <a:pt x="2350135" y="233934"/>
                  </a:lnTo>
                  <a:lnTo>
                    <a:pt x="2327021" y="155067"/>
                  </a:lnTo>
                  <a:lnTo>
                    <a:pt x="2299589" y="76708"/>
                  </a:lnTo>
                  <a:lnTo>
                    <a:pt x="2268093" y="0"/>
                  </a:lnTo>
                  <a:close/>
                </a:path>
                <a:path w="2402840" h="2262504">
                  <a:moveTo>
                    <a:pt x="165227" y="2126107"/>
                  </a:moveTo>
                  <a:lnTo>
                    <a:pt x="152273" y="2161921"/>
                  </a:lnTo>
                  <a:lnTo>
                    <a:pt x="169481" y="2168174"/>
                  </a:lnTo>
                  <a:lnTo>
                    <a:pt x="183868" y="2132867"/>
                  </a:lnTo>
                  <a:lnTo>
                    <a:pt x="165227" y="2126107"/>
                  </a:lnTo>
                  <a:close/>
                </a:path>
                <a:path w="2402840" h="2262504">
                  <a:moveTo>
                    <a:pt x="186623" y="2126107"/>
                  </a:moveTo>
                  <a:lnTo>
                    <a:pt x="165227" y="2126107"/>
                  </a:lnTo>
                  <a:lnTo>
                    <a:pt x="183868" y="2132867"/>
                  </a:lnTo>
                  <a:lnTo>
                    <a:pt x="186623" y="2126107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042797" y="5354192"/>
              <a:ext cx="2519680" cy="334645"/>
            </a:xfrm>
            <a:custGeom>
              <a:avLst/>
              <a:gdLst/>
              <a:ahLst/>
              <a:cxnLst/>
              <a:rect l="l" t="t" r="r" b="b"/>
              <a:pathLst>
                <a:path w="2519679" h="334645">
                  <a:moveTo>
                    <a:pt x="0" y="334517"/>
                  </a:moveTo>
                  <a:lnTo>
                    <a:pt x="2519172" y="334517"/>
                  </a:lnTo>
                  <a:lnTo>
                    <a:pt x="2519172" y="0"/>
                  </a:lnTo>
                  <a:lnTo>
                    <a:pt x="0" y="0"/>
                  </a:lnTo>
                  <a:lnTo>
                    <a:pt x="0" y="334517"/>
                  </a:lnTo>
                  <a:close/>
                </a:path>
              </a:pathLst>
            </a:custGeom>
            <a:ln w="1600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4836795" y="4561713"/>
            <a:ext cx="840740" cy="544195"/>
          </a:xfrm>
          <a:prstGeom prst="rect">
            <a:avLst/>
          </a:prstGeom>
          <a:solidFill>
            <a:srgbClr val="585858"/>
          </a:solidFill>
          <a:ln w="16001">
            <a:solidFill>
              <a:srgbClr val="3E3E3E"/>
            </a:solidFill>
          </a:ln>
        </p:spPr>
        <p:txBody>
          <a:bodyPr vert="horz" wrap="square" lIns="0" tIns="120014" rIns="0" bIns="0" rtlCol="0">
            <a:spAutoFit/>
          </a:bodyPr>
          <a:lstStyle/>
          <a:p>
            <a:pPr marL="168910">
              <a:lnSpc>
                <a:spcPct val="100000"/>
              </a:lnSpc>
              <a:spcBef>
                <a:spcPts val="944"/>
              </a:spcBef>
            </a:pP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None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48234" y="5364157"/>
            <a:ext cx="709295" cy="1052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60"/>
              </a:lnSpc>
            </a:pPr>
            <a:r>
              <a:rPr sz="1800" spc="-10" dirty="0">
                <a:latin typeface="Courier New"/>
                <a:cs typeface="Courier New"/>
              </a:rPr>
              <a:t>print</a:t>
            </a:r>
            <a:endParaRPr sz="1800">
              <a:latin typeface="Courier New"/>
              <a:cs typeface="Courier New"/>
            </a:endParaRPr>
          </a:p>
          <a:p>
            <a:pPr marL="12700" marR="5080">
              <a:lnSpc>
                <a:spcPct val="140000"/>
              </a:lnSpc>
            </a:pPr>
            <a:r>
              <a:rPr sz="1800" spc="-10" dirty="0">
                <a:latin typeface="Courier New"/>
                <a:cs typeface="Courier New"/>
              </a:rPr>
              <a:t>print print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167383" y="5364157"/>
            <a:ext cx="1938655" cy="1052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60"/>
              </a:lnSpc>
            </a:pPr>
            <a:r>
              <a:rPr sz="1800" spc="-10" dirty="0">
                <a:latin typeface="Courier New"/>
                <a:cs typeface="Courier New"/>
              </a:rPr>
              <a:t>func_a()</a:t>
            </a:r>
            <a:endParaRPr sz="1800">
              <a:latin typeface="Courier New"/>
              <a:cs typeface="Courier New"/>
            </a:endParaRPr>
          </a:p>
          <a:p>
            <a:pPr marL="12700" marR="5080">
              <a:lnSpc>
                <a:spcPct val="140000"/>
              </a:lnSpc>
            </a:pPr>
            <a:r>
              <a:rPr sz="1800" dirty="0">
                <a:latin typeface="Courier New"/>
                <a:cs typeface="Courier New"/>
              </a:rPr>
              <a:t>5</a:t>
            </a:r>
            <a:r>
              <a:rPr sz="1800" spc="-1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+</a:t>
            </a:r>
            <a:r>
              <a:rPr sz="1800" spc="-2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func_b(2) func_c(func_a)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2738" rIns="0" bIns="0" rtlCol="0">
            <a:spAutoFit/>
          </a:bodyPr>
          <a:lstStyle/>
          <a:p>
            <a:pPr marL="41275">
              <a:lnSpc>
                <a:spcPts val="1095"/>
              </a:lnSpc>
            </a:pPr>
            <a:fld id="{81D60167-4931-47E6-BA6A-407CBD079E47}" type="slidenum">
              <a:rPr spc="-25" dirty="0"/>
              <a:t>37</a:t>
            </a:fld>
            <a:endParaRPr spc="-25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837689"/>
            <a:ext cx="9144000" cy="4738370"/>
            <a:chOff x="0" y="1837689"/>
            <a:chExt cx="9144000" cy="4738370"/>
          </a:xfrm>
        </p:grpSpPr>
        <p:sp>
          <p:nvSpPr>
            <p:cNvPr id="3" name="object 3"/>
            <p:cNvSpPr/>
            <p:nvPr/>
          </p:nvSpPr>
          <p:spPr>
            <a:xfrm>
              <a:off x="3930015" y="1845944"/>
              <a:ext cx="1866264" cy="4677410"/>
            </a:xfrm>
            <a:custGeom>
              <a:avLst/>
              <a:gdLst/>
              <a:ahLst/>
              <a:cxnLst/>
              <a:rect l="l" t="t" r="r" b="b"/>
              <a:pathLst>
                <a:path w="1866264" h="4677409">
                  <a:moveTo>
                    <a:pt x="1866138" y="0"/>
                  </a:moveTo>
                  <a:lnTo>
                    <a:pt x="0" y="0"/>
                  </a:lnTo>
                  <a:lnTo>
                    <a:pt x="0" y="4677156"/>
                  </a:lnTo>
                  <a:lnTo>
                    <a:pt x="1866138" y="4677156"/>
                  </a:lnTo>
                  <a:lnTo>
                    <a:pt x="1866138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930015" y="1845944"/>
              <a:ext cx="1866264" cy="4677410"/>
            </a:xfrm>
            <a:custGeom>
              <a:avLst/>
              <a:gdLst/>
              <a:ahLst/>
              <a:cxnLst/>
              <a:rect l="l" t="t" r="r" b="b"/>
              <a:pathLst>
                <a:path w="1866264" h="4677409">
                  <a:moveTo>
                    <a:pt x="0" y="4677156"/>
                  </a:moveTo>
                  <a:lnTo>
                    <a:pt x="1866138" y="4677156"/>
                  </a:lnTo>
                  <a:lnTo>
                    <a:pt x="1866138" y="0"/>
                  </a:lnTo>
                  <a:lnTo>
                    <a:pt x="0" y="0"/>
                  </a:lnTo>
                  <a:lnTo>
                    <a:pt x="0" y="4677156"/>
                  </a:lnTo>
                  <a:close/>
                </a:path>
              </a:pathLst>
            </a:custGeom>
            <a:ln w="16001">
              <a:solidFill>
                <a:srgbClr val="0013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4008628" y="2413253"/>
            <a:ext cx="655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func_a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08628" y="3236214"/>
            <a:ext cx="6661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func_b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08628" y="4059173"/>
            <a:ext cx="6432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func_c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50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FUNCTIONS</a:t>
            </a:r>
            <a:r>
              <a:rPr spc="-200" dirty="0"/>
              <a:t> </a:t>
            </a:r>
            <a:r>
              <a:rPr dirty="0"/>
              <a:t>AS</a:t>
            </a:r>
            <a:r>
              <a:rPr spc="-200" dirty="0"/>
              <a:t> </a:t>
            </a:r>
            <a:r>
              <a:rPr spc="-35" dirty="0"/>
              <a:t>ARGUMENTS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/>
              <a:t>def</a:t>
            </a:r>
            <a:r>
              <a:rPr spc="-30" dirty="0"/>
              <a:t> </a:t>
            </a:r>
            <a:r>
              <a:rPr spc="-10" dirty="0"/>
              <a:t>func_a():</a:t>
            </a:r>
          </a:p>
          <a:p>
            <a:pPr marL="12700" marR="5080" indent="546100">
              <a:lnSpc>
                <a:spcPct val="140000"/>
              </a:lnSpc>
            </a:pPr>
            <a:r>
              <a:rPr dirty="0"/>
              <a:t>print</a:t>
            </a:r>
            <a:r>
              <a:rPr spc="-60" dirty="0"/>
              <a:t> </a:t>
            </a:r>
            <a:r>
              <a:rPr dirty="0"/>
              <a:t>'inside</a:t>
            </a:r>
            <a:r>
              <a:rPr spc="-60" dirty="0"/>
              <a:t> </a:t>
            </a:r>
            <a:r>
              <a:rPr spc="-10" dirty="0"/>
              <a:t>func_a' </a:t>
            </a:r>
            <a:r>
              <a:rPr dirty="0"/>
              <a:t>def</a:t>
            </a:r>
            <a:r>
              <a:rPr spc="-30" dirty="0"/>
              <a:t> </a:t>
            </a:r>
            <a:r>
              <a:rPr spc="-10" dirty="0"/>
              <a:t>func_b(y):</a:t>
            </a:r>
          </a:p>
          <a:p>
            <a:pPr marL="558800" marR="5080">
              <a:lnSpc>
                <a:spcPct val="140000"/>
              </a:lnSpc>
            </a:pPr>
            <a:r>
              <a:rPr dirty="0"/>
              <a:t>print</a:t>
            </a:r>
            <a:r>
              <a:rPr spc="-60" dirty="0"/>
              <a:t> </a:t>
            </a:r>
            <a:r>
              <a:rPr dirty="0"/>
              <a:t>'inside</a:t>
            </a:r>
            <a:r>
              <a:rPr spc="-60" dirty="0"/>
              <a:t> </a:t>
            </a:r>
            <a:r>
              <a:rPr spc="-10" dirty="0"/>
              <a:t>func_b' </a:t>
            </a:r>
            <a:r>
              <a:rPr dirty="0"/>
              <a:t>return</a:t>
            </a:r>
            <a:r>
              <a:rPr spc="-70" dirty="0"/>
              <a:t> </a:t>
            </a:r>
            <a:r>
              <a:rPr spc="-50" dirty="0"/>
              <a:t>y</a:t>
            </a: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dirty="0"/>
              <a:t>def</a:t>
            </a:r>
            <a:r>
              <a:rPr spc="-30" dirty="0"/>
              <a:t> </a:t>
            </a:r>
            <a:r>
              <a:rPr spc="-10" dirty="0"/>
              <a:t>func_c(z):</a:t>
            </a:r>
          </a:p>
          <a:p>
            <a:pPr marL="558800" marR="5080">
              <a:lnSpc>
                <a:spcPct val="140000"/>
              </a:lnSpc>
              <a:spcBef>
                <a:spcPts val="5"/>
              </a:spcBef>
            </a:pPr>
            <a:r>
              <a:rPr dirty="0"/>
              <a:t>print</a:t>
            </a:r>
            <a:r>
              <a:rPr spc="-60" dirty="0"/>
              <a:t> </a:t>
            </a:r>
            <a:r>
              <a:rPr dirty="0"/>
              <a:t>'inside</a:t>
            </a:r>
            <a:r>
              <a:rPr spc="-60" dirty="0"/>
              <a:t> </a:t>
            </a:r>
            <a:r>
              <a:rPr spc="-10" dirty="0"/>
              <a:t>func_c' </a:t>
            </a:r>
            <a:r>
              <a:rPr dirty="0"/>
              <a:t>return</a:t>
            </a:r>
            <a:r>
              <a:rPr spc="-70" dirty="0"/>
              <a:t> </a:t>
            </a:r>
            <a:r>
              <a:rPr spc="-25" dirty="0"/>
              <a:t>z()</a:t>
            </a:r>
          </a:p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dirty="0"/>
              <a:t>print</a:t>
            </a:r>
            <a:r>
              <a:rPr spc="-50" dirty="0"/>
              <a:t> </a:t>
            </a:r>
            <a:r>
              <a:rPr spc="-10" dirty="0"/>
              <a:t>func_a()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48234" y="5709920"/>
            <a:ext cx="12560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urier New"/>
                <a:cs typeface="Courier New"/>
              </a:rPr>
              <a:t>print</a:t>
            </a:r>
            <a:r>
              <a:rPr sz="1800" spc="-3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5</a:t>
            </a:r>
            <a:r>
              <a:rPr sz="1800" spc="-25" dirty="0">
                <a:latin typeface="Courier New"/>
                <a:cs typeface="Courier New"/>
              </a:rPr>
              <a:t> </a:t>
            </a:r>
            <a:r>
              <a:rPr sz="1800" spc="-50" dirty="0">
                <a:latin typeface="Courier New"/>
                <a:cs typeface="Courier New"/>
              </a:rPr>
              <a:t>+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27251" y="5733669"/>
            <a:ext cx="1964055" cy="361950"/>
          </a:xfrm>
          <a:prstGeom prst="rect">
            <a:avLst/>
          </a:prstGeom>
          <a:ln w="16001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9060">
              <a:lnSpc>
                <a:spcPts val="2075"/>
              </a:lnSpc>
            </a:pPr>
            <a:r>
              <a:rPr sz="1800" spc="-10" dirty="0">
                <a:latin typeface="Courier New"/>
                <a:cs typeface="Courier New"/>
              </a:rPr>
              <a:t>func_b(2)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48234" y="6093967"/>
            <a:ext cx="27578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urier New"/>
                <a:cs typeface="Courier New"/>
              </a:rPr>
              <a:t>print</a:t>
            </a:r>
            <a:r>
              <a:rPr sz="1800" spc="-5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func_c(func_a)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833873" y="2367279"/>
            <a:ext cx="857250" cy="560705"/>
            <a:chOff x="4833873" y="2367279"/>
            <a:chExt cx="857250" cy="560705"/>
          </a:xfrm>
        </p:grpSpPr>
        <p:sp>
          <p:nvSpPr>
            <p:cNvPr id="14" name="object 14"/>
            <p:cNvSpPr/>
            <p:nvPr/>
          </p:nvSpPr>
          <p:spPr>
            <a:xfrm>
              <a:off x="4842128" y="2375534"/>
              <a:ext cx="840740" cy="544195"/>
            </a:xfrm>
            <a:custGeom>
              <a:avLst/>
              <a:gdLst/>
              <a:ahLst/>
              <a:cxnLst/>
              <a:rect l="l" t="t" r="r" b="b"/>
              <a:pathLst>
                <a:path w="840739" h="544194">
                  <a:moveTo>
                    <a:pt x="840486" y="0"/>
                  </a:moveTo>
                  <a:lnTo>
                    <a:pt x="0" y="0"/>
                  </a:lnTo>
                  <a:lnTo>
                    <a:pt x="0" y="544068"/>
                  </a:lnTo>
                  <a:lnTo>
                    <a:pt x="840486" y="544068"/>
                  </a:lnTo>
                  <a:lnTo>
                    <a:pt x="840486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842128" y="2375534"/>
              <a:ext cx="840740" cy="544195"/>
            </a:xfrm>
            <a:custGeom>
              <a:avLst/>
              <a:gdLst/>
              <a:ahLst/>
              <a:cxnLst/>
              <a:rect l="l" t="t" r="r" b="b"/>
              <a:pathLst>
                <a:path w="840739" h="544194">
                  <a:moveTo>
                    <a:pt x="0" y="544068"/>
                  </a:moveTo>
                  <a:lnTo>
                    <a:pt x="840486" y="544068"/>
                  </a:lnTo>
                  <a:lnTo>
                    <a:pt x="840486" y="0"/>
                  </a:lnTo>
                  <a:lnTo>
                    <a:pt x="0" y="0"/>
                  </a:lnTo>
                  <a:lnTo>
                    <a:pt x="0" y="544068"/>
                  </a:lnTo>
                  <a:close/>
                </a:path>
              </a:pathLst>
            </a:custGeom>
            <a:ln w="16002">
              <a:solidFill>
                <a:srgbClr val="3E3E3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988559" y="2345436"/>
            <a:ext cx="54864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Some</a:t>
            </a:r>
            <a:endParaRPr sz="1800">
              <a:latin typeface="Calibri"/>
              <a:cs typeface="Calibri"/>
            </a:endParaRPr>
          </a:p>
          <a:p>
            <a:pPr marL="48895">
              <a:lnSpc>
                <a:spcPct val="100000"/>
              </a:lnSpc>
            </a:pP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code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833873" y="3079750"/>
            <a:ext cx="857250" cy="560070"/>
            <a:chOff x="4833873" y="3079750"/>
            <a:chExt cx="857250" cy="560070"/>
          </a:xfrm>
        </p:grpSpPr>
        <p:sp>
          <p:nvSpPr>
            <p:cNvPr id="18" name="object 18"/>
            <p:cNvSpPr/>
            <p:nvPr/>
          </p:nvSpPr>
          <p:spPr>
            <a:xfrm>
              <a:off x="4842128" y="3088004"/>
              <a:ext cx="840740" cy="543560"/>
            </a:xfrm>
            <a:custGeom>
              <a:avLst/>
              <a:gdLst/>
              <a:ahLst/>
              <a:cxnLst/>
              <a:rect l="l" t="t" r="r" b="b"/>
              <a:pathLst>
                <a:path w="840739" h="543560">
                  <a:moveTo>
                    <a:pt x="840486" y="0"/>
                  </a:moveTo>
                  <a:lnTo>
                    <a:pt x="0" y="0"/>
                  </a:lnTo>
                  <a:lnTo>
                    <a:pt x="0" y="543306"/>
                  </a:lnTo>
                  <a:lnTo>
                    <a:pt x="840486" y="543306"/>
                  </a:lnTo>
                  <a:lnTo>
                    <a:pt x="840486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842128" y="3088004"/>
              <a:ext cx="840740" cy="543560"/>
            </a:xfrm>
            <a:custGeom>
              <a:avLst/>
              <a:gdLst/>
              <a:ahLst/>
              <a:cxnLst/>
              <a:rect l="l" t="t" r="r" b="b"/>
              <a:pathLst>
                <a:path w="840739" h="543560">
                  <a:moveTo>
                    <a:pt x="0" y="543306"/>
                  </a:moveTo>
                  <a:lnTo>
                    <a:pt x="840486" y="543306"/>
                  </a:lnTo>
                  <a:lnTo>
                    <a:pt x="840486" y="0"/>
                  </a:lnTo>
                  <a:lnTo>
                    <a:pt x="0" y="0"/>
                  </a:lnTo>
                  <a:lnTo>
                    <a:pt x="0" y="543306"/>
                  </a:lnTo>
                  <a:close/>
                </a:path>
              </a:pathLst>
            </a:custGeom>
            <a:ln w="16002">
              <a:solidFill>
                <a:srgbClr val="3E3E3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988559" y="3058159"/>
            <a:ext cx="5480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895" marR="5080" indent="-3683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Some code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828540" y="3813555"/>
            <a:ext cx="857250" cy="560070"/>
            <a:chOff x="4828540" y="3813555"/>
            <a:chExt cx="857250" cy="560070"/>
          </a:xfrm>
        </p:grpSpPr>
        <p:sp>
          <p:nvSpPr>
            <p:cNvPr id="22" name="object 22"/>
            <p:cNvSpPr/>
            <p:nvPr/>
          </p:nvSpPr>
          <p:spPr>
            <a:xfrm>
              <a:off x="4836795" y="3821810"/>
              <a:ext cx="840740" cy="543560"/>
            </a:xfrm>
            <a:custGeom>
              <a:avLst/>
              <a:gdLst/>
              <a:ahLst/>
              <a:cxnLst/>
              <a:rect l="l" t="t" r="r" b="b"/>
              <a:pathLst>
                <a:path w="840739" h="543560">
                  <a:moveTo>
                    <a:pt x="840486" y="0"/>
                  </a:moveTo>
                  <a:lnTo>
                    <a:pt x="0" y="0"/>
                  </a:lnTo>
                  <a:lnTo>
                    <a:pt x="0" y="543306"/>
                  </a:lnTo>
                  <a:lnTo>
                    <a:pt x="840486" y="543306"/>
                  </a:lnTo>
                  <a:lnTo>
                    <a:pt x="840486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836795" y="3821810"/>
              <a:ext cx="840740" cy="543560"/>
            </a:xfrm>
            <a:custGeom>
              <a:avLst/>
              <a:gdLst/>
              <a:ahLst/>
              <a:cxnLst/>
              <a:rect l="l" t="t" r="r" b="b"/>
              <a:pathLst>
                <a:path w="840739" h="543560">
                  <a:moveTo>
                    <a:pt x="0" y="543306"/>
                  </a:moveTo>
                  <a:lnTo>
                    <a:pt x="840486" y="543306"/>
                  </a:lnTo>
                  <a:lnTo>
                    <a:pt x="840486" y="0"/>
                  </a:lnTo>
                  <a:lnTo>
                    <a:pt x="0" y="0"/>
                  </a:lnTo>
                  <a:lnTo>
                    <a:pt x="0" y="543306"/>
                  </a:lnTo>
                  <a:close/>
                </a:path>
              </a:pathLst>
            </a:custGeom>
            <a:ln w="16001">
              <a:solidFill>
                <a:srgbClr val="3E3E3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4983734" y="3791966"/>
            <a:ext cx="5480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895" marR="5080" indent="-3683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Some code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844285" y="1837689"/>
            <a:ext cx="1882775" cy="1558290"/>
            <a:chOff x="5844285" y="1837689"/>
            <a:chExt cx="1882775" cy="1558290"/>
          </a:xfrm>
        </p:grpSpPr>
        <p:sp>
          <p:nvSpPr>
            <p:cNvPr id="26" name="object 26"/>
            <p:cNvSpPr/>
            <p:nvPr/>
          </p:nvSpPr>
          <p:spPr>
            <a:xfrm>
              <a:off x="5852540" y="1845944"/>
              <a:ext cx="1866264" cy="1541780"/>
            </a:xfrm>
            <a:custGeom>
              <a:avLst/>
              <a:gdLst/>
              <a:ahLst/>
              <a:cxnLst/>
              <a:rect l="l" t="t" r="r" b="b"/>
              <a:pathLst>
                <a:path w="1866265" h="1541779">
                  <a:moveTo>
                    <a:pt x="1866138" y="0"/>
                  </a:moveTo>
                  <a:lnTo>
                    <a:pt x="0" y="0"/>
                  </a:lnTo>
                  <a:lnTo>
                    <a:pt x="0" y="1541526"/>
                  </a:lnTo>
                  <a:lnTo>
                    <a:pt x="1866138" y="1541526"/>
                  </a:lnTo>
                  <a:lnTo>
                    <a:pt x="1866138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852540" y="1845944"/>
              <a:ext cx="1866264" cy="1541780"/>
            </a:xfrm>
            <a:custGeom>
              <a:avLst/>
              <a:gdLst/>
              <a:ahLst/>
              <a:cxnLst/>
              <a:rect l="l" t="t" r="r" b="b"/>
              <a:pathLst>
                <a:path w="1866265" h="1541779">
                  <a:moveTo>
                    <a:pt x="0" y="1541526"/>
                  </a:moveTo>
                  <a:lnTo>
                    <a:pt x="1866138" y="1541526"/>
                  </a:lnTo>
                  <a:lnTo>
                    <a:pt x="1866138" y="0"/>
                  </a:lnTo>
                  <a:lnTo>
                    <a:pt x="0" y="0"/>
                  </a:lnTo>
                  <a:lnTo>
                    <a:pt x="0" y="1541526"/>
                  </a:lnTo>
                  <a:close/>
                </a:path>
              </a:pathLst>
            </a:custGeom>
            <a:ln w="16002">
              <a:solidFill>
                <a:srgbClr val="0013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5931408" y="2413253"/>
            <a:ext cx="1289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6728968" y="2367279"/>
            <a:ext cx="857250" cy="560705"/>
            <a:chOff x="6728968" y="2367279"/>
            <a:chExt cx="857250" cy="560705"/>
          </a:xfrm>
        </p:grpSpPr>
        <p:sp>
          <p:nvSpPr>
            <p:cNvPr id="30" name="object 30"/>
            <p:cNvSpPr/>
            <p:nvPr/>
          </p:nvSpPr>
          <p:spPr>
            <a:xfrm>
              <a:off x="6737223" y="2375534"/>
              <a:ext cx="840740" cy="544195"/>
            </a:xfrm>
            <a:custGeom>
              <a:avLst/>
              <a:gdLst/>
              <a:ahLst/>
              <a:cxnLst/>
              <a:rect l="l" t="t" r="r" b="b"/>
              <a:pathLst>
                <a:path w="840740" h="544194">
                  <a:moveTo>
                    <a:pt x="840486" y="0"/>
                  </a:moveTo>
                  <a:lnTo>
                    <a:pt x="0" y="0"/>
                  </a:lnTo>
                  <a:lnTo>
                    <a:pt x="0" y="544068"/>
                  </a:lnTo>
                  <a:lnTo>
                    <a:pt x="840486" y="544068"/>
                  </a:lnTo>
                  <a:lnTo>
                    <a:pt x="840486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737223" y="2375534"/>
              <a:ext cx="840740" cy="544195"/>
            </a:xfrm>
            <a:custGeom>
              <a:avLst/>
              <a:gdLst/>
              <a:ahLst/>
              <a:cxnLst/>
              <a:rect l="l" t="t" r="r" b="b"/>
              <a:pathLst>
                <a:path w="840740" h="544194">
                  <a:moveTo>
                    <a:pt x="0" y="544068"/>
                  </a:moveTo>
                  <a:lnTo>
                    <a:pt x="840486" y="544068"/>
                  </a:lnTo>
                  <a:lnTo>
                    <a:pt x="840486" y="0"/>
                  </a:lnTo>
                  <a:lnTo>
                    <a:pt x="0" y="0"/>
                  </a:lnTo>
                  <a:lnTo>
                    <a:pt x="0" y="544068"/>
                  </a:lnTo>
                  <a:close/>
                </a:path>
              </a:pathLst>
            </a:custGeom>
            <a:ln w="16002">
              <a:solidFill>
                <a:srgbClr val="3E3E3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4008628" y="1864105"/>
            <a:ext cx="3220085" cy="9188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41910" algn="r">
              <a:lnSpc>
                <a:spcPct val="100000"/>
              </a:lnSpc>
              <a:spcBef>
                <a:spcPts val="100"/>
              </a:spcBef>
              <a:tabLst>
                <a:tab pos="1922145" algn="l"/>
              </a:tabLst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Global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scope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	func_b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scope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15"/>
              </a:spcBef>
            </a:pPr>
            <a:endParaRPr sz="180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960107" y="5309615"/>
            <a:ext cx="86931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returns</a:t>
            </a:r>
            <a:r>
              <a:rPr sz="1800" spc="-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FF0000"/>
                </a:solidFill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5402834" y="2873629"/>
            <a:ext cx="1854835" cy="2854960"/>
          </a:xfrm>
          <a:custGeom>
            <a:avLst/>
            <a:gdLst/>
            <a:ahLst/>
            <a:cxnLst/>
            <a:rect l="l" t="t" r="r" b="b"/>
            <a:pathLst>
              <a:path w="1854834" h="2854960">
                <a:moveTo>
                  <a:pt x="209296" y="2671699"/>
                </a:moveTo>
                <a:lnTo>
                  <a:pt x="0" y="2710942"/>
                </a:lnTo>
                <a:lnTo>
                  <a:pt x="156972" y="2854871"/>
                </a:lnTo>
                <a:lnTo>
                  <a:pt x="178109" y="2780875"/>
                </a:lnTo>
                <a:lnTo>
                  <a:pt x="160274" y="2776562"/>
                </a:lnTo>
                <a:lnTo>
                  <a:pt x="169291" y="2739542"/>
                </a:lnTo>
                <a:lnTo>
                  <a:pt x="189916" y="2739542"/>
                </a:lnTo>
                <a:lnTo>
                  <a:pt x="209296" y="2671699"/>
                </a:lnTo>
                <a:close/>
              </a:path>
              <a:path w="1854834" h="2854960">
                <a:moveTo>
                  <a:pt x="188566" y="2744266"/>
                </a:moveTo>
                <a:lnTo>
                  <a:pt x="178158" y="2780703"/>
                </a:lnTo>
                <a:lnTo>
                  <a:pt x="178109" y="2780875"/>
                </a:lnTo>
                <a:lnTo>
                  <a:pt x="199136" y="2785960"/>
                </a:lnTo>
                <a:lnTo>
                  <a:pt x="240538" y="2792818"/>
                </a:lnTo>
                <a:lnTo>
                  <a:pt x="282067" y="2798229"/>
                </a:lnTo>
                <a:lnTo>
                  <a:pt x="323723" y="2802191"/>
                </a:lnTo>
                <a:lnTo>
                  <a:pt x="365252" y="2804604"/>
                </a:lnTo>
                <a:lnTo>
                  <a:pt x="406781" y="2805557"/>
                </a:lnTo>
                <a:lnTo>
                  <a:pt x="448310" y="2805061"/>
                </a:lnTo>
                <a:lnTo>
                  <a:pt x="489839" y="2803105"/>
                </a:lnTo>
                <a:lnTo>
                  <a:pt x="531114" y="2799715"/>
                </a:lnTo>
                <a:lnTo>
                  <a:pt x="572516" y="2794850"/>
                </a:lnTo>
                <a:lnTo>
                  <a:pt x="613410" y="2788462"/>
                </a:lnTo>
                <a:lnTo>
                  <a:pt x="654431" y="2780703"/>
                </a:lnTo>
                <a:lnTo>
                  <a:pt x="695071" y="2771508"/>
                </a:lnTo>
                <a:lnTo>
                  <a:pt x="710585" y="2767457"/>
                </a:lnTo>
                <a:lnTo>
                  <a:pt x="406400" y="2767457"/>
                </a:lnTo>
                <a:lnTo>
                  <a:pt x="366141" y="2766504"/>
                </a:lnTo>
                <a:lnTo>
                  <a:pt x="325882" y="2764155"/>
                </a:lnTo>
                <a:lnTo>
                  <a:pt x="285623" y="2760306"/>
                </a:lnTo>
                <a:lnTo>
                  <a:pt x="245491" y="2755049"/>
                </a:lnTo>
                <a:lnTo>
                  <a:pt x="205359" y="2748381"/>
                </a:lnTo>
                <a:lnTo>
                  <a:pt x="188566" y="2744266"/>
                </a:lnTo>
                <a:close/>
              </a:path>
              <a:path w="1854834" h="2854960">
                <a:moveTo>
                  <a:pt x="169291" y="2739542"/>
                </a:moveTo>
                <a:lnTo>
                  <a:pt x="160274" y="2776562"/>
                </a:lnTo>
                <a:lnTo>
                  <a:pt x="178109" y="2780875"/>
                </a:lnTo>
                <a:lnTo>
                  <a:pt x="188566" y="2744266"/>
                </a:lnTo>
                <a:lnTo>
                  <a:pt x="169291" y="2739542"/>
                </a:lnTo>
                <a:close/>
              </a:path>
              <a:path w="1854834" h="2854960">
                <a:moveTo>
                  <a:pt x="1579372" y="0"/>
                </a:moveTo>
                <a:lnTo>
                  <a:pt x="1546225" y="18668"/>
                </a:lnTo>
                <a:lnTo>
                  <a:pt x="1587881" y="92710"/>
                </a:lnTo>
                <a:lnTo>
                  <a:pt x="1625473" y="167640"/>
                </a:lnTo>
                <a:lnTo>
                  <a:pt x="1659763" y="244094"/>
                </a:lnTo>
                <a:lnTo>
                  <a:pt x="1690370" y="321945"/>
                </a:lnTo>
                <a:lnTo>
                  <a:pt x="1717929" y="401066"/>
                </a:lnTo>
                <a:lnTo>
                  <a:pt x="1741932" y="481203"/>
                </a:lnTo>
                <a:lnTo>
                  <a:pt x="1762506" y="562229"/>
                </a:lnTo>
                <a:lnTo>
                  <a:pt x="1779651" y="644017"/>
                </a:lnTo>
                <a:lnTo>
                  <a:pt x="1793621" y="726440"/>
                </a:lnTo>
                <a:lnTo>
                  <a:pt x="1804289" y="809371"/>
                </a:lnTo>
                <a:lnTo>
                  <a:pt x="1811528" y="892556"/>
                </a:lnTo>
                <a:lnTo>
                  <a:pt x="1815499" y="974090"/>
                </a:lnTo>
                <a:lnTo>
                  <a:pt x="1816350" y="1058926"/>
                </a:lnTo>
                <a:lnTo>
                  <a:pt x="1816354" y="1059307"/>
                </a:lnTo>
                <a:lnTo>
                  <a:pt x="1813941" y="1142492"/>
                </a:lnTo>
                <a:lnTo>
                  <a:pt x="1808226" y="1225423"/>
                </a:lnTo>
                <a:lnTo>
                  <a:pt x="1799336" y="1307846"/>
                </a:lnTo>
                <a:lnTo>
                  <a:pt x="1787271" y="1389507"/>
                </a:lnTo>
                <a:lnTo>
                  <a:pt x="1771904" y="1470533"/>
                </a:lnTo>
                <a:lnTo>
                  <a:pt x="1753489" y="1550670"/>
                </a:lnTo>
                <a:lnTo>
                  <a:pt x="1732026" y="1629664"/>
                </a:lnTo>
                <a:lnTo>
                  <a:pt x="1707388" y="1707388"/>
                </a:lnTo>
                <a:lnTo>
                  <a:pt x="1679702" y="1783842"/>
                </a:lnTo>
                <a:lnTo>
                  <a:pt x="1648841" y="1858518"/>
                </a:lnTo>
                <a:lnTo>
                  <a:pt x="1615059" y="1931797"/>
                </a:lnTo>
                <a:lnTo>
                  <a:pt x="1578229" y="2003044"/>
                </a:lnTo>
                <a:lnTo>
                  <a:pt x="1538351" y="2072386"/>
                </a:lnTo>
                <a:lnTo>
                  <a:pt x="1495552" y="2139442"/>
                </a:lnTo>
                <a:lnTo>
                  <a:pt x="1449832" y="2204339"/>
                </a:lnTo>
                <a:lnTo>
                  <a:pt x="1401064" y="2266569"/>
                </a:lnTo>
                <a:lnTo>
                  <a:pt x="1349502" y="2326513"/>
                </a:lnTo>
                <a:lnTo>
                  <a:pt x="1295019" y="2383536"/>
                </a:lnTo>
                <a:lnTo>
                  <a:pt x="1237742" y="2437511"/>
                </a:lnTo>
                <a:lnTo>
                  <a:pt x="1204214" y="2466721"/>
                </a:lnTo>
                <a:lnTo>
                  <a:pt x="1169924" y="2494534"/>
                </a:lnTo>
                <a:lnTo>
                  <a:pt x="1135126" y="2521204"/>
                </a:lnTo>
                <a:lnTo>
                  <a:pt x="1099820" y="2546350"/>
                </a:lnTo>
                <a:lnTo>
                  <a:pt x="1064133" y="2570226"/>
                </a:lnTo>
                <a:lnTo>
                  <a:pt x="1027938" y="2592832"/>
                </a:lnTo>
                <a:lnTo>
                  <a:pt x="991235" y="2614041"/>
                </a:lnTo>
                <a:lnTo>
                  <a:pt x="954151" y="2633853"/>
                </a:lnTo>
                <a:lnTo>
                  <a:pt x="916813" y="2652395"/>
                </a:lnTo>
                <a:lnTo>
                  <a:pt x="878967" y="2669540"/>
                </a:lnTo>
                <a:lnTo>
                  <a:pt x="840867" y="2685288"/>
                </a:lnTo>
                <a:lnTo>
                  <a:pt x="802386" y="2699766"/>
                </a:lnTo>
                <a:lnTo>
                  <a:pt x="763651" y="2712720"/>
                </a:lnTo>
                <a:lnTo>
                  <a:pt x="724662" y="2724442"/>
                </a:lnTo>
                <a:lnTo>
                  <a:pt x="685546" y="2734640"/>
                </a:lnTo>
                <a:lnTo>
                  <a:pt x="646049" y="2743542"/>
                </a:lnTo>
                <a:lnTo>
                  <a:pt x="606425" y="2751023"/>
                </a:lnTo>
                <a:lnTo>
                  <a:pt x="566547" y="2757208"/>
                </a:lnTo>
                <a:lnTo>
                  <a:pt x="526796" y="2761869"/>
                </a:lnTo>
                <a:lnTo>
                  <a:pt x="486791" y="2765132"/>
                </a:lnTo>
                <a:lnTo>
                  <a:pt x="446532" y="2766999"/>
                </a:lnTo>
                <a:lnTo>
                  <a:pt x="406400" y="2767457"/>
                </a:lnTo>
                <a:lnTo>
                  <a:pt x="710585" y="2767457"/>
                </a:lnTo>
                <a:lnTo>
                  <a:pt x="775843" y="2748838"/>
                </a:lnTo>
                <a:lnTo>
                  <a:pt x="815848" y="2735376"/>
                </a:lnTo>
                <a:lnTo>
                  <a:pt x="855472" y="2720479"/>
                </a:lnTo>
                <a:lnTo>
                  <a:pt x="894715" y="2704211"/>
                </a:lnTo>
                <a:lnTo>
                  <a:pt x="933577" y="2686558"/>
                </a:lnTo>
                <a:lnTo>
                  <a:pt x="972185" y="2667508"/>
                </a:lnTo>
                <a:lnTo>
                  <a:pt x="1010412" y="2646934"/>
                </a:lnTo>
                <a:lnTo>
                  <a:pt x="1048004" y="2625090"/>
                </a:lnTo>
                <a:lnTo>
                  <a:pt x="1085342" y="2601976"/>
                </a:lnTo>
                <a:lnTo>
                  <a:pt x="1122045" y="2577338"/>
                </a:lnTo>
                <a:lnTo>
                  <a:pt x="1158367" y="2551430"/>
                </a:lnTo>
                <a:lnTo>
                  <a:pt x="1194054" y="2524125"/>
                </a:lnTo>
                <a:lnTo>
                  <a:pt x="1229106" y="2495423"/>
                </a:lnTo>
                <a:lnTo>
                  <a:pt x="1263777" y="2465324"/>
                </a:lnTo>
                <a:lnTo>
                  <a:pt x="1322578" y="2409825"/>
                </a:lnTo>
                <a:lnTo>
                  <a:pt x="1378331" y="2351405"/>
                </a:lnTo>
                <a:lnTo>
                  <a:pt x="1431163" y="2290064"/>
                </a:lnTo>
                <a:lnTo>
                  <a:pt x="1480947" y="2226310"/>
                </a:lnTo>
                <a:lnTo>
                  <a:pt x="1527683" y="2159889"/>
                </a:lnTo>
                <a:lnTo>
                  <a:pt x="1571371" y="2091308"/>
                </a:lnTo>
                <a:lnTo>
                  <a:pt x="1612011" y="2020443"/>
                </a:lnTo>
                <a:lnTo>
                  <a:pt x="1649603" y="1947672"/>
                </a:lnTo>
                <a:lnTo>
                  <a:pt x="1684020" y="1873123"/>
                </a:lnTo>
                <a:lnTo>
                  <a:pt x="1715516" y="1796795"/>
                </a:lnTo>
                <a:lnTo>
                  <a:pt x="1743710" y="1718945"/>
                </a:lnTo>
                <a:lnTo>
                  <a:pt x="1768729" y="1639697"/>
                </a:lnTo>
                <a:lnTo>
                  <a:pt x="1790573" y="1559179"/>
                </a:lnTo>
                <a:lnTo>
                  <a:pt x="1809369" y="1477645"/>
                </a:lnTo>
                <a:lnTo>
                  <a:pt x="1824863" y="1395095"/>
                </a:lnTo>
                <a:lnTo>
                  <a:pt x="1837182" y="1311910"/>
                </a:lnTo>
                <a:lnTo>
                  <a:pt x="1846199" y="1227963"/>
                </a:lnTo>
                <a:lnTo>
                  <a:pt x="1851914" y="1143635"/>
                </a:lnTo>
                <a:lnTo>
                  <a:pt x="1854442" y="1059307"/>
                </a:lnTo>
                <a:lnTo>
                  <a:pt x="1854454" y="1058926"/>
                </a:lnTo>
                <a:lnTo>
                  <a:pt x="1853709" y="975994"/>
                </a:lnTo>
                <a:lnTo>
                  <a:pt x="1849501" y="889254"/>
                </a:lnTo>
                <a:lnTo>
                  <a:pt x="1842135" y="804545"/>
                </a:lnTo>
                <a:lnTo>
                  <a:pt x="1831213" y="720090"/>
                </a:lnTo>
                <a:lnTo>
                  <a:pt x="1816989" y="636270"/>
                </a:lnTo>
                <a:lnTo>
                  <a:pt x="1799336" y="552831"/>
                </a:lnTo>
                <a:lnTo>
                  <a:pt x="1778381" y="470281"/>
                </a:lnTo>
                <a:lnTo>
                  <a:pt x="1753870" y="388493"/>
                </a:lnTo>
                <a:lnTo>
                  <a:pt x="1725930" y="307975"/>
                </a:lnTo>
                <a:lnTo>
                  <a:pt x="1694434" y="228472"/>
                </a:lnTo>
                <a:lnTo>
                  <a:pt x="1659509" y="150495"/>
                </a:lnTo>
                <a:lnTo>
                  <a:pt x="1621028" y="73914"/>
                </a:lnTo>
                <a:lnTo>
                  <a:pt x="1579372" y="0"/>
                </a:lnTo>
                <a:close/>
              </a:path>
              <a:path w="1854834" h="2854960">
                <a:moveTo>
                  <a:pt x="189916" y="2739542"/>
                </a:moveTo>
                <a:lnTo>
                  <a:pt x="169291" y="2739542"/>
                </a:lnTo>
                <a:lnTo>
                  <a:pt x="188566" y="2744266"/>
                </a:lnTo>
                <a:lnTo>
                  <a:pt x="189916" y="273954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4836795" y="4555616"/>
            <a:ext cx="840740" cy="543560"/>
          </a:xfrm>
          <a:prstGeom prst="rect">
            <a:avLst/>
          </a:prstGeom>
          <a:solidFill>
            <a:srgbClr val="585858"/>
          </a:solidFill>
          <a:ln w="16001">
            <a:solidFill>
              <a:srgbClr val="3E3E3E"/>
            </a:solidFill>
          </a:ln>
        </p:spPr>
        <p:txBody>
          <a:bodyPr vert="horz" wrap="square" lIns="0" tIns="120014" rIns="0" bIns="0" rtlCol="0">
            <a:spAutoFit/>
          </a:bodyPr>
          <a:lstStyle/>
          <a:p>
            <a:pPr marL="168910">
              <a:lnSpc>
                <a:spcPct val="100000"/>
              </a:lnSpc>
              <a:spcBef>
                <a:spcPts val="944"/>
              </a:spcBef>
            </a:pP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None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169147" y="6637845"/>
            <a:ext cx="161290" cy="158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95"/>
              </a:lnSpc>
            </a:pPr>
            <a:r>
              <a:rPr sz="1050" spc="-25" dirty="0">
                <a:solidFill>
                  <a:srgbClr val="FFFFFF"/>
                </a:solidFill>
                <a:latin typeface="Calibri"/>
                <a:cs typeface="Calibri"/>
              </a:rPr>
              <a:t>23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862703" y="5272659"/>
            <a:ext cx="841375" cy="544195"/>
          </a:xfrm>
          <a:prstGeom prst="rect">
            <a:avLst/>
          </a:prstGeom>
          <a:solidFill>
            <a:srgbClr val="585858"/>
          </a:solidFill>
          <a:ln w="16001">
            <a:solidFill>
              <a:srgbClr val="3E3E3E"/>
            </a:solidFill>
          </a:ln>
        </p:spPr>
        <p:txBody>
          <a:bodyPr vert="horz" wrap="square" lIns="0" tIns="12001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44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7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9" name="Slide Number Placeholder 38">
            <a:extLst>
              <a:ext uri="{FF2B5EF4-FFF2-40B4-BE49-F238E27FC236}">
                <a16:creationId xmlns:a16="http://schemas.microsoft.com/office/drawing/2014/main" id="{EA72BB48-D48B-3F88-AAE0-6E2EBD9C5E4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05410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lang="en-PK" spc="-50" smtClean="0"/>
              <a:t>38</a:t>
            </a:fld>
            <a:endParaRPr lang="en-PK" spc="-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837689"/>
            <a:ext cx="9144000" cy="4738370"/>
            <a:chOff x="0" y="1837689"/>
            <a:chExt cx="9144000" cy="4738370"/>
          </a:xfrm>
        </p:grpSpPr>
        <p:sp>
          <p:nvSpPr>
            <p:cNvPr id="3" name="object 3"/>
            <p:cNvSpPr/>
            <p:nvPr/>
          </p:nvSpPr>
          <p:spPr>
            <a:xfrm>
              <a:off x="3931539" y="1845944"/>
              <a:ext cx="1866900" cy="4677410"/>
            </a:xfrm>
            <a:custGeom>
              <a:avLst/>
              <a:gdLst/>
              <a:ahLst/>
              <a:cxnLst/>
              <a:rect l="l" t="t" r="r" b="b"/>
              <a:pathLst>
                <a:path w="1866900" h="4677409">
                  <a:moveTo>
                    <a:pt x="1866900" y="0"/>
                  </a:moveTo>
                  <a:lnTo>
                    <a:pt x="0" y="0"/>
                  </a:lnTo>
                  <a:lnTo>
                    <a:pt x="0" y="4677156"/>
                  </a:lnTo>
                  <a:lnTo>
                    <a:pt x="1866900" y="4677156"/>
                  </a:lnTo>
                  <a:lnTo>
                    <a:pt x="1866900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931539" y="1845944"/>
              <a:ext cx="1866900" cy="4677410"/>
            </a:xfrm>
            <a:custGeom>
              <a:avLst/>
              <a:gdLst/>
              <a:ahLst/>
              <a:cxnLst/>
              <a:rect l="l" t="t" r="r" b="b"/>
              <a:pathLst>
                <a:path w="1866900" h="4677409">
                  <a:moveTo>
                    <a:pt x="0" y="4677156"/>
                  </a:moveTo>
                  <a:lnTo>
                    <a:pt x="1866900" y="4677156"/>
                  </a:lnTo>
                  <a:lnTo>
                    <a:pt x="1866900" y="0"/>
                  </a:lnTo>
                  <a:lnTo>
                    <a:pt x="0" y="0"/>
                  </a:lnTo>
                  <a:lnTo>
                    <a:pt x="0" y="4677156"/>
                  </a:lnTo>
                  <a:close/>
                </a:path>
              </a:pathLst>
            </a:custGeom>
            <a:ln w="16002">
              <a:solidFill>
                <a:srgbClr val="0013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4010405" y="2413253"/>
            <a:ext cx="655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func_a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10405" y="3236214"/>
            <a:ext cx="6661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func_b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10405" y="4059173"/>
            <a:ext cx="6432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func_c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7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FUNCTIONS</a:t>
            </a:r>
            <a:r>
              <a:rPr spc="-185" dirty="0"/>
              <a:t> </a:t>
            </a:r>
            <a:r>
              <a:rPr dirty="0"/>
              <a:t>AS</a:t>
            </a:r>
            <a:r>
              <a:rPr spc="-185" dirty="0"/>
              <a:t> </a:t>
            </a:r>
            <a:r>
              <a:rPr spc="-35" dirty="0"/>
              <a:t>ARGUMENTS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48234" y="2143506"/>
            <a:ext cx="3440429" cy="2713990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800" dirty="0">
                <a:latin typeface="Courier New"/>
                <a:cs typeface="Courier New"/>
              </a:rPr>
              <a:t>def</a:t>
            </a:r>
            <a:r>
              <a:rPr sz="1800" spc="-3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func_a():</a:t>
            </a:r>
            <a:endParaRPr sz="1800">
              <a:latin typeface="Courier New"/>
              <a:cs typeface="Courier New"/>
            </a:endParaRPr>
          </a:p>
          <a:p>
            <a:pPr marL="12700" marR="5080" indent="546100">
              <a:lnSpc>
                <a:spcPct val="140000"/>
              </a:lnSpc>
            </a:pPr>
            <a:r>
              <a:rPr sz="1800" dirty="0">
                <a:latin typeface="Courier New"/>
                <a:cs typeface="Courier New"/>
              </a:rPr>
              <a:t>print</a:t>
            </a:r>
            <a:r>
              <a:rPr sz="1800" spc="-6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'inside</a:t>
            </a:r>
            <a:r>
              <a:rPr sz="1800" spc="-6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func_a' </a:t>
            </a:r>
            <a:r>
              <a:rPr sz="1800" dirty="0">
                <a:latin typeface="Courier New"/>
                <a:cs typeface="Courier New"/>
              </a:rPr>
              <a:t>def</a:t>
            </a:r>
            <a:r>
              <a:rPr sz="1800" spc="-3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func_b(y):</a:t>
            </a:r>
            <a:endParaRPr sz="1800">
              <a:latin typeface="Courier New"/>
              <a:cs typeface="Courier New"/>
            </a:endParaRPr>
          </a:p>
          <a:p>
            <a:pPr marL="558800" marR="5080">
              <a:lnSpc>
                <a:spcPct val="140000"/>
              </a:lnSpc>
            </a:pPr>
            <a:r>
              <a:rPr sz="1800" dirty="0">
                <a:latin typeface="Courier New"/>
                <a:cs typeface="Courier New"/>
              </a:rPr>
              <a:t>print</a:t>
            </a:r>
            <a:r>
              <a:rPr sz="1800" spc="-6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'inside</a:t>
            </a:r>
            <a:r>
              <a:rPr sz="1800" spc="-6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func_b' </a:t>
            </a:r>
            <a:r>
              <a:rPr sz="1800" dirty="0">
                <a:latin typeface="Courier New"/>
                <a:cs typeface="Courier New"/>
              </a:rPr>
              <a:t>return</a:t>
            </a:r>
            <a:r>
              <a:rPr sz="1800" spc="-70" dirty="0">
                <a:latin typeface="Courier New"/>
                <a:cs typeface="Courier New"/>
              </a:rPr>
              <a:t> </a:t>
            </a:r>
            <a:r>
              <a:rPr sz="1800" spc="-50" dirty="0">
                <a:latin typeface="Courier New"/>
                <a:cs typeface="Courier New"/>
              </a:rPr>
              <a:t>y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1800" dirty="0">
                <a:latin typeface="Courier New"/>
                <a:cs typeface="Courier New"/>
              </a:rPr>
              <a:t>def</a:t>
            </a:r>
            <a:r>
              <a:rPr sz="1800" spc="-3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func_c(z):</a:t>
            </a:r>
            <a:endParaRPr sz="1800">
              <a:latin typeface="Courier New"/>
              <a:cs typeface="Courier New"/>
            </a:endParaRPr>
          </a:p>
          <a:p>
            <a:pPr marL="558800">
              <a:lnSpc>
                <a:spcPct val="100000"/>
              </a:lnSpc>
              <a:spcBef>
                <a:spcPts val="865"/>
              </a:spcBef>
            </a:pPr>
            <a:r>
              <a:rPr sz="1800" dirty="0">
                <a:latin typeface="Courier New"/>
                <a:cs typeface="Courier New"/>
              </a:rPr>
              <a:t>print</a:t>
            </a:r>
            <a:r>
              <a:rPr sz="1800" spc="-6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'inside</a:t>
            </a:r>
            <a:r>
              <a:rPr sz="1800" spc="-6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func_c'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94588" y="4941823"/>
            <a:ext cx="84581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ourier New"/>
                <a:cs typeface="Courier New"/>
              </a:rPr>
              <a:t>return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79651" y="4903089"/>
            <a:ext cx="708660" cy="361950"/>
          </a:xfrm>
          <a:prstGeom prst="rect">
            <a:avLst/>
          </a:prstGeom>
          <a:ln w="16001">
            <a:solidFill>
              <a:srgbClr val="FF0000"/>
            </a:solidFill>
          </a:ln>
        </p:spPr>
        <p:txBody>
          <a:bodyPr vert="horz" wrap="square" lIns="0" tIns="51435" rIns="0" bIns="0" rtlCol="0">
            <a:spAutoFit/>
          </a:bodyPr>
          <a:lstStyle/>
          <a:p>
            <a:pPr marL="83185">
              <a:lnSpc>
                <a:spcPct val="100000"/>
              </a:lnSpc>
              <a:spcBef>
                <a:spcPts val="405"/>
              </a:spcBef>
            </a:pPr>
            <a:r>
              <a:rPr sz="1800" spc="-25" dirty="0">
                <a:latin typeface="Courier New"/>
                <a:cs typeface="Courier New"/>
              </a:rPr>
              <a:t>z()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48234" y="5216144"/>
            <a:ext cx="2621280" cy="793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0000"/>
              </a:lnSpc>
              <a:spcBef>
                <a:spcPts val="100"/>
              </a:spcBef>
            </a:pPr>
            <a:r>
              <a:rPr sz="1800" dirty="0">
                <a:latin typeface="Courier New"/>
                <a:cs typeface="Courier New"/>
              </a:rPr>
              <a:t>print</a:t>
            </a:r>
            <a:r>
              <a:rPr sz="1800" spc="-5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func_a() </a:t>
            </a:r>
            <a:r>
              <a:rPr sz="1800" dirty="0">
                <a:latin typeface="Courier New"/>
                <a:cs typeface="Courier New"/>
              </a:rPr>
              <a:t>print</a:t>
            </a:r>
            <a:r>
              <a:rPr sz="1800" spc="-3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5</a:t>
            </a:r>
            <a:r>
              <a:rPr sz="1800" spc="-2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+</a:t>
            </a:r>
            <a:r>
              <a:rPr sz="1800" spc="-3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func_b(2)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48234" y="6093967"/>
            <a:ext cx="27578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urier New"/>
                <a:cs typeface="Courier New"/>
              </a:rPr>
              <a:t>print</a:t>
            </a:r>
            <a:r>
              <a:rPr sz="1800" spc="-5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func_c(func_a)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843653" y="2375535"/>
            <a:ext cx="840740" cy="544195"/>
          </a:xfrm>
          <a:prstGeom prst="rect">
            <a:avLst/>
          </a:prstGeom>
          <a:solidFill>
            <a:srgbClr val="585858"/>
          </a:solidFill>
          <a:ln w="16001">
            <a:solidFill>
              <a:srgbClr val="3E3E3E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59385">
              <a:lnSpc>
                <a:spcPts val="2025"/>
              </a:lnSpc>
            </a:pP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Some</a:t>
            </a:r>
            <a:endParaRPr sz="1800">
              <a:latin typeface="Calibri"/>
              <a:cs typeface="Calibri"/>
            </a:endParaRPr>
          </a:p>
          <a:p>
            <a:pPr marL="195580">
              <a:lnSpc>
                <a:spcPct val="100000"/>
              </a:lnSpc>
            </a:pP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code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835397" y="3079750"/>
            <a:ext cx="857250" cy="560070"/>
            <a:chOff x="4835397" y="3079750"/>
            <a:chExt cx="857250" cy="560070"/>
          </a:xfrm>
        </p:grpSpPr>
        <p:sp>
          <p:nvSpPr>
            <p:cNvPr id="16" name="object 16"/>
            <p:cNvSpPr/>
            <p:nvPr/>
          </p:nvSpPr>
          <p:spPr>
            <a:xfrm>
              <a:off x="4843652" y="3088004"/>
              <a:ext cx="840740" cy="543560"/>
            </a:xfrm>
            <a:custGeom>
              <a:avLst/>
              <a:gdLst/>
              <a:ahLst/>
              <a:cxnLst/>
              <a:rect l="l" t="t" r="r" b="b"/>
              <a:pathLst>
                <a:path w="840739" h="543560">
                  <a:moveTo>
                    <a:pt x="840486" y="0"/>
                  </a:moveTo>
                  <a:lnTo>
                    <a:pt x="0" y="0"/>
                  </a:lnTo>
                  <a:lnTo>
                    <a:pt x="0" y="543306"/>
                  </a:lnTo>
                  <a:lnTo>
                    <a:pt x="840486" y="543306"/>
                  </a:lnTo>
                  <a:lnTo>
                    <a:pt x="840486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843652" y="3088004"/>
              <a:ext cx="840740" cy="543560"/>
            </a:xfrm>
            <a:custGeom>
              <a:avLst/>
              <a:gdLst/>
              <a:ahLst/>
              <a:cxnLst/>
              <a:rect l="l" t="t" r="r" b="b"/>
              <a:pathLst>
                <a:path w="840739" h="543560">
                  <a:moveTo>
                    <a:pt x="0" y="543306"/>
                  </a:moveTo>
                  <a:lnTo>
                    <a:pt x="840486" y="543306"/>
                  </a:lnTo>
                  <a:lnTo>
                    <a:pt x="840486" y="0"/>
                  </a:lnTo>
                  <a:lnTo>
                    <a:pt x="0" y="0"/>
                  </a:lnTo>
                  <a:lnTo>
                    <a:pt x="0" y="543306"/>
                  </a:lnTo>
                  <a:close/>
                </a:path>
              </a:pathLst>
            </a:custGeom>
            <a:ln w="16002">
              <a:solidFill>
                <a:srgbClr val="3E3E3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990591" y="3058159"/>
            <a:ext cx="5480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895" marR="5080" indent="-3683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Some code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830826" y="3813555"/>
            <a:ext cx="857250" cy="560070"/>
            <a:chOff x="4830826" y="3813555"/>
            <a:chExt cx="857250" cy="560070"/>
          </a:xfrm>
        </p:grpSpPr>
        <p:sp>
          <p:nvSpPr>
            <p:cNvPr id="20" name="object 20"/>
            <p:cNvSpPr/>
            <p:nvPr/>
          </p:nvSpPr>
          <p:spPr>
            <a:xfrm>
              <a:off x="4839081" y="3821810"/>
              <a:ext cx="840740" cy="543560"/>
            </a:xfrm>
            <a:custGeom>
              <a:avLst/>
              <a:gdLst/>
              <a:ahLst/>
              <a:cxnLst/>
              <a:rect l="l" t="t" r="r" b="b"/>
              <a:pathLst>
                <a:path w="840739" h="543560">
                  <a:moveTo>
                    <a:pt x="840486" y="0"/>
                  </a:moveTo>
                  <a:lnTo>
                    <a:pt x="0" y="0"/>
                  </a:lnTo>
                  <a:lnTo>
                    <a:pt x="0" y="543306"/>
                  </a:lnTo>
                  <a:lnTo>
                    <a:pt x="840486" y="543306"/>
                  </a:lnTo>
                  <a:lnTo>
                    <a:pt x="840486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839081" y="3821810"/>
              <a:ext cx="840740" cy="543560"/>
            </a:xfrm>
            <a:custGeom>
              <a:avLst/>
              <a:gdLst/>
              <a:ahLst/>
              <a:cxnLst/>
              <a:rect l="l" t="t" r="r" b="b"/>
              <a:pathLst>
                <a:path w="840739" h="543560">
                  <a:moveTo>
                    <a:pt x="0" y="543306"/>
                  </a:moveTo>
                  <a:lnTo>
                    <a:pt x="840486" y="543306"/>
                  </a:lnTo>
                  <a:lnTo>
                    <a:pt x="840486" y="0"/>
                  </a:lnTo>
                  <a:lnTo>
                    <a:pt x="0" y="0"/>
                  </a:lnTo>
                  <a:lnTo>
                    <a:pt x="0" y="543306"/>
                  </a:lnTo>
                  <a:close/>
                </a:path>
              </a:pathLst>
            </a:custGeom>
            <a:ln w="16001">
              <a:solidFill>
                <a:srgbClr val="3E3E3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985511" y="3791966"/>
            <a:ext cx="5480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895" marR="5080" indent="-3683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Some code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846571" y="1837689"/>
            <a:ext cx="1882775" cy="1558290"/>
            <a:chOff x="5846571" y="1837689"/>
            <a:chExt cx="1882775" cy="1558290"/>
          </a:xfrm>
        </p:grpSpPr>
        <p:sp>
          <p:nvSpPr>
            <p:cNvPr id="24" name="object 24"/>
            <p:cNvSpPr/>
            <p:nvPr/>
          </p:nvSpPr>
          <p:spPr>
            <a:xfrm>
              <a:off x="5854826" y="1845944"/>
              <a:ext cx="1866264" cy="1541780"/>
            </a:xfrm>
            <a:custGeom>
              <a:avLst/>
              <a:gdLst/>
              <a:ahLst/>
              <a:cxnLst/>
              <a:rect l="l" t="t" r="r" b="b"/>
              <a:pathLst>
                <a:path w="1866265" h="1541779">
                  <a:moveTo>
                    <a:pt x="1866138" y="0"/>
                  </a:moveTo>
                  <a:lnTo>
                    <a:pt x="0" y="0"/>
                  </a:lnTo>
                  <a:lnTo>
                    <a:pt x="0" y="1541526"/>
                  </a:lnTo>
                  <a:lnTo>
                    <a:pt x="1866138" y="1541526"/>
                  </a:lnTo>
                  <a:lnTo>
                    <a:pt x="1866138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854826" y="1845944"/>
              <a:ext cx="1866264" cy="1541780"/>
            </a:xfrm>
            <a:custGeom>
              <a:avLst/>
              <a:gdLst/>
              <a:ahLst/>
              <a:cxnLst/>
              <a:rect l="l" t="t" r="r" b="b"/>
              <a:pathLst>
                <a:path w="1866265" h="1541779">
                  <a:moveTo>
                    <a:pt x="0" y="1541526"/>
                  </a:moveTo>
                  <a:lnTo>
                    <a:pt x="1866138" y="1541526"/>
                  </a:lnTo>
                  <a:lnTo>
                    <a:pt x="1866138" y="0"/>
                  </a:lnTo>
                  <a:lnTo>
                    <a:pt x="0" y="0"/>
                  </a:lnTo>
                  <a:lnTo>
                    <a:pt x="0" y="1541526"/>
                  </a:lnTo>
                  <a:close/>
                </a:path>
              </a:pathLst>
            </a:custGeom>
            <a:ln w="16002">
              <a:solidFill>
                <a:srgbClr val="0013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4010405" y="1864105"/>
            <a:ext cx="31584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35480" algn="l"/>
              </a:tabLst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Global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scope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	func_c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scope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933440" y="2413253"/>
            <a:ext cx="1162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739508" y="2375535"/>
            <a:ext cx="840740" cy="544195"/>
          </a:xfrm>
          <a:prstGeom prst="rect">
            <a:avLst/>
          </a:prstGeom>
          <a:solidFill>
            <a:srgbClr val="585858"/>
          </a:solidFill>
          <a:ln w="16001">
            <a:solidFill>
              <a:srgbClr val="3E3E3E"/>
            </a:solidFill>
          </a:ln>
        </p:spPr>
        <p:txBody>
          <a:bodyPr vert="horz" wrap="square" lIns="0" tIns="120014" rIns="0" bIns="0" rtlCol="0">
            <a:spAutoFit/>
          </a:bodyPr>
          <a:lstStyle/>
          <a:p>
            <a:pPr marL="104139">
              <a:lnSpc>
                <a:spcPct val="100000"/>
              </a:lnSpc>
              <a:spcBef>
                <a:spcPts val="944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func_a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1081024" y="3648964"/>
            <a:ext cx="7649209" cy="2818130"/>
            <a:chOff x="1081024" y="3648964"/>
            <a:chExt cx="7649209" cy="2818130"/>
          </a:xfrm>
        </p:grpSpPr>
        <p:sp>
          <p:nvSpPr>
            <p:cNvPr id="30" name="object 30"/>
            <p:cNvSpPr/>
            <p:nvPr/>
          </p:nvSpPr>
          <p:spPr>
            <a:xfrm>
              <a:off x="1089279" y="6095619"/>
              <a:ext cx="2394585" cy="363220"/>
            </a:xfrm>
            <a:custGeom>
              <a:avLst/>
              <a:gdLst/>
              <a:ahLst/>
              <a:cxnLst/>
              <a:rect l="l" t="t" r="r" b="b"/>
              <a:pathLst>
                <a:path w="2394585" h="363220">
                  <a:moveTo>
                    <a:pt x="0" y="362711"/>
                  </a:moveTo>
                  <a:lnTo>
                    <a:pt x="2394204" y="362711"/>
                  </a:lnTo>
                  <a:lnTo>
                    <a:pt x="2394204" y="0"/>
                  </a:lnTo>
                  <a:lnTo>
                    <a:pt x="0" y="0"/>
                  </a:lnTo>
                  <a:lnTo>
                    <a:pt x="0" y="362711"/>
                  </a:lnTo>
                  <a:close/>
                </a:path>
              </a:pathLst>
            </a:custGeom>
            <a:ln w="1600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855333" y="3657219"/>
              <a:ext cx="1866264" cy="941069"/>
            </a:xfrm>
            <a:custGeom>
              <a:avLst/>
              <a:gdLst/>
              <a:ahLst/>
              <a:cxnLst/>
              <a:rect l="l" t="t" r="r" b="b"/>
              <a:pathLst>
                <a:path w="1866265" h="941070">
                  <a:moveTo>
                    <a:pt x="1866138" y="0"/>
                  </a:moveTo>
                  <a:lnTo>
                    <a:pt x="0" y="0"/>
                  </a:lnTo>
                  <a:lnTo>
                    <a:pt x="0" y="941069"/>
                  </a:lnTo>
                  <a:lnTo>
                    <a:pt x="1866138" y="941069"/>
                  </a:lnTo>
                  <a:lnTo>
                    <a:pt x="1866138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855333" y="3657219"/>
              <a:ext cx="1866264" cy="941069"/>
            </a:xfrm>
            <a:custGeom>
              <a:avLst/>
              <a:gdLst/>
              <a:ahLst/>
              <a:cxnLst/>
              <a:rect l="l" t="t" r="r" b="b"/>
              <a:pathLst>
                <a:path w="1866265" h="941070">
                  <a:moveTo>
                    <a:pt x="0" y="941069"/>
                  </a:moveTo>
                  <a:lnTo>
                    <a:pt x="1866138" y="941069"/>
                  </a:lnTo>
                  <a:lnTo>
                    <a:pt x="1866138" y="0"/>
                  </a:lnTo>
                  <a:lnTo>
                    <a:pt x="0" y="0"/>
                  </a:lnTo>
                  <a:lnTo>
                    <a:pt x="0" y="941069"/>
                  </a:lnTo>
                  <a:close/>
                </a:path>
              </a:pathLst>
            </a:custGeom>
            <a:ln w="16001">
              <a:solidFill>
                <a:srgbClr val="0013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6933692" y="3675888"/>
            <a:ext cx="12484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func_a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scope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190740" y="5162296"/>
            <a:ext cx="12553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returns</a:t>
            </a:r>
            <a:r>
              <a:rPr sz="1800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Calibri"/>
                <a:cs typeface="Calibri"/>
              </a:rPr>
              <a:t>None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6449440" y="3099942"/>
            <a:ext cx="1639570" cy="2092325"/>
          </a:xfrm>
          <a:custGeom>
            <a:avLst/>
            <a:gdLst/>
            <a:ahLst/>
            <a:cxnLst/>
            <a:rect l="l" t="t" r="r" b="b"/>
            <a:pathLst>
              <a:path w="1639570" h="2092325">
                <a:moveTo>
                  <a:pt x="76217" y="187888"/>
                </a:moveTo>
                <a:lnTo>
                  <a:pt x="70612" y="292607"/>
                </a:lnTo>
                <a:lnTo>
                  <a:pt x="68961" y="366013"/>
                </a:lnTo>
                <a:lnTo>
                  <a:pt x="68709" y="438403"/>
                </a:lnTo>
                <a:lnTo>
                  <a:pt x="68707" y="439165"/>
                </a:lnTo>
                <a:lnTo>
                  <a:pt x="70074" y="510412"/>
                </a:lnTo>
                <a:lnTo>
                  <a:pt x="72917" y="581659"/>
                </a:lnTo>
                <a:lnTo>
                  <a:pt x="83439" y="727074"/>
                </a:lnTo>
                <a:lnTo>
                  <a:pt x="99568" y="866901"/>
                </a:lnTo>
                <a:lnTo>
                  <a:pt x="121285" y="1002918"/>
                </a:lnTo>
                <a:lnTo>
                  <a:pt x="148590" y="1134364"/>
                </a:lnTo>
                <a:lnTo>
                  <a:pt x="181102" y="1260474"/>
                </a:lnTo>
                <a:lnTo>
                  <a:pt x="199263" y="1321434"/>
                </a:lnTo>
                <a:lnTo>
                  <a:pt x="218694" y="1380997"/>
                </a:lnTo>
                <a:lnTo>
                  <a:pt x="239522" y="1438783"/>
                </a:lnTo>
                <a:lnTo>
                  <a:pt x="261493" y="1494662"/>
                </a:lnTo>
                <a:lnTo>
                  <a:pt x="284734" y="1548891"/>
                </a:lnTo>
                <a:lnTo>
                  <a:pt x="309118" y="1601089"/>
                </a:lnTo>
                <a:lnTo>
                  <a:pt x="334645" y="1651253"/>
                </a:lnTo>
                <a:lnTo>
                  <a:pt x="361442" y="1699259"/>
                </a:lnTo>
                <a:lnTo>
                  <a:pt x="389382" y="1745233"/>
                </a:lnTo>
                <a:lnTo>
                  <a:pt x="418465" y="1788795"/>
                </a:lnTo>
                <a:lnTo>
                  <a:pt x="448564" y="1829942"/>
                </a:lnTo>
                <a:lnTo>
                  <a:pt x="479933" y="1868551"/>
                </a:lnTo>
                <a:lnTo>
                  <a:pt x="512318" y="1904619"/>
                </a:lnTo>
                <a:lnTo>
                  <a:pt x="545465" y="1937765"/>
                </a:lnTo>
                <a:lnTo>
                  <a:pt x="584581" y="1972055"/>
                </a:lnTo>
                <a:lnTo>
                  <a:pt x="624078" y="2001901"/>
                </a:lnTo>
                <a:lnTo>
                  <a:pt x="664210" y="2027554"/>
                </a:lnTo>
                <a:lnTo>
                  <a:pt x="704469" y="2048890"/>
                </a:lnTo>
                <a:lnTo>
                  <a:pt x="745236" y="2065908"/>
                </a:lnTo>
                <a:lnTo>
                  <a:pt x="786130" y="2078736"/>
                </a:lnTo>
                <a:lnTo>
                  <a:pt x="827278" y="2087117"/>
                </a:lnTo>
                <a:lnTo>
                  <a:pt x="868299" y="2091308"/>
                </a:lnTo>
                <a:lnTo>
                  <a:pt x="888746" y="2091943"/>
                </a:lnTo>
                <a:lnTo>
                  <a:pt x="909320" y="2091563"/>
                </a:lnTo>
                <a:lnTo>
                  <a:pt x="949960" y="2087499"/>
                </a:lnTo>
                <a:lnTo>
                  <a:pt x="990473" y="2079370"/>
                </a:lnTo>
                <a:lnTo>
                  <a:pt x="1030351" y="2067433"/>
                </a:lnTo>
                <a:lnTo>
                  <a:pt x="1064047" y="2053843"/>
                </a:lnTo>
                <a:lnTo>
                  <a:pt x="887984" y="2053843"/>
                </a:lnTo>
                <a:lnTo>
                  <a:pt x="873982" y="2053463"/>
                </a:lnTo>
                <a:lnTo>
                  <a:pt x="870860" y="2053463"/>
                </a:lnTo>
                <a:lnTo>
                  <a:pt x="850773" y="2051812"/>
                </a:lnTo>
                <a:lnTo>
                  <a:pt x="794893" y="2041525"/>
                </a:lnTo>
                <a:lnTo>
                  <a:pt x="757555" y="2029840"/>
                </a:lnTo>
                <a:lnTo>
                  <a:pt x="720090" y="2014092"/>
                </a:lnTo>
                <a:lnTo>
                  <a:pt x="682752" y="1994280"/>
                </a:lnTo>
                <a:lnTo>
                  <a:pt x="645414" y="1970277"/>
                </a:lnTo>
                <a:lnTo>
                  <a:pt x="608076" y="1942083"/>
                </a:lnTo>
                <a:lnTo>
                  <a:pt x="571119" y="1909571"/>
                </a:lnTo>
                <a:lnTo>
                  <a:pt x="539115" y="1877695"/>
                </a:lnTo>
                <a:lnTo>
                  <a:pt x="508254" y="1843151"/>
                </a:lnTo>
                <a:lnTo>
                  <a:pt x="478282" y="1805939"/>
                </a:lnTo>
                <a:lnTo>
                  <a:pt x="449199" y="1766315"/>
                </a:lnTo>
                <a:lnTo>
                  <a:pt x="421132" y="1724152"/>
                </a:lnTo>
                <a:lnTo>
                  <a:pt x="393954" y="1679575"/>
                </a:lnTo>
                <a:lnTo>
                  <a:pt x="367919" y="1632712"/>
                </a:lnTo>
                <a:lnTo>
                  <a:pt x="343091" y="1583944"/>
                </a:lnTo>
                <a:lnTo>
                  <a:pt x="319278" y="1532763"/>
                </a:lnTo>
                <a:lnTo>
                  <a:pt x="296545" y="1479677"/>
                </a:lnTo>
                <a:lnTo>
                  <a:pt x="274955" y="1424812"/>
                </a:lnTo>
                <a:lnTo>
                  <a:pt x="254508" y="1368043"/>
                </a:lnTo>
                <a:lnTo>
                  <a:pt x="235458" y="1309623"/>
                </a:lnTo>
                <a:lnTo>
                  <a:pt x="217551" y="1249552"/>
                </a:lnTo>
                <a:lnTo>
                  <a:pt x="185420" y="1124839"/>
                </a:lnTo>
                <a:lnTo>
                  <a:pt x="158623" y="995171"/>
                </a:lnTo>
                <a:lnTo>
                  <a:pt x="137160" y="860932"/>
                </a:lnTo>
                <a:lnTo>
                  <a:pt x="121285" y="722756"/>
                </a:lnTo>
                <a:lnTo>
                  <a:pt x="110998" y="581659"/>
                </a:lnTo>
                <a:lnTo>
                  <a:pt x="108263" y="511936"/>
                </a:lnTo>
                <a:lnTo>
                  <a:pt x="106821" y="439165"/>
                </a:lnTo>
                <a:lnTo>
                  <a:pt x="106807" y="438403"/>
                </a:lnTo>
                <a:lnTo>
                  <a:pt x="107061" y="366140"/>
                </a:lnTo>
                <a:lnTo>
                  <a:pt x="108712" y="293496"/>
                </a:lnTo>
                <a:lnTo>
                  <a:pt x="111887" y="220598"/>
                </a:lnTo>
                <a:lnTo>
                  <a:pt x="114180" y="191394"/>
                </a:lnTo>
                <a:lnTo>
                  <a:pt x="76217" y="187888"/>
                </a:lnTo>
                <a:close/>
              </a:path>
              <a:path w="1639570" h="2092325">
                <a:moveTo>
                  <a:pt x="1602232" y="1092708"/>
                </a:moveTo>
                <a:lnTo>
                  <a:pt x="1593469" y="1131570"/>
                </a:lnTo>
                <a:lnTo>
                  <a:pt x="1584325" y="1169415"/>
                </a:lnTo>
                <a:lnTo>
                  <a:pt x="1574673" y="1206627"/>
                </a:lnTo>
                <a:lnTo>
                  <a:pt x="1554353" y="1278889"/>
                </a:lnTo>
                <a:lnTo>
                  <a:pt x="1532509" y="1348358"/>
                </a:lnTo>
                <a:lnTo>
                  <a:pt x="1509268" y="1414907"/>
                </a:lnTo>
                <a:lnTo>
                  <a:pt x="1484503" y="1478280"/>
                </a:lnTo>
                <a:lnTo>
                  <a:pt x="1458595" y="1538858"/>
                </a:lnTo>
                <a:lnTo>
                  <a:pt x="1431417" y="1596263"/>
                </a:lnTo>
                <a:lnTo>
                  <a:pt x="1402969" y="1650364"/>
                </a:lnTo>
                <a:lnTo>
                  <a:pt x="1373378" y="1701419"/>
                </a:lnTo>
                <a:lnTo>
                  <a:pt x="1342898" y="1749170"/>
                </a:lnTo>
                <a:lnTo>
                  <a:pt x="1311402" y="1793620"/>
                </a:lnTo>
                <a:lnTo>
                  <a:pt x="1279017" y="1834769"/>
                </a:lnTo>
                <a:lnTo>
                  <a:pt x="1245997" y="1872488"/>
                </a:lnTo>
                <a:lnTo>
                  <a:pt x="1212215" y="1906651"/>
                </a:lnTo>
                <a:lnTo>
                  <a:pt x="1177671" y="1937512"/>
                </a:lnTo>
                <a:lnTo>
                  <a:pt x="1142619" y="1964816"/>
                </a:lnTo>
                <a:lnTo>
                  <a:pt x="1107186" y="1988312"/>
                </a:lnTo>
                <a:lnTo>
                  <a:pt x="1071372" y="2008377"/>
                </a:lnTo>
                <a:lnTo>
                  <a:pt x="1035050" y="2024888"/>
                </a:lnTo>
                <a:lnTo>
                  <a:pt x="998601" y="2037588"/>
                </a:lnTo>
                <a:lnTo>
                  <a:pt x="943483" y="2049906"/>
                </a:lnTo>
                <a:lnTo>
                  <a:pt x="887984" y="2053843"/>
                </a:lnTo>
                <a:lnTo>
                  <a:pt x="1064047" y="2053843"/>
                </a:lnTo>
                <a:lnTo>
                  <a:pt x="1108583" y="2031745"/>
                </a:lnTo>
                <a:lnTo>
                  <a:pt x="1146810" y="2008377"/>
                </a:lnTo>
                <a:lnTo>
                  <a:pt x="1184148" y="1981200"/>
                </a:lnTo>
                <a:lnTo>
                  <a:pt x="1220851" y="1950592"/>
                </a:lnTo>
                <a:lnTo>
                  <a:pt x="1256792" y="1916429"/>
                </a:lnTo>
                <a:lnTo>
                  <a:pt x="1291717" y="1878838"/>
                </a:lnTo>
                <a:lnTo>
                  <a:pt x="1325626" y="1837816"/>
                </a:lnTo>
                <a:lnTo>
                  <a:pt x="1358553" y="1793620"/>
                </a:lnTo>
                <a:lnTo>
                  <a:pt x="1390650" y="1745869"/>
                </a:lnTo>
                <a:lnTo>
                  <a:pt x="1421511" y="1695069"/>
                </a:lnTo>
                <a:lnTo>
                  <a:pt x="1451102" y="1641094"/>
                </a:lnTo>
                <a:lnTo>
                  <a:pt x="1479677" y="1583944"/>
                </a:lnTo>
                <a:lnTo>
                  <a:pt x="1506855" y="1523745"/>
                </a:lnTo>
                <a:lnTo>
                  <a:pt x="1532763" y="1460499"/>
                </a:lnTo>
                <a:lnTo>
                  <a:pt x="1557147" y="1394333"/>
                </a:lnTo>
                <a:lnTo>
                  <a:pt x="1580007" y="1325117"/>
                </a:lnTo>
                <a:lnTo>
                  <a:pt x="1601470" y="1253236"/>
                </a:lnTo>
                <a:lnTo>
                  <a:pt x="1611630" y="1216152"/>
                </a:lnTo>
                <a:lnTo>
                  <a:pt x="1621282" y="1178433"/>
                </a:lnTo>
                <a:lnTo>
                  <a:pt x="1630680" y="1139952"/>
                </a:lnTo>
                <a:lnTo>
                  <a:pt x="1639443" y="1101089"/>
                </a:lnTo>
                <a:lnTo>
                  <a:pt x="1602232" y="1092708"/>
                </a:lnTo>
                <a:close/>
              </a:path>
              <a:path w="1639570" h="2092325">
                <a:moveTo>
                  <a:pt x="178398" y="169290"/>
                </a:moveTo>
                <a:lnTo>
                  <a:pt x="77597" y="169290"/>
                </a:lnTo>
                <a:lnTo>
                  <a:pt x="115697" y="172084"/>
                </a:lnTo>
                <a:lnTo>
                  <a:pt x="114180" y="191394"/>
                </a:lnTo>
                <a:lnTo>
                  <a:pt x="189738" y="198373"/>
                </a:lnTo>
                <a:lnTo>
                  <a:pt x="178398" y="169290"/>
                </a:lnTo>
                <a:close/>
              </a:path>
              <a:path w="1639570" h="2092325">
                <a:moveTo>
                  <a:pt x="77597" y="169290"/>
                </a:moveTo>
                <a:lnTo>
                  <a:pt x="76217" y="187888"/>
                </a:lnTo>
                <a:lnTo>
                  <a:pt x="114180" y="191394"/>
                </a:lnTo>
                <a:lnTo>
                  <a:pt x="115697" y="172084"/>
                </a:lnTo>
                <a:lnTo>
                  <a:pt x="77597" y="169290"/>
                </a:lnTo>
                <a:close/>
              </a:path>
              <a:path w="1639570" h="2092325">
                <a:moveTo>
                  <a:pt x="112395" y="0"/>
                </a:moveTo>
                <a:lnTo>
                  <a:pt x="0" y="180847"/>
                </a:lnTo>
                <a:lnTo>
                  <a:pt x="76217" y="187888"/>
                </a:lnTo>
                <a:lnTo>
                  <a:pt x="77597" y="169290"/>
                </a:lnTo>
                <a:lnTo>
                  <a:pt x="178398" y="169290"/>
                </a:lnTo>
                <a:lnTo>
                  <a:pt x="11239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5982208" y="5966967"/>
            <a:ext cx="12553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returns</a:t>
            </a:r>
            <a:r>
              <a:rPr sz="1800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Calibri"/>
                <a:cs typeface="Calibri"/>
              </a:rPr>
              <a:t>None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5295010" y="3072892"/>
            <a:ext cx="1106170" cy="3282950"/>
          </a:xfrm>
          <a:custGeom>
            <a:avLst/>
            <a:gdLst/>
            <a:ahLst/>
            <a:cxnLst/>
            <a:rect l="l" t="t" r="r" b="b"/>
            <a:pathLst>
              <a:path w="1106170" h="3282950">
                <a:moveTo>
                  <a:pt x="195325" y="3092335"/>
                </a:moveTo>
                <a:lnTo>
                  <a:pt x="0" y="3177413"/>
                </a:lnTo>
                <a:lnTo>
                  <a:pt x="185293" y="3282569"/>
                </a:lnTo>
                <a:lnTo>
                  <a:pt x="189364" y="3205378"/>
                </a:lnTo>
                <a:lnTo>
                  <a:pt x="173355" y="3205378"/>
                </a:lnTo>
                <a:lnTo>
                  <a:pt x="169163" y="3167507"/>
                </a:lnTo>
                <a:lnTo>
                  <a:pt x="191489" y="3165074"/>
                </a:lnTo>
                <a:lnTo>
                  <a:pt x="195325" y="3092335"/>
                </a:lnTo>
                <a:close/>
              </a:path>
              <a:path w="1106170" h="3282950">
                <a:moveTo>
                  <a:pt x="191489" y="3165074"/>
                </a:moveTo>
                <a:lnTo>
                  <a:pt x="169163" y="3167507"/>
                </a:lnTo>
                <a:lnTo>
                  <a:pt x="173355" y="3205378"/>
                </a:lnTo>
                <a:lnTo>
                  <a:pt x="189456" y="3203622"/>
                </a:lnTo>
                <a:lnTo>
                  <a:pt x="191489" y="3165074"/>
                </a:lnTo>
                <a:close/>
              </a:path>
              <a:path w="1106170" h="3282950">
                <a:moveTo>
                  <a:pt x="189456" y="3203622"/>
                </a:moveTo>
                <a:lnTo>
                  <a:pt x="173355" y="3205378"/>
                </a:lnTo>
                <a:lnTo>
                  <a:pt x="189364" y="3205378"/>
                </a:lnTo>
                <a:lnTo>
                  <a:pt x="189456" y="3203622"/>
                </a:lnTo>
                <a:close/>
              </a:path>
              <a:path w="1106170" h="3282950">
                <a:moveTo>
                  <a:pt x="212829" y="3162749"/>
                </a:moveTo>
                <a:lnTo>
                  <a:pt x="191489" y="3165074"/>
                </a:lnTo>
                <a:lnTo>
                  <a:pt x="189456" y="3203622"/>
                </a:lnTo>
                <a:lnTo>
                  <a:pt x="219709" y="3200323"/>
                </a:lnTo>
                <a:lnTo>
                  <a:pt x="220853" y="3200095"/>
                </a:lnTo>
                <a:lnTo>
                  <a:pt x="221869" y="3199777"/>
                </a:lnTo>
                <a:lnTo>
                  <a:pt x="249936" y="3191510"/>
                </a:lnTo>
                <a:lnTo>
                  <a:pt x="277876" y="3181324"/>
                </a:lnTo>
                <a:lnTo>
                  <a:pt x="305434" y="3169158"/>
                </a:lnTo>
                <a:lnTo>
                  <a:pt x="317102" y="3163227"/>
                </a:lnTo>
                <a:lnTo>
                  <a:pt x="211200" y="3163227"/>
                </a:lnTo>
                <a:lnTo>
                  <a:pt x="212829" y="3162749"/>
                </a:lnTo>
                <a:close/>
              </a:path>
              <a:path w="1106170" h="3282950">
                <a:moveTo>
                  <a:pt x="214503" y="3162566"/>
                </a:moveTo>
                <a:lnTo>
                  <a:pt x="212829" y="3162749"/>
                </a:lnTo>
                <a:lnTo>
                  <a:pt x="211200" y="3163227"/>
                </a:lnTo>
                <a:lnTo>
                  <a:pt x="214503" y="3162566"/>
                </a:lnTo>
                <a:close/>
              </a:path>
              <a:path w="1106170" h="3282950">
                <a:moveTo>
                  <a:pt x="318401" y="3162566"/>
                </a:moveTo>
                <a:lnTo>
                  <a:pt x="214503" y="3162566"/>
                </a:lnTo>
                <a:lnTo>
                  <a:pt x="211200" y="3163227"/>
                </a:lnTo>
                <a:lnTo>
                  <a:pt x="317102" y="3163227"/>
                </a:lnTo>
                <a:lnTo>
                  <a:pt x="318401" y="3162566"/>
                </a:lnTo>
                <a:close/>
              </a:path>
              <a:path w="1106170" h="3282950">
                <a:moveTo>
                  <a:pt x="1054100" y="0"/>
                </a:moveTo>
                <a:lnTo>
                  <a:pt x="1016254" y="4698"/>
                </a:lnTo>
                <a:lnTo>
                  <a:pt x="1031113" y="123444"/>
                </a:lnTo>
                <a:lnTo>
                  <a:pt x="1043432" y="242189"/>
                </a:lnTo>
                <a:lnTo>
                  <a:pt x="1053211" y="361188"/>
                </a:lnTo>
                <a:lnTo>
                  <a:pt x="1060450" y="480187"/>
                </a:lnTo>
                <a:lnTo>
                  <a:pt x="1065214" y="597662"/>
                </a:lnTo>
                <a:lnTo>
                  <a:pt x="1067673" y="717042"/>
                </a:lnTo>
                <a:lnTo>
                  <a:pt x="1067816" y="835913"/>
                </a:lnTo>
                <a:lnTo>
                  <a:pt x="1065530" y="953388"/>
                </a:lnTo>
                <a:lnTo>
                  <a:pt x="1060831" y="1069848"/>
                </a:lnTo>
                <a:lnTo>
                  <a:pt x="1054100" y="1185164"/>
                </a:lnTo>
                <a:lnTo>
                  <a:pt x="1044956" y="1299337"/>
                </a:lnTo>
                <a:lnTo>
                  <a:pt x="1033780" y="1411986"/>
                </a:lnTo>
                <a:lnTo>
                  <a:pt x="1020444" y="1522857"/>
                </a:lnTo>
                <a:lnTo>
                  <a:pt x="1004951" y="1631950"/>
                </a:lnTo>
                <a:lnTo>
                  <a:pt x="987425" y="1738883"/>
                </a:lnTo>
                <a:lnTo>
                  <a:pt x="967994" y="1843658"/>
                </a:lnTo>
                <a:lnTo>
                  <a:pt x="946404" y="1946020"/>
                </a:lnTo>
                <a:lnTo>
                  <a:pt x="923036" y="2045589"/>
                </a:lnTo>
                <a:lnTo>
                  <a:pt x="897636" y="2142363"/>
                </a:lnTo>
                <a:lnTo>
                  <a:pt x="870457" y="2236089"/>
                </a:lnTo>
                <a:lnTo>
                  <a:pt x="841375" y="2326640"/>
                </a:lnTo>
                <a:lnTo>
                  <a:pt x="810514" y="2413762"/>
                </a:lnTo>
                <a:lnTo>
                  <a:pt x="778002" y="2497074"/>
                </a:lnTo>
                <a:lnTo>
                  <a:pt x="743712" y="2576779"/>
                </a:lnTo>
                <a:lnTo>
                  <a:pt x="707897" y="2652331"/>
                </a:lnTo>
                <a:lnTo>
                  <a:pt x="670433" y="2723642"/>
                </a:lnTo>
                <a:lnTo>
                  <a:pt x="631444" y="2790634"/>
                </a:lnTo>
                <a:lnTo>
                  <a:pt x="590931" y="2852991"/>
                </a:lnTo>
                <a:lnTo>
                  <a:pt x="549021" y="2910446"/>
                </a:lnTo>
                <a:lnTo>
                  <a:pt x="505587" y="2962973"/>
                </a:lnTo>
                <a:lnTo>
                  <a:pt x="461009" y="3010344"/>
                </a:lnTo>
                <a:lnTo>
                  <a:pt x="415036" y="3052292"/>
                </a:lnTo>
                <a:lnTo>
                  <a:pt x="364744" y="3090887"/>
                </a:lnTo>
                <a:lnTo>
                  <a:pt x="313690" y="3122269"/>
                </a:lnTo>
                <a:lnTo>
                  <a:pt x="262509" y="3146450"/>
                </a:lnTo>
                <a:lnTo>
                  <a:pt x="212829" y="3162749"/>
                </a:lnTo>
                <a:lnTo>
                  <a:pt x="214503" y="3162566"/>
                </a:lnTo>
                <a:lnTo>
                  <a:pt x="318401" y="3162566"/>
                </a:lnTo>
                <a:lnTo>
                  <a:pt x="332867" y="3155213"/>
                </a:lnTo>
                <a:lnTo>
                  <a:pt x="387223" y="3121621"/>
                </a:lnTo>
                <a:lnTo>
                  <a:pt x="440817" y="3080410"/>
                </a:lnTo>
                <a:lnTo>
                  <a:pt x="488695" y="3036443"/>
                </a:lnTo>
                <a:lnTo>
                  <a:pt x="534924" y="2987230"/>
                </a:lnTo>
                <a:lnTo>
                  <a:pt x="579755" y="2932887"/>
                </a:lnTo>
                <a:lnTo>
                  <a:pt x="622808" y="2873756"/>
                </a:lnTo>
                <a:lnTo>
                  <a:pt x="664337" y="2809811"/>
                </a:lnTo>
                <a:lnTo>
                  <a:pt x="704215" y="2741358"/>
                </a:lnTo>
                <a:lnTo>
                  <a:pt x="742442" y="2668651"/>
                </a:lnTo>
                <a:lnTo>
                  <a:pt x="778764" y="2591803"/>
                </a:lnTo>
                <a:lnTo>
                  <a:pt x="813435" y="2510917"/>
                </a:lnTo>
                <a:lnTo>
                  <a:pt x="846455" y="2426462"/>
                </a:lnTo>
                <a:lnTo>
                  <a:pt x="877697" y="2338197"/>
                </a:lnTo>
                <a:lnTo>
                  <a:pt x="907034" y="2246757"/>
                </a:lnTo>
                <a:lnTo>
                  <a:pt x="934466" y="2152015"/>
                </a:lnTo>
                <a:lnTo>
                  <a:pt x="960119" y="2054352"/>
                </a:lnTo>
                <a:lnTo>
                  <a:pt x="983741" y="1953895"/>
                </a:lnTo>
                <a:lnTo>
                  <a:pt x="1005459" y="1850644"/>
                </a:lnTo>
                <a:lnTo>
                  <a:pt x="1025016" y="1745107"/>
                </a:lnTo>
                <a:lnTo>
                  <a:pt x="1042797" y="1637283"/>
                </a:lnTo>
                <a:lnTo>
                  <a:pt x="1058291" y="1527429"/>
                </a:lnTo>
                <a:lnTo>
                  <a:pt x="1071753" y="1415796"/>
                </a:lnTo>
                <a:lnTo>
                  <a:pt x="1082929" y="1302258"/>
                </a:lnTo>
                <a:lnTo>
                  <a:pt x="1092073" y="1187450"/>
                </a:lnTo>
                <a:lnTo>
                  <a:pt x="1098931" y="1071372"/>
                </a:lnTo>
                <a:lnTo>
                  <a:pt x="1103630" y="954024"/>
                </a:lnTo>
                <a:lnTo>
                  <a:pt x="1105916" y="835913"/>
                </a:lnTo>
                <a:lnTo>
                  <a:pt x="1105789" y="717042"/>
                </a:lnTo>
                <a:lnTo>
                  <a:pt x="1103406" y="599186"/>
                </a:lnTo>
                <a:lnTo>
                  <a:pt x="1103376" y="597662"/>
                </a:lnTo>
                <a:lnTo>
                  <a:pt x="1098642" y="480187"/>
                </a:lnTo>
                <a:lnTo>
                  <a:pt x="1098550" y="477901"/>
                </a:lnTo>
                <a:lnTo>
                  <a:pt x="1091184" y="358013"/>
                </a:lnTo>
                <a:lnTo>
                  <a:pt x="1081278" y="238252"/>
                </a:lnTo>
                <a:lnTo>
                  <a:pt x="1068959" y="118618"/>
                </a:lnTo>
                <a:lnTo>
                  <a:pt x="10541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4836795" y="4555616"/>
            <a:ext cx="840740" cy="543560"/>
          </a:xfrm>
          <a:prstGeom prst="rect">
            <a:avLst/>
          </a:prstGeom>
          <a:solidFill>
            <a:srgbClr val="585858"/>
          </a:solidFill>
          <a:ln w="16001">
            <a:solidFill>
              <a:srgbClr val="3E3E3E"/>
            </a:solidFill>
          </a:ln>
        </p:spPr>
        <p:txBody>
          <a:bodyPr vert="horz" wrap="square" lIns="0" tIns="120014" rIns="0" bIns="0" rtlCol="0">
            <a:spAutoFit/>
          </a:bodyPr>
          <a:lstStyle/>
          <a:p>
            <a:pPr marL="168910">
              <a:lnSpc>
                <a:spcPct val="100000"/>
              </a:lnSpc>
              <a:spcBef>
                <a:spcPts val="944"/>
              </a:spcBef>
            </a:pP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None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862703" y="5272659"/>
            <a:ext cx="841375" cy="544195"/>
          </a:xfrm>
          <a:prstGeom prst="rect">
            <a:avLst/>
          </a:prstGeom>
          <a:solidFill>
            <a:srgbClr val="585858"/>
          </a:solidFill>
          <a:ln w="16001">
            <a:solidFill>
              <a:srgbClr val="3E3E3E"/>
            </a:solidFill>
          </a:ln>
        </p:spPr>
        <p:txBody>
          <a:bodyPr vert="horz" wrap="square" lIns="0" tIns="12001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44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7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4862321" y="5940552"/>
            <a:ext cx="856615" cy="559435"/>
            <a:chOff x="4862321" y="5940552"/>
            <a:chExt cx="856615" cy="559435"/>
          </a:xfrm>
        </p:grpSpPr>
        <p:sp>
          <p:nvSpPr>
            <p:cNvPr id="41" name="object 41"/>
            <p:cNvSpPr/>
            <p:nvPr/>
          </p:nvSpPr>
          <p:spPr>
            <a:xfrm>
              <a:off x="4870322" y="5948553"/>
              <a:ext cx="840740" cy="543560"/>
            </a:xfrm>
            <a:custGeom>
              <a:avLst/>
              <a:gdLst/>
              <a:ahLst/>
              <a:cxnLst/>
              <a:rect l="l" t="t" r="r" b="b"/>
              <a:pathLst>
                <a:path w="840739" h="543560">
                  <a:moveTo>
                    <a:pt x="840486" y="0"/>
                  </a:moveTo>
                  <a:lnTo>
                    <a:pt x="0" y="0"/>
                  </a:lnTo>
                  <a:lnTo>
                    <a:pt x="0" y="543306"/>
                  </a:lnTo>
                  <a:lnTo>
                    <a:pt x="840486" y="543306"/>
                  </a:lnTo>
                  <a:lnTo>
                    <a:pt x="840486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870322" y="5948553"/>
              <a:ext cx="840740" cy="543560"/>
            </a:xfrm>
            <a:custGeom>
              <a:avLst/>
              <a:gdLst/>
              <a:ahLst/>
              <a:cxnLst/>
              <a:rect l="l" t="t" r="r" b="b"/>
              <a:pathLst>
                <a:path w="840739" h="543560">
                  <a:moveTo>
                    <a:pt x="0" y="543306"/>
                  </a:moveTo>
                  <a:lnTo>
                    <a:pt x="840486" y="543306"/>
                  </a:lnTo>
                  <a:lnTo>
                    <a:pt x="840486" y="0"/>
                  </a:lnTo>
                  <a:lnTo>
                    <a:pt x="0" y="0"/>
                  </a:lnTo>
                  <a:lnTo>
                    <a:pt x="0" y="543306"/>
                  </a:lnTo>
                  <a:close/>
                </a:path>
              </a:pathLst>
            </a:custGeom>
            <a:ln w="16001">
              <a:solidFill>
                <a:srgbClr val="3E3E3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5026914" y="6055867"/>
            <a:ext cx="5283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None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5" name="Slide Number Placeholder 44">
            <a:extLst>
              <a:ext uri="{FF2B5EF4-FFF2-40B4-BE49-F238E27FC236}">
                <a16:creationId xmlns:a16="http://schemas.microsoft.com/office/drawing/2014/main" id="{3754D046-A799-CFD7-5563-7A2683C0886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05410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lang="en-PK" spc="-50" smtClean="0"/>
              <a:t>39</a:t>
            </a:fld>
            <a:endParaRPr lang="en-PK" spc="-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50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SCOPE</a:t>
            </a:r>
            <a:r>
              <a:rPr spc="-200" dirty="0"/>
              <a:t> </a:t>
            </a:r>
            <a:r>
              <a:rPr spc="-30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44340" y="3617214"/>
            <a:ext cx="18542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latin typeface="Courier New"/>
                <a:cs typeface="Courier New"/>
              </a:rPr>
              <a:t>print(x) </a:t>
            </a:r>
            <a:r>
              <a:rPr sz="2000" dirty="0">
                <a:latin typeface="Courier New"/>
                <a:cs typeface="Courier New"/>
              </a:rPr>
              <a:t>print(x</a:t>
            </a:r>
            <a:r>
              <a:rPr sz="2000" spc="-5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+</a:t>
            </a:r>
            <a:r>
              <a:rPr sz="2000" spc="-50" dirty="0">
                <a:latin typeface="Courier New"/>
                <a:cs typeface="Courier New"/>
              </a:rPr>
              <a:t> </a:t>
            </a:r>
            <a:r>
              <a:rPr sz="2000" spc="-25" dirty="0">
                <a:latin typeface="Courier New"/>
                <a:cs typeface="Courier New"/>
              </a:rPr>
              <a:t>1)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34740" y="4531614"/>
            <a:ext cx="1244600" cy="939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Courier New"/>
                <a:cs typeface="Courier New"/>
              </a:rPr>
              <a:t>x</a:t>
            </a:r>
            <a:r>
              <a:rPr sz="2000" spc="-1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=</a:t>
            </a:r>
            <a:r>
              <a:rPr sz="2000" spc="-10" dirty="0">
                <a:latin typeface="Courier New"/>
                <a:cs typeface="Courier New"/>
              </a:rPr>
              <a:t> </a:t>
            </a:r>
            <a:r>
              <a:rPr sz="2000" spc="-60" dirty="0">
                <a:latin typeface="Courier New"/>
                <a:cs typeface="Courier New"/>
              </a:rPr>
              <a:t>5 </a:t>
            </a:r>
            <a:r>
              <a:rPr sz="2000" spc="-20" dirty="0">
                <a:latin typeface="Courier New"/>
                <a:cs typeface="Courier New"/>
              </a:rPr>
              <a:t>g(x) </a:t>
            </a:r>
            <a:r>
              <a:rPr sz="2000" spc="-10" dirty="0">
                <a:latin typeface="Courier New"/>
                <a:cs typeface="Courier New"/>
              </a:rPr>
              <a:t>print(x)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21627" y="3666363"/>
            <a:ext cx="2132330" cy="328930"/>
          </a:xfrm>
          <a:prstGeom prst="rect">
            <a:avLst/>
          </a:prstGeom>
          <a:ln w="16001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67970">
              <a:lnSpc>
                <a:spcPts val="2110"/>
              </a:lnSpc>
            </a:pPr>
            <a:r>
              <a:rPr sz="2000" dirty="0">
                <a:latin typeface="Courier New"/>
                <a:cs typeface="Courier New"/>
              </a:rPr>
              <a:t>x</a:t>
            </a:r>
            <a:r>
              <a:rPr sz="2000" spc="-2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+=</a:t>
            </a:r>
            <a:r>
              <a:rPr sz="2000" spc="-20" dirty="0">
                <a:latin typeface="Courier New"/>
                <a:cs typeface="Courier New"/>
              </a:rPr>
              <a:t> </a:t>
            </a:r>
            <a:r>
              <a:rPr sz="2000" spc="-50" dirty="0"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67931" y="4226814"/>
            <a:ext cx="7874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Courier New"/>
                <a:cs typeface="Courier New"/>
              </a:rPr>
              <a:t>x</a:t>
            </a:r>
            <a:r>
              <a:rPr sz="2000" spc="-1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=</a:t>
            </a:r>
            <a:r>
              <a:rPr sz="2000" spc="-10" dirty="0">
                <a:latin typeface="Courier New"/>
                <a:cs typeface="Courier New"/>
              </a:rPr>
              <a:t> </a:t>
            </a:r>
            <a:r>
              <a:rPr sz="2000" spc="-60" dirty="0">
                <a:latin typeface="Courier New"/>
                <a:cs typeface="Courier New"/>
              </a:rPr>
              <a:t>5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67931" y="4531614"/>
            <a:ext cx="12446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000" spc="-20" dirty="0">
                <a:latin typeface="Courier New"/>
                <a:cs typeface="Courier New"/>
              </a:rPr>
              <a:t>h(x) </a:t>
            </a:r>
            <a:r>
              <a:rPr sz="2000" spc="-10" dirty="0">
                <a:latin typeface="Courier New"/>
                <a:cs typeface="Courier New"/>
              </a:rPr>
              <a:t>print(x)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055489" y="3663315"/>
            <a:ext cx="368300" cy="659130"/>
          </a:xfrm>
          <a:custGeom>
            <a:avLst/>
            <a:gdLst/>
            <a:ahLst/>
            <a:cxnLst/>
            <a:rect l="l" t="t" r="r" b="b"/>
            <a:pathLst>
              <a:path w="368300" h="659129">
                <a:moveTo>
                  <a:pt x="0" y="659130"/>
                </a:moveTo>
                <a:lnTo>
                  <a:pt x="368046" y="659130"/>
                </a:lnTo>
                <a:lnTo>
                  <a:pt x="368046" y="0"/>
                </a:lnTo>
                <a:lnTo>
                  <a:pt x="0" y="0"/>
                </a:lnTo>
                <a:lnTo>
                  <a:pt x="0" y="659130"/>
                </a:lnTo>
                <a:close/>
              </a:path>
            </a:pathLst>
          </a:custGeom>
          <a:ln w="160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3537965" y="4234941"/>
            <a:ext cx="5483225" cy="2262505"/>
            <a:chOff x="3537965" y="4234941"/>
            <a:chExt cx="5483225" cy="226250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37965" y="4549901"/>
              <a:ext cx="2469515" cy="194718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488810" y="4243196"/>
              <a:ext cx="1499235" cy="329565"/>
            </a:xfrm>
            <a:custGeom>
              <a:avLst/>
              <a:gdLst/>
              <a:ahLst/>
              <a:cxnLst/>
              <a:rect l="l" t="t" r="r" b="b"/>
              <a:pathLst>
                <a:path w="1499234" h="329564">
                  <a:moveTo>
                    <a:pt x="0" y="329183"/>
                  </a:moveTo>
                  <a:lnTo>
                    <a:pt x="1498854" y="329183"/>
                  </a:lnTo>
                  <a:lnTo>
                    <a:pt x="1498854" y="0"/>
                  </a:lnTo>
                  <a:lnTo>
                    <a:pt x="0" y="0"/>
                  </a:lnTo>
                  <a:lnTo>
                    <a:pt x="0" y="329183"/>
                  </a:lnTo>
                  <a:close/>
                </a:path>
              </a:pathLst>
            </a:custGeom>
            <a:ln w="1600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25031" y="4489957"/>
              <a:ext cx="2795777" cy="1890521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810259" y="1679849"/>
            <a:ext cx="7595234" cy="1962785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237490" indent="-224790">
              <a:lnSpc>
                <a:spcPct val="100000"/>
              </a:lnSpc>
              <a:spcBef>
                <a:spcPts val="1190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sz="2600" dirty="0">
                <a:latin typeface="Calibri"/>
                <a:cs typeface="Calibri"/>
              </a:rPr>
              <a:t>inside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function,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can</a:t>
            </a:r>
            <a:r>
              <a:rPr sz="2600" b="1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access</a:t>
            </a:r>
            <a:r>
              <a:rPr sz="2600" b="1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variable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defined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outside</a:t>
            </a:r>
            <a:endParaRPr sz="2600">
              <a:latin typeface="Calibri"/>
              <a:cs typeface="Calibri"/>
            </a:endParaRPr>
          </a:p>
          <a:p>
            <a:pPr marL="104139" marR="73025" indent="-91440">
              <a:lnSpc>
                <a:spcPts val="2810"/>
              </a:lnSpc>
              <a:spcBef>
                <a:spcPts val="1440"/>
              </a:spcBef>
              <a:buClr>
                <a:srgbClr val="585858"/>
              </a:buClr>
              <a:buFont typeface="Wingdings"/>
              <a:buChar char=""/>
              <a:tabLst>
                <a:tab pos="104139" algn="l"/>
                <a:tab pos="237490" algn="l"/>
              </a:tabLst>
            </a:pPr>
            <a:r>
              <a:rPr sz="2600" dirty="0">
                <a:latin typeface="Calibri"/>
                <a:cs typeface="Calibri"/>
              </a:rPr>
              <a:t>	inside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function,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cannot</a:t>
            </a:r>
            <a:r>
              <a:rPr sz="2600" b="1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modify</a:t>
            </a:r>
            <a:r>
              <a:rPr sz="2600" b="1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variable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defined </a:t>
            </a:r>
            <a:r>
              <a:rPr sz="2600" dirty="0">
                <a:latin typeface="Calibri"/>
                <a:cs typeface="Calibri"/>
              </a:rPr>
              <a:t>outside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-</a:t>
            </a:r>
            <a:r>
              <a:rPr sz="2600" dirty="0">
                <a:latin typeface="Calibri"/>
                <a:cs typeface="Calibri"/>
              </a:rPr>
              <a:t>-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can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using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global</a:t>
            </a:r>
            <a:r>
              <a:rPr sz="2600" b="1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variables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but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frowned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upon</a:t>
            </a:r>
            <a:endParaRPr sz="2600">
              <a:latin typeface="Calibri"/>
              <a:cs typeface="Calibri"/>
            </a:endParaRPr>
          </a:p>
          <a:p>
            <a:pPr marL="156845">
              <a:lnSpc>
                <a:spcPct val="100000"/>
              </a:lnSpc>
              <a:spcBef>
                <a:spcPts val="1580"/>
              </a:spcBef>
              <a:tabLst>
                <a:tab pos="2836545" algn="l"/>
                <a:tab pos="5770245" algn="l"/>
              </a:tabLst>
            </a:pPr>
            <a:r>
              <a:rPr sz="2000" dirty="0">
                <a:latin typeface="Courier New"/>
                <a:cs typeface="Courier New"/>
              </a:rPr>
              <a:t>def</a:t>
            </a:r>
            <a:r>
              <a:rPr sz="2000" spc="-4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f(y):</a:t>
            </a:r>
            <a:r>
              <a:rPr sz="2000" dirty="0">
                <a:latin typeface="Courier New"/>
                <a:cs typeface="Courier New"/>
              </a:rPr>
              <a:t>	def</a:t>
            </a:r>
            <a:r>
              <a:rPr sz="2000" spc="-4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g(y):</a:t>
            </a:r>
            <a:r>
              <a:rPr sz="2000" dirty="0">
                <a:latin typeface="Courier New"/>
                <a:cs typeface="Courier New"/>
              </a:rPr>
              <a:t>	def</a:t>
            </a:r>
            <a:r>
              <a:rPr sz="2000" spc="-4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h(y):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445133" y="3670934"/>
            <a:ext cx="1232535" cy="329565"/>
          </a:xfrm>
          <a:prstGeom prst="rect">
            <a:avLst/>
          </a:prstGeom>
          <a:ln w="16001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31445">
              <a:lnSpc>
                <a:spcPts val="2075"/>
              </a:lnSpc>
            </a:pPr>
            <a:r>
              <a:rPr sz="2000" dirty="0">
                <a:latin typeface="Courier New"/>
                <a:cs typeface="Courier New"/>
              </a:rPr>
              <a:t>x</a:t>
            </a:r>
            <a:r>
              <a:rPr sz="2000" spc="-1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=</a:t>
            </a:r>
            <a:r>
              <a:rPr sz="2000" spc="-10" dirty="0">
                <a:latin typeface="Courier New"/>
                <a:cs typeface="Courier New"/>
              </a:rPr>
              <a:t> </a:t>
            </a:r>
            <a:r>
              <a:rPr sz="2000" spc="-60" dirty="0"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64132" y="3922014"/>
            <a:ext cx="9398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Courier New"/>
                <a:cs typeface="Courier New"/>
              </a:rPr>
              <a:t>x</a:t>
            </a:r>
            <a:r>
              <a:rPr sz="2000" spc="-2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+=</a:t>
            </a:r>
            <a:r>
              <a:rPr sz="2000" spc="-20" dirty="0">
                <a:latin typeface="Courier New"/>
                <a:cs typeface="Courier New"/>
              </a:rPr>
              <a:t> </a:t>
            </a:r>
            <a:r>
              <a:rPr sz="2000" spc="-50" dirty="0"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64132" y="4226814"/>
            <a:ext cx="12446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latin typeface="Courier New"/>
                <a:cs typeface="Courier New"/>
              </a:rPr>
              <a:t>print(x)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20292" y="4861940"/>
            <a:ext cx="1499235" cy="329565"/>
          </a:xfrm>
          <a:prstGeom prst="rect">
            <a:avLst/>
          </a:prstGeom>
          <a:ln w="16001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46685">
              <a:lnSpc>
                <a:spcPts val="2295"/>
              </a:lnSpc>
            </a:pPr>
            <a:r>
              <a:rPr sz="2000" dirty="0">
                <a:latin typeface="Courier New"/>
                <a:cs typeface="Courier New"/>
              </a:rPr>
              <a:t>x</a:t>
            </a:r>
            <a:r>
              <a:rPr sz="2000" spc="-1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=</a:t>
            </a:r>
            <a:r>
              <a:rPr sz="2000" spc="-10" dirty="0">
                <a:latin typeface="Courier New"/>
                <a:cs typeface="Courier New"/>
              </a:rPr>
              <a:t> </a:t>
            </a:r>
            <a:r>
              <a:rPr sz="2000" spc="-60" dirty="0">
                <a:latin typeface="Courier New"/>
                <a:cs typeface="Courier New"/>
              </a:rPr>
              <a:t>5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54532" y="5141214"/>
            <a:ext cx="12446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000" spc="-20" dirty="0">
                <a:latin typeface="Courier New"/>
                <a:cs typeface="Courier New"/>
              </a:rPr>
              <a:t>f(x) </a:t>
            </a:r>
            <a:r>
              <a:rPr sz="2000" spc="-10" dirty="0">
                <a:latin typeface="Courier New"/>
                <a:cs typeface="Courier New"/>
              </a:rPr>
              <a:t>print(x)</a:t>
            </a:r>
            <a:endParaRPr sz="2000">
              <a:latin typeface="Courier New"/>
              <a:cs typeface="Courier New"/>
            </a:endParaRPr>
          </a:p>
        </p:txBody>
      </p:sp>
      <p:pic>
        <p:nvPicPr>
          <p:cNvPr id="19" name="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78025" y="5583554"/>
            <a:ext cx="872489" cy="806513"/>
          </a:xfrm>
          <a:prstGeom prst="rect">
            <a:avLst/>
          </a:prstGeom>
        </p:spPr>
      </p:pic>
      <p:grpSp>
        <p:nvGrpSpPr>
          <p:cNvPr id="20" name="object 20"/>
          <p:cNvGrpSpPr/>
          <p:nvPr/>
        </p:nvGrpSpPr>
        <p:grpSpPr>
          <a:xfrm>
            <a:off x="157403" y="3295650"/>
            <a:ext cx="5950585" cy="3112135"/>
            <a:chOff x="157403" y="3295650"/>
            <a:chExt cx="5950585" cy="3112135"/>
          </a:xfrm>
        </p:grpSpPr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7403" y="3783711"/>
              <a:ext cx="1178890" cy="1039876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3161157" y="3308985"/>
              <a:ext cx="6985" cy="3092450"/>
            </a:xfrm>
            <a:custGeom>
              <a:avLst/>
              <a:gdLst/>
              <a:ahLst/>
              <a:cxnLst/>
              <a:rect l="l" t="t" r="r" b="b"/>
              <a:pathLst>
                <a:path w="6985" h="3092450">
                  <a:moveTo>
                    <a:pt x="0" y="0"/>
                  </a:moveTo>
                  <a:lnTo>
                    <a:pt x="6985" y="3092081"/>
                  </a:lnTo>
                </a:path>
              </a:pathLst>
            </a:custGeom>
            <a:ln w="12954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094094" y="3302126"/>
              <a:ext cx="6985" cy="3092450"/>
            </a:xfrm>
            <a:custGeom>
              <a:avLst/>
              <a:gdLst/>
              <a:ahLst/>
              <a:cxnLst/>
              <a:rect l="l" t="t" r="r" b="b"/>
              <a:pathLst>
                <a:path w="6985" h="3092450">
                  <a:moveTo>
                    <a:pt x="0" y="0"/>
                  </a:moveTo>
                  <a:lnTo>
                    <a:pt x="6985" y="3092081"/>
                  </a:lnTo>
                </a:path>
              </a:pathLst>
            </a:custGeom>
            <a:ln w="12954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261359" y="3753993"/>
              <a:ext cx="917829" cy="615696"/>
            </a:xfrm>
            <a:prstGeom prst="rect">
              <a:avLst/>
            </a:prstGeom>
          </p:spPr>
        </p:pic>
      </p:grp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1722" rIns="0" bIns="0" rtlCol="0">
            <a:spAutoFit/>
          </a:bodyPr>
          <a:lstStyle/>
          <a:p>
            <a:pPr marL="41275">
              <a:lnSpc>
                <a:spcPts val="1115"/>
              </a:lnSpc>
            </a:pPr>
            <a:fld id="{81D60167-4931-47E6-BA6A-407CBD079E47}" type="slidenum">
              <a:rPr spc="-25" dirty="0"/>
              <a:t>40</a:t>
            </a:fld>
            <a:endParaRPr spc="-25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0259" y="1679849"/>
            <a:ext cx="7595234" cy="145161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237490" indent="-224790">
              <a:lnSpc>
                <a:spcPct val="100000"/>
              </a:lnSpc>
              <a:spcBef>
                <a:spcPts val="1190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sz="2600" dirty="0">
                <a:latin typeface="Calibri"/>
                <a:cs typeface="Calibri"/>
              </a:rPr>
              <a:t>inside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function,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can</a:t>
            </a:r>
            <a:r>
              <a:rPr sz="2600" b="1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access</a:t>
            </a:r>
            <a:r>
              <a:rPr sz="2600" b="1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variable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defined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outside</a:t>
            </a:r>
            <a:endParaRPr sz="2600">
              <a:latin typeface="Calibri"/>
              <a:cs typeface="Calibri"/>
            </a:endParaRPr>
          </a:p>
          <a:p>
            <a:pPr marL="104139" marR="73025" indent="-91440">
              <a:lnSpc>
                <a:spcPts val="2810"/>
              </a:lnSpc>
              <a:spcBef>
                <a:spcPts val="1440"/>
              </a:spcBef>
              <a:buClr>
                <a:srgbClr val="585858"/>
              </a:buClr>
              <a:buFont typeface="Wingdings"/>
              <a:buChar char=""/>
              <a:tabLst>
                <a:tab pos="104139" algn="l"/>
                <a:tab pos="237490" algn="l"/>
              </a:tabLst>
            </a:pPr>
            <a:r>
              <a:rPr sz="2600" dirty="0">
                <a:latin typeface="Calibri"/>
                <a:cs typeface="Calibri"/>
              </a:rPr>
              <a:t>	inside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function,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cannot</a:t>
            </a:r>
            <a:r>
              <a:rPr sz="2600" b="1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modify</a:t>
            </a:r>
            <a:r>
              <a:rPr sz="2600" b="1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variable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defined </a:t>
            </a:r>
            <a:r>
              <a:rPr sz="2600" dirty="0">
                <a:latin typeface="Calibri"/>
                <a:cs typeface="Calibri"/>
              </a:rPr>
              <a:t>outside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-</a:t>
            </a:r>
            <a:r>
              <a:rPr sz="2600" dirty="0">
                <a:latin typeface="Calibri"/>
                <a:cs typeface="Calibri"/>
              </a:rPr>
              <a:t>-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can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using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global</a:t>
            </a:r>
            <a:r>
              <a:rPr sz="2600" b="1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variables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but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frowned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upon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50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SCOPE</a:t>
            </a:r>
            <a:r>
              <a:rPr spc="-200" dirty="0"/>
              <a:t> </a:t>
            </a:r>
            <a:r>
              <a:rPr spc="-30" dirty="0"/>
              <a:t>EXAMPLE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634740" y="3312413"/>
            <a:ext cx="18542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Courier New"/>
                <a:cs typeface="Courier New"/>
              </a:rPr>
              <a:t>def</a:t>
            </a:r>
            <a:r>
              <a:rPr sz="2000" spc="-4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g(y):</a:t>
            </a:r>
            <a:endParaRPr sz="2000">
              <a:latin typeface="Courier New"/>
              <a:cs typeface="Courier New"/>
            </a:endParaRPr>
          </a:p>
          <a:p>
            <a:pPr marL="622300">
              <a:lnSpc>
                <a:spcPct val="100000"/>
              </a:lnSpc>
            </a:pPr>
            <a:r>
              <a:rPr sz="2000" spc="-10" dirty="0">
                <a:latin typeface="Courier New"/>
                <a:cs typeface="Courier New"/>
              </a:rPr>
              <a:t>print(x)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34740" y="4531614"/>
            <a:ext cx="7874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Courier New"/>
                <a:cs typeface="Courier New"/>
              </a:rPr>
              <a:t>x</a:t>
            </a:r>
            <a:r>
              <a:rPr sz="2000" spc="-1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=</a:t>
            </a:r>
            <a:r>
              <a:rPr sz="2000" spc="-10" dirty="0">
                <a:latin typeface="Courier New"/>
                <a:cs typeface="Courier New"/>
              </a:rPr>
              <a:t> </a:t>
            </a:r>
            <a:r>
              <a:rPr sz="2000" spc="-60" dirty="0">
                <a:latin typeface="Courier New"/>
                <a:cs typeface="Courier New"/>
              </a:rPr>
              <a:t>5 </a:t>
            </a:r>
            <a:r>
              <a:rPr sz="2000" spc="-20" dirty="0">
                <a:latin typeface="Courier New"/>
                <a:cs typeface="Courier New"/>
              </a:rPr>
              <a:t>g(x)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76625" y="5181219"/>
            <a:ext cx="1499235" cy="329565"/>
          </a:xfrm>
          <a:prstGeom prst="rect">
            <a:avLst/>
          </a:prstGeom>
          <a:ln w="16001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70180">
              <a:lnSpc>
                <a:spcPts val="2185"/>
              </a:lnSpc>
            </a:pPr>
            <a:r>
              <a:rPr sz="2000" spc="-10" dirty="0">
                <a:latin typeface="Courier New"/>
                <a:cs typeface="Courier New"/>
              </a:rPr>
              <a:t>print(x)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67931" y="3312413"/>
            <a:ext cx="15494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Courier New"/>
                <a:cs typeface="Courier New"/>
              </a:rPr>
              <a:t>def</a:t>
            </a:r>
            <a:r>
              <a:rPr sz="2000" spc="-4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h(y):</a:t>
            </a:r>
            <a:endParaRPr sz="2000">
              <a:latin typeface="Courier New"/>
              <a:cs typeface="Courier New"/>
            </a:endParaRPr>
          </a:p>
          <a:p>
            <a:pPr marL="6223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x</a:t>
            </a:r>
            <a:r>
              <a:rPr sz="2000" spc="-2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+=</a:t>
            </a:r>
            <a:r>
              <a:rPr sz="2000" spc="-20" dirty="0">
                <a:latin typeface="Courier New"/>
                <a:cs typeface="Courier New"/>
              </a:rPr>
              <a:t> </a:t>
            </a:r>
            <a:r>
              <a:rPr sz="2000" spc="-50" dirty="0"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67931" y="4226814"/>
            <a:ext cx="7874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Courier New"/>
                <a:cs typeface="Courier New"/>
              </a:rPr>
              <a:t>x</a:t>
            </a:r>
            <a:r>
              <a:rPr sz="2000" spc="-1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=</a:t>
            </a:r>
            <a:r>
              <a:rPr sz="2000" spc="-10" dirty="0">
                <a:latin typeface="Courier New"/>
                <a:cs typeface="Courier New"/>
              </a:rPr>
              <a:t> </a:t>
            </a:r>
            <a:r>
              <a:rPr sz="2000" spc="-60" dirty="0">
                <a:latin typeface="Courier New"/>
                <a:cs typeface="Courier New"/>
              </a:rPr>
              <a:t>5 </a:t>
            </a:r>
            <a:r>
              <a:rPr sz="2000" spc="-20" dirty="0">
                <a:latin typeface="Courier New"/>
                <a:cs typeface="Courier New"/>
              </a:rPr>
              <a:t>h(x)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507860" y="4887848"/>
            <a:ext cx="1499235" cy="328930"/>
          </a:xfrm>
          <a:prstGeom prst="rect">
            <a:avLst/>
          </a:prstGeom>
          <a:ln w="16001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2390">
              <a:lnSpc>
                <a:spcPts val="2095"/>
              </a:lnSpc>
            </a:pPr>
            <a:r>
              <a:rPr sz="2000" spc="-10" dirty="0">
                <a:latin typeface="Courier New"/>
                <a:cs typeface="Courier New"/>
              </a:rPr>
              <a:t>print(x)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54532" y="3312413"/>
            <a:ext cx="1854200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462280" algn="r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Courier New"/>
                <a:cs typeface="Courier New"/>
              </a:rPr>
              <a:t>def</a:t>
            </a:r>
            <a:r>
              <a:rPr sz="2000" spc="-4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f(y):</a:t>
            </a:r>
            <a:endParaRPr sz="2000">
              <a:latin typeface="Courier New"/>
              <a:cs typeface="Courier New"/>
            </a:endParaRPr>
          </a:p>
          <a:p>
            <a:pPr marR="462280" algn="r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x</a:t>
            </a:r>
            <a:r>
              <a:rPr sz="2000" spc="-1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=</a:t>
            </a:r>
            <a:r>
              <a:rPr sz="2000" spc="-10" dirty="0">
                <a:latin typeface="Courier New"/>
                <a:cs typeface="Courier New"/>
              </a:rPr>
              <a:t> </a:t>
            </a:r>
            <a:r>
              <a:rPr sz="2000" spc="-60" dirty="0"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 marL="6223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x</a:t>
            </a:r>
            <a:r>
              <a:rPr sz="2000" spc="-2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+=</a:t>
            </a:r>
            <a:r>
              <a:rPr sz="2000" spc="-20" dirty="0">
                <a:latin typeface="Courier New"/>
                <a:cs typeface="Courier New"/>
              </a:rPr>
              <a:t> </a:t>
            </a:r>
            <a:r>
              <a:rPr sz="2000" spc="-50" dirty="0"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 marL="622300">
              <a:lnSpc>
                <a:spcPct val="100000"/>
              </a:lnSpc>
            </a:pPr>
            <a:r>
              <a:rPr sz="2000" spc="-10" dirty="0">
                <a:latin typeface="Courier New"/>
                <a:cs typeface="Courier New"/>
              </a:rPr>
              <a:t>print(x)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54532" y="4836414"/>
            <a:ext cx="7874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Courier New"/>
                <a:cs typeface="Courier New"/>
              </a:rPr>
              <a:t>x</a:t>
            </a:r>
            <a:r>
              <a:rPr sz="2000" spc="-1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=</a:t>
            </a:r>
            <a:r>
              <a:rPr sz="2000" spc="-10" dirty="0">
                <a:latin typeface="Courier New"/>
                <a:cs typeface="Courier New"/>
              </a:rPr>
              <a:t> </a:t>
            </a:r>
            <a:r>
              <a:rPr sz="2000" spc="-60" dirty="0">
                <a:latin typeface="Courier New"/>
                <a:cs typeface="Courier New"/>
              </a:rPr>
              <a:t>5 </a:t>
            </a:r>
            <a:r>
              <a:rPr sz="2000" spc="-20" dirty="0">
                <a:latin typeface="Courier New"/>
                <a:cs typeface="Courier New"/>
              </a:rPr>
              <a:t>f(x)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08862" y="5510403"/>
            <a:ext cx="1499235" cy="329565"/>
          </a:xfrm>
          <a:prstGeom prst="rect">
            <a:avLst/>
          </a:prstGeom>
          <a:ln w="16001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58115">
              <a:lnSpc>
                <a:spcPts val="1995"/>
              </a:lnSpc>
            </a:pPr>
            <a:r>
              <a:rPr sz="2000" spc="-10" dirty="0">
                <a:latin typeface="Courier New"/>
                <a:cs typeface="Courier New"/>
              </a:rPr>
              <a:t>print(x)</a:t>
            </a:r>
            <a:endParaRPr sz="2000">
              <a:latin typeface="Courier New"/>
              <a:cs typeface="Courier New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301240" y="3295650"/>
            <a:ext cx="5131435" cy="3254375"/>
            <a:chOff x="2301240" y="3295650"/>
            <a:chExt cx="5131435" cy="3254375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84319" y="5646597"/>
              <a:ext cx="1489329" cy="903427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307717" y="5839586"/>
              <a:ext cx="2124710" cy="410845"/>
            </a:xfrm>
            <a:custGeom>
              <a:avLst/>
              <a:gdLst/>
              <a:ahLst/>
              <a:cxnLst/>
              <a:rect l="l" t="t" r="r" b="b"/>
              <a:pathLst>
                <a:path w="2124710" h="410845">
                  <a:moveTo>
                    <a:pt x="0" y="0"/>
                  </a:moveTo>
                  <a:lnTo>
                    <a:pt x="2124710" y="410603"/>
                  </a:lnTo>
                </a:path>
              </a:pathLst>
            </a:custGeom>
            <a:ln w="1295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170807" y="5557647"/>
              <a:ext cx="288290" cy="380365"/>
            </a:xfrm>
            <a:custGeom>
              <a:avLst/>
              <a:gdLst/>
              <a:ahLst/>
              <a:cxnLst/>
              <a:rect l="l" t="t" r="r" b="b"/>
              <a:pathLst>
                <a:path w="288289" h="380364">
                  <a:moveTo>
                    <a:pt x="0" y="0"/>
                  </a:moveTo>
                  <a:lnTo>
                    <a:pt x="287782" y="380364"/>
                  </a:lnTo>
                </a:path>
              </a:pathLst>
            </a:custGeom>
            <a:ln w="1295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105525" y="5231511"/>
              <a:ext cx="1320165" cy="324485"/>
            </a:xfrm>
            <a:custGeom>
              <a:avLst/>
              <a:gdLst/>
              <a:ahLst/>
              <a:cxnLst/>
              <a:rect l="l" t="t" r="r" b="b"/>
              <a:pathLst>
                <a:path w="1320165" h="324485">
                  <a:moveTo>
                    <a:pt x="0" y="324484"/>
                  </a:moveTo>
                  <a:lnTo>
                    <a:pt x="1320165" y="0"/>
                  </a:lnTo>
                </a:path>
              </a:pathLst>
            </a:custGeom>
            <a:ln w="1295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161157" y="3308985"/>
              <a:ext cx="6985" cy="2011680"/>
            </a:xfrm>
            <a:custGeom>
              <a:avLst/>
              <a:gdLst/>
              <a:ahLst/>
              <a:cxnLst/>
              <a:rect l="l" t="t" r="r" b="b"/>
              <a:pathLst>
                <a:path w="6985" h="2011679">
                  <a:moveTo>
                    <a:pt x="0" y="0"/>
                  </a:moveTo>
                  <a:lnTo>
                    <a:pt x="6985" y="2011680"/>
                  </a:lnTo>
                </a:path>
              </a:pathLst>
            </a:custGeom>
            <a:ln w="12953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094095" y="3302126"/>
              <a:ext cx="6985" cy="2011680"/>
            </a:xfrm>
            <a:custGeom>
              <a:avLst/>
              <a:gdLst/>
              <a:ahLst/>
              <a:cxnLst/>
              <a:rect l="l" t="t" r="r" b="b"/>
              <a:pathLst>
                <a:path w="6985" h="2011679">
                  <a:moveTo>
                    <a:pt x="0" y="0"/>
                  </a:moveTo>
                  <a:lnTo>
                    <a:pt x="6985" y="2011680"/>
                  </a:lnTo>
                </a:path>
              </a:pathLst>
            </a:custGeom>
            <a:ln w="12953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1722" rIns="0" bIns="0" rtlCol="0">
            <a:spAutoFit/>
          </a:bodyPr>
          <a:lstStyle/>
          <a:p>
            <a:pPr marL="41275">
              <a:lnSpc>
                <a:spcPts val="1115"/>
              </a:lnSpc>
            </a:pPr>
            <a:fld id="{81D60167-4931-47E6-BA6A-407CBD079E47}" type="slidenum">
              <a:rPr spc="-25" dirty="0"/>
              <a:t>41</a:t>
            </a:fld>
            <a:endParaRPr spc="-25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1544" y="1895348"/>
            <a:ext cx="1538605" cy="3613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dirty="0">
                <a:latin typeface="Courier New"/>
                <a:cs typeface="Courier New"/>
              </a:rPr>
              <a:t>def</a:t>
            </a:r>
            <a:r>
              <a:rPr sz="2200" spc="-4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g(x):</a:t>
            </a:r>
            <a:endParaRPr sz="2200">
              <a:latin typeface="Courier New"/>
              <a:cs typeface="Courier New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15340" y="2357728"/>
          <a:ext cx="2250438" cy="11201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03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9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3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37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6230">
                <a:tc>
                  <a:txBody>
                    <a:bodyPr/>
                    <a:lstStyle/>
                    <a:p>
                      <a:pPr marR="43815" algn="ctr">
                        <a:lnSpc>
                          <a:spcPts val="2275"/>
                        </a:lnSpc>
                      </a:pPr>
                      <a:r>
                        <a:rPr sz="2200" spc="-25" dirty="0">
                          <a:latin typeface="Courier New"/>
                          <a:cs typeface="Courier New"/>
                        </a:rPr>
                        <a:t>def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83820">
                        <a:lnSpc>
                          <a:spcPts val="2275"/>
                        </a:lnSpc>
                      </a:pPr>
                      <a:r>
                        <a:rPr sz="2200" spc="-20" dirty="0">
                          <a:latin typeface="Courier New"/>
                          <a:cs typeface="Courier New"/>
                        </a:rPr>
                        <a:t>h():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200" spc="-50" dirty="0">
                          <a:latin typeface="Courier New"/>
                          <a:cs typeface="Courier New"/>
                        </a:rPr>
                        <a:t>x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38735" marB="0"/>
                </a:tc>
                <a:tc>
                  <a:txBody>
                    <a:bodyPr/>
                    <a:lstStyle/>
                    <a:p>
                      <a:pPr marR="7493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200" spc="-50" dirty="0">
                          <a:latin typeface="Courier New"/>
                          <a:cs typeface="Courier New"/>
                        </a:rPr>
                        <a:t>=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3873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200" spc="-10" dirty="0">
                          <a:latin typeface="Courier New"/>
                          <a:cs typeface="Courier New"/>
                        </a:rPr>
                        <a:t>'abc'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3873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410">
                <a:tc>
                  <a:txBody>
                    <a:bodyPr/>
                    <a:lstStyle/>
                    <a:p>
                      <a:pPr marR="44450" algn="ctr">
                        <a:lnSpc>
                          <a:spcPts val="2610"/>
                        </a:lnSpc>
                      </a:pPr>
                      <a:r>
                        <a:rPr sz="2200" dirty="0">
                          <a:latin typeface="Courier New"/>
                          <a:cs typeface="Courier New"/>
                        </a:rPr>
                        <a:t>x</a:t>
                      </a:r>
                      <a:r>
                        <a:rPr sz="2200" spc="-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200" spc="-50" dirty="0">
                          <a:latin typeface="Courier New"/>
                          <a:cs typeface="Courier New"/>
                        </a:rPr>
                        <a:t>=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10"/>
                        </a:lnSpc>
                      </a:pPr>
                      <a:r>
                        <a:rPr sz="2200" spc="-50" dirty="0">
                          <a:latin typeface="Courier New"/>
                          <a:cs typeface="Courier New"/>
                        </a:rPr>
                        <a:t>x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6835" algn="ctr">
                        <a:lnSpc>
                          <a:spcPts val="2610"/>
                        </a:lnSpc>
                      </a:pPr>
                      <a:r>
                        <a:rPr sz="2200" spc="-50" dirty="0">
                          <a:latin typeface="Courier New"/>
                          <a:cs typeface="Courier New"/>
                        </a:rPr>
                        <a:t>+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2610"/>
                        </a:lnSpc>
                      </a:pPr>
                      <a:r>
                        <a:rPr sz="2200" spc="-50" dirty="0">
                          <a:latin typeface="Courier New"/>
                          <a:cs typeface="Courier New"/>
                        </a:rPr>
                        <a:t>1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834389" y="3438449"/>
            <a:ext cx="3051175" cy="830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2200" dirty="0">
                <a:latin typeface="Courier New"/>
                <a:cs typeface="Courier New"/>
              </a:rPr>
              <a:t>print('g:</a:t>
            </a:r>
            <a:r>
              <a:rPr sz="2200" spc="-6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x</a:t>
            </a:r>
            <a:r>
              <a:rPr sz="2200" spc="-6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=',</a:t>
            </a:r>
            <a:r>
              <a:rPr sz="2200" spc="-55" dirty="0">
                <a:latin typeface="Courier New"/>
                <a:cs typeface="Courier New"/>
              </a:rPr>
              <a:t> </a:t>
            </a:r>
            <a:r>
              <a:rPr sz="2200" spc="-25" dirty="0">
                <a:latin typeface="Courier New"/>
                <a:cs typeface="Courier New"/>
              </a:rPr>
              <a:t>x) h()</a:t>
            </a:r>
            <a:endParaRPr sz="2200">
              <a:latin typeface="Courier New"/>
              <a:cs typeface="Courier New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42494" y="4369408"/>
          <a:ext cx="2080893" cy="15233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38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9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72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8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070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ts val="2275"/>
                        </a:lnSpc>
                      </a:pPr>
                      <a:r>
                        <a:rPr sz="2200" spc="-10" dirty="0">
                          <a:latin typeface="Courier New"/>
                          <a:cs typeface="Courier New"/>
                        </a:rPr>
                        <a:t>return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ts val="2275"/>
                        </a:lnSpc>
                      </a:pPr>
                      <a:r>
                        <a:rPr sz="2200" spc="-50" dirty="0">
                          <a:latin typeface="Courier New"/>
                          <a:cs typeface="Courier New"/>
                        </a:rPr>
                        <a:t>x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2660">
                <a:tc>
                  <a:txBody>
                    <a:bodyPr/>
                    <a:lstStyle/>
                    <a:p>
                      <a:pPr marL="31750" marR="76200">
                        <a:lnSpc>
                          <a:spcPct val="120000"/>
                        </a:lnSpc>
                        <a:spcBef>
                          <a:spcPts val="1025"/>
                        </a:spcBef>
                      </a:pPr>
                      <a:r>
                        <a:rPr sz="2200" spc="-50" dirty="0">
                          <a:latin typeface="Courier New"/>
                          <a:cs typeface="Courier New"/>
                        </a:rPr>
                        <a:t>x z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130175" marB="0"/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  <a:spcBef>
                          <a:spcPts val="1555"/>
                        </a:spcBef>
                      </a:pPr>
                      <a:r>
                        <a:rPr sz="2200" spc="-50" dirty="0">
                          <a:latin typeface="Courier New"/>
                          <a:cs typeface="Courier New"/>
                        </a:rPr>
                        <a:t>=</a:t>
                      </a:r>
                      <a:endParaRPr sz="2200">
                        <a:latin typeface="Courier New"/>
                        <a:cs typeface="Courier New"/>
                      </a:endParaRPr>
                    </a:p>
                    <a:p>
                      <a:pPr marL="8382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200" spc="-50" dirty="0">
                          <a:latin typeface="Courier New"/>
                          <a:cs typeface="Courier New"/>
                        </a:rPr>
                        <a:t>=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197485" marB="0"/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  <a:spcBef>
                          <a:spcPts val="1555"/>
                        </a:spcBef>
                      </a:pPr>
                      <a:r>
                        <a:rPr sz="2200" spc="-50" dirty="0">
                          <a:latin typeface="Courier New"/>
                          <a:cs typeface="Courier New"/>
                        </a:rPr>
                        <a:t>3</a:t>
                      </a:r>
                      <a:endParaRPr sz="2200">
                        <a:latin typeface="Courier New"/>
                        <a:cs typeface="Courier New"/>
                      </a:endParaRPr>
                    </a:p>
                    <a:p>
                      <a:pPr marL="8382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200" spc="-20" dirty="0">
                          <a:latin typeface="Courier New"/>
                          <a:cs typeface="Courier New"/>
                        </a:rPr>
                        <a:t>g(x)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19748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50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SCOPE</a:t>
            </a:r>
            <a:r>
              <a:rPr spc="-200" dirty="0"/>
              <a:t> </a:t>
            </a:r>
            <a:r>
              <a:rPr spc="-85" dirty="0"/>
              <a:t>DETAILS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335142" y="1845945"/>
            <a:ext cx="1554480" cy="3877945"/>
          </a:xfrm>
          <a:prstGeom prst="rect">
            <a:avLst/>
          </a:prstGeom>
          <a:solidFill>
            <a:srgbClr val="001F5F"/>
          </a:solidFill>
          <a:ln w="16001">
            <a:solidFill>
              <a:srgbClr val="001344"/>
            </a:solidFill>
          </a:ln>
        </p:spPr>
        <p:txBody>
          <a:bodyPr vert="horz" wrap="square" lIns="0" tIns="31114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44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Global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scope</a:t>
            </a:r>
            <a:endParaRPr sz="1800">
              <a:latin typeface="Calibri"/>
              <a:cs typeface="Calibri"/>
            </a:endParaRPr>
          </a:p>
          <a:p>
            <a:pPr marL="91440">
              <a:lnSpc>
                <a:spcPct val="100000"/>
              </a:lnSpc>
              <a:spcBef>
                <a:spcPts val="216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85"/>
              </a:spcBef>
            </a:pPr>
            <a:endParaRPr sz="1800">
              <a:latin typeface="Calibri"/>
              <a:cs typeface="Calibri"/>
            </a:endParaRPr>
          </a:p>
          <a:p>
            <a:pPr marL="91440">
              <a:lnSpc>
                <a:spcPct val="100000"/>
              </a:lnSpc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x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85"/>
              </a:spcBef>
            </a:pPr>
            <a:endParaRPr sz="1800">
              <a:latin typeface="Calibri"/>
              <a:cs typeface="Calibri"/>
            </a:endParaRPr>
          </a:p>
          <a:p>
            <a:pPr marL="91440">
              <a:lnSpc>
                <a:spcPct val="100000"/>
              </a:lnSpc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09690" y="2422017"/>
            <a:ext cx="914400" cy="739140"/>
          </a:xfrm>
          <a:prstGeom prst="rect">
            <a:avLst/>
          </a:prstGeom>
          <a:solidFill>
            <a:srgbClr val="585858"/>
          </a:solidFill>
          <a:ln w="16001">
            <a:solidFill>
              <a:srgbClr val="3E3E3E"/>
            </a:solidFill>
          </a:ln>
        </p:spPr>
        <p:txBody>
          <a:bodyPr vert="horz" wrap="square" lIns="0" tIns="80645" rIns="0" bIns="0" rtlCol="0">
            <a:spAutoFit/>
          </a:bodyPr>
          <a:lstStyle/>
          <a:p>
            <a:pPr marL="231775" marR="188595" indent="-36830">
              <a:lnSpc>
                <a:spcPct val="100000"/>
              </a:lnSpc>
              <a:spcBef>
                <a:spcPts val="635"/>
              </a:spcBef>
            </a:pP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Some code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909690" y="3367659"/>
            <a:ext cx="914400" cy="739140"/>
          </a:xfrm>
          <a:prstGeom prst="rect">
            <a:avLst/>
          </a:prstGeom>
          <a:solidFill>
            <a:srgbClr val="585858"/>
          </a:solidFill>
          <a:ln w="16001">
            <a:solidFill>
              <a:srgbClr val="3E3E3E"/>
            </a:solidFill>
          </a:ln>
        </p:spPr>
        <p:txBody>
          <a:bodyPr vert="horz" wrap="square" lIns="0" tIns="2184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72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3047" y="2287524"/>
            <a:ext cx="984503" cy="2434590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1722" rIns="0" bIns="0" rtlCol="0">
            <a:spAutoFit/>
          </a:bodyPr>
          <a:lstStyle/>
          <a:p>
            <a:pPr marL="41275">
              <a:lnSpc>
                <a:spcPts val="1115"/>
              </a:lnSpc>
            </a:pPr>
            <a:fld id="{81D60167-4931-47E6-BA6A-407CBD079E47}" type="slidenum">
              <a:rPr spc="-25" dirty="0"/>
              <a:t>42</a:t>
            </a:fld>
            <a:endParaRPr spc="-25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50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SCOPE</a:t>
            </a:r>
            <a:r>
              <a:rPr spc="-200" dirty="0"/>
              <a:t> </a:t>
            </a:r>
            <a:r>
              <a:rPr spc="-85" dirty="0"/>
              <a:t>DETAILS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1722" rIns="0" bIns="0" rtlCol="0">
            <a:spAutoFit/>
          </a:bodyPr>
          <a:lstStyle/>
          <a:p>
            <a:pPr marL="41275">
              <a:lnSpc>
                <a:spcPts val="1115"/>
              </a:lnSpc>
            </a:pPr>
            <a:fld id="{81D60167-4931-47E6-BA6A-407CBD079E47}" type="slidenum">
              <a:rPr spc="-25" dirty="0"/>
              <a:t>43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844159" y="1845945"/>
            <a:ext cx="1554480" cy="3877945"/>
          </a:xfrm>
          <a:prstGeom prst="rect">
            <a:avLst/>
          </a:prstGeom>
          <a:solidFill>
            <a:srgbClr val="001F5F"/>
          </a:solidFill>
          <a:ln w="16001">
            <a:solidFill>
              <a:srgbClr val="001344"/>
            </a:solidFill>
          </a:ln>
        </p:spPr>
        <p:txBody>
          <a:bodyPr vert="horz" wrap="square" lIns="0" tIns="31114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44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scope</a:t>
            </a:r>
            <a:endParaRPr sz="1800">
              <a:latin typeface="Calibri"/>
              <a:cs typeface="Calibri"/>
            </a:endParaRPr>
          </a:p>
          <a:p>
            <a:pPr marL="91440">
              <a:lnSpc>
                <a:spcPct val="100000"/>
              </a:lnSpc>
              <a:spcBef>
                <a:spcPts val="216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x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85"/>
              </a:spcBef>
            </a:pPr>
            <a:endParaRPr sz="1800">
              <a:latin typeface="Calibri"/>
              <a:cs typeface="Calibri"/>
            </a:endParaRPr>
          </a:p>
          <a:p>
            <a:pPr marL="91440">
              <a:lnSpc>
                <a:spcPct val="100000"/>
              </a:lnSpc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88227" y="3367659"/>
            <a:ext cx="914400" cy="739140"/>
          </a:xfrm>
          <a:prstGeom prst="rect">
            <a:avLst/>
          </a:prstGeom>
          <a:solidFill>
            <a:srgbClr val="585858"/>
          </a:solidFill>
          <a:ln w="16001">
            <a:solidFill>
              <a:srgbClr val="3E3E3E"/>
            </a:solidFill>
          </a:ln>
        </p:spPr>
        <p:txBody>
          <a:bodyPr vert="horz" wrap="square" lIns="0" tIns="80645" rIns="0" bIns="0" rtlCol="0">
            <a:spAutoFit/>
          </a:bodyPr>
          <a:lstStyle/>
          <a:p>
            <a:pPr marL="231775" marR="188595" indent="-36830">
              <a:lnSpc>
                <a:spcPct val="100000"/>
              </a:lnSpc>
              <a:spcBef>
                <a:spcPts val="635"/>
              </a:spcBef>
            </a:pP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Some code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88227" y="2422017"/>
            <a:ext cx="914400" cy="739140"/>
          </a:xfrm>
          <a:prstGeom prst="rect">
            <a:avLst/>
          </a:prstGeom>
          <a:solidFill>
            <a:srgbClr val="585858"/>
          </a:solidFill>
          <a:ln w="16001">
            <a:solidFill>
              <a:srgbClr val="3E3E3E"/>
            </a:solidFill>
          </a:ln>
        </p:spPr>
        <p:txBody>
          <a:bodyPr vert="horz" wrap="square" lIns="0" tIns="21780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714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98239" y="1845945"/>
            <a:ext cx="1554480" cy="3877945"/>
          </a:xfrm>
          <a:prstGeom prst="rect">
            <a:avLst/>
          </a:prstGeom>
          <a:solidFill>
            <a:srgbClr val="001F5F"/>
          </a:solidFill>
          <a:ln w="16001">
            <a:solidFill>
              <a:srgbClr val="001344"/>
            </a:solidFill>
          </a:ln>
        </p:spPr>
        <p:txBody>
          <a:bodyPr vert="horz" wrap="square" lIns="0" tIns="31114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44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Global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scope</a:t>
            </a:r>
            <a:endParaRPr sz="1800">
              <a:latin typeface="Calibri"/>
              <a:cs typeface="Calibri"/>
            </a:endParaRPr>
          </a:p>
          <a:p>
            <a:pPr marL="91440">
              <a:lnSpc>
                <a:spcPct val="100000"/>
              </a:lnSpc>
              <a:spcBef>
                <a:spcPts val="216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85"/>
              </a:spcBef>
            </a:pPr>
            <a:endParaRPr sz="1800">
              <a:latin typeface="Calibri"/>
              <a:cs typeface="Calibri"/>
            </a:endParaRPr>
          </a:p>
          <a:p>
            <a:pPr marL="91440">
              <a:lnSpc>
                <a:spcPct val="100000"/>
              </a:lnSpc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x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85"/>
              </a:spcBef>
            </a:pPr>
            <a:endParaRPr sz="1800">
              <a:latin typeface="Calibri"/>
              <a:cs typeface="Calibri"/>
            </a:endParaRPr>
          </a:p>
          <a:p>
            <a:pPr marL="91440">
              <a:lnSpc>
                <a:spcPct val="100000"/>
              </a:lnSpc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72786" y="2422017"/>
            <a:ext cx="914400" cy="739140"/>
          </a:xfrm>
          <a:prstGeom prst="rect">
            <a:avLst/>
          </a:prstGeom>
          <a:solidFill>
            <a:srgbClr val="585858"/>
          </a:solidFill>
          <a:ln w="16001">
            <a:solidFill>
              <a:srgbClr val="3E3E3E"/>
            </a:solidFill>
          </a:ln>
        </p:spPr>
        <p:txBody>
          <a:bodyPr vert="horz" wrap="square" lIns="0" tIns="80645" rIns="0" bIns="0" rtlCol="0">
            <a:spAutoFit/>
          </a:bodyPr>
          <a:lstStyle/>
          <a:p>
            <a:pPr marL="231775" marR="188595" indent="-36830">
              <a:lnSpc>
                <a:spcPct val="100000"/>
              </a:lnSpc>
              <a:spcBef>
                <a:spcPts val="635"/>
              </a:spcBef>
            </a:pP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Some code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72786" y="3367659"/>
            <a:ext cx="914400" cy="739140"/>
          </a:xfrm>
          <a:prstGeom prst="rect">
            <a:avLst/>
          </a:prstGeom>
          <a:solidFill>
            <a:srgbClr val="585858"/>
          </a:solidFill>
          <a:ln w="16001">
            <a:solidFill>
              <a:srgbClr val="3E3E3E"/>
            </a:solidFill>
          </a:ln>
        </p:spPr>
        <p:txBody>
          <a:bodyPr vert="horz" wrap="square" lIns="0" tIns="2184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72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1544" y="1895348"/>
            <a:ext cx="1538605" cy="3613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dirty="0">
                <a:latin typeface="Courier New"/>
                <a:cs typeface="Courier New"/>
              </a:rPr>
              <a:t>def</a:t>
            </a:r>
            <a:r>
              <a:rPr sz="2200" spc="-4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g(x):</a:t>
            </a:r>
            <a:endParaRPr sz="2200">
              <a:latin typeface="Courier New"/>
              <a:cs typeface="Courier New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815340" y="2357728"/>
          <a:ext cx="2250438" cy="11201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03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9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3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37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6230">
                <a:tc>
                  <a:txBody>
                    <a:bodyPr/>
                    <a:lstStyle/>
                    <a:p>
                      <a:pPr marR="43815" algn="ctr">
                        <a:lnSpc>
                          <a:spcPts val="2275"/>
                        </a:lnSpc>
                      </a:pPr>
                      <a:r>
                        <a:rPr sz="2200" spc="-25" dirty="0">
                          <a:latin typeface="Courier New"/>
                          <a:cs typeface="Courier New"/>
                        </a:rPr>
                        <a:t>def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83820">
                        <a:lnSpc>
                          <a:spcPts val="2275"/>
                        </a:lnSpc>
                      </a:pPr>
                      <a:r>
                        <a:rPr sz="2200" spc="-20" dirty="0">
                          <a:latin typeface="Courier New"/>
                          <a:cs typeface="Courier New"/>
                        </a:rPr>
                        <a:t>h():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200" spc="-50" dirty="0">
                          <a:latin typeface="Courier New"/>
                          <a:cs typeface="Courier New"/>
                        </a:rPr>
                        <a:t>x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38735" marB="0"/>
                </a:tc>
                <a:tc>
                  <a:txBody>
                    <a:bodyPr/>
                    <a:lstStyle/>
                    <a:p>
                      <a:pPr marR="7493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200" spc="-50" dirty="0">
                          <a:latin typeface="Courier New"/>
                          <a:cs typeface="Courier New"/>
                        </a:rPr>
                        <a:t>=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3873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200" spc="-10" dirty="0">
                          <a:latin typeface="Courier New"/>
                          <a:cs typeface="Courier New"/>
                        </a:rPr>
                        <a:t>'abc'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3873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410">
                <a:tc>
                  <a:txBody>
                    <a:bodyPr/>
                    <a:lstStyle/>
                    <a:p>
                      <a:pPr marR="44450" algn="ctr">
                        <a:lnSpc>
                          <a:spcPts val="2610"/>
                        </a:lnSpc>
                      </a:pPr>
                      <a:r>
                        <a:rPr sz="2200" dirty="0">
                          <a:latin typeface="Courier New"/>
                          <a:cs typeface="Courier New"/>
                        </a:rPr>
                        <a:t>x</a:t>
                      </a:r>
                      <a:r>
                        <a:rPr sz="2200" spc="-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200" spc="-50" dirty="0">
                          <a:latin typeface="Courier New"/>
                          <a:cs typeface="Courier New"/>
                        </a:rPr>
                        <a:t>=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10"/>
                        </a:lnSpc>
                      </a:pPr>
                      <a:r>
                        <a:rPr sz="2200" spc="-50" dirty="0">
                          <a:latin typeface="Courier New"/>
                          <a:cs typeface="Courier New"/>
                        </a:rPr>
                        <a:t>x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6835" algn="ctr">
                        <a:lnSpc>
                          <a:spcPts val="2610"/>
                        </a:lnSpc>
                      </a:pPr>
                      <a:r>
                        <a:rPr sz="2200" spc="-50" dirty="0">
                          <a:latin typeface="Courier New"/>
                          <a:cs typeface="Courier New"/>
                        </a:rPr>
                        <a:t>+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2610"/>
                        </a:lnSpc>
                      </a:pPr>
                      <a:r>
                        <a:rPr sz="2200" spc="-50" dirty="0">
                          <a:latin typeface="Courier New"/>
                          <a:cs typeface="Courier New"/>
                        </a:rPr>
                        <a:t>1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834389" y="3438449"/>
            <a:ext cx="3051175" cy="1232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2200" dirty="0">
                <a:latin typeface="Courier New"/>
                <a:cs typeface="Courier New"/>
              </a:rPr>
              <a:t>print('g:</a:t>
            </a:r>
            <a:r>
              <a:rPr sz="2200" spc="-6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x</a:t>
            </a:r>
            <a:r>
              <a:rPr sz="2200" spc="-6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=',</a:t>
            </a:r>
            <a:r>
              <a:rPr sz="2200" spc="-55" dirty="0">
                <a:latin typeface="Courier New"/>
                <a:cs typeface="Courier New"/>
              </a:rPr>
              <a:t> </a:t>
            </a:r>
            <a:r>
              <a:rPr sz="2200" spc="-25" dirty="0">
                <a:latin typeface="Courier New"/>
                <a:cs typeface="Courier New"/>
              </a:rPr>
              <a:t>x) h()</a:t>
            </a:r>
            <a:endParaRPr sz="2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2200" dirty="0">
                <a:latin typeface="Courier New"/>
                <a:cs typeface="Courier New"/>
              </a:rPr>
              <a:t>return</a:t>
            </a:r>
            <a:r>
              <a:rPr sz="2200" spc="-85" dirty="0">
                <a:latin typeface="Courier New"/>
                <a:cs typeface="Courier New"/>
              </a:rPr>
              <a:t> </a:t>
            </a:r>
            <a:r>
              <a:rPr sz="2200" spc="-50" dirty="0">
                <a:latin typeface="Courier New"/>
                <a:cs typeface="Courier New"/>
              </a:rPr>
              <a:t>x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1544" y="5048046"/>
            <a:ext cx="1369695" cy="830580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2200" dirty="0">
                <a:latin typeface="Courier New"/>
                <a:cs typeface="Courier New"/>
              </a:rPr>
              <a:t>x</a:t>
            </a:r>
            <a:r>
              <a:rPr sz="2200" spc="-1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=</a:t>
            </a:r>
            <a:r>
              <a:rPr sz="2200" spc="-15" dirty="0">
                <a:latin typeface="Courier New"/>
                <a:cs typeface="Courier New"/>
              </a:rPr>
              <a:t> </a:t>
            </a:r>
            <a:r>
              <a:rPr sz="2200" spc="-50" dirty="0">
                <a:latin typeface="Courier New"/>
                <a:cs typeface="Courier New"/>
              </a:rPr>
              <a:t>3</a:t>
            </a:r>
            <a:endParaRPr sz="2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2200" dirty="0">
                <a:latin typeface="Courier New"/>
                <a:cs typeface="Courier New"/>
              </a:rPr>
              <a:t>z</a:t>
            </a:r>
            <a:r>
              <a:rPr sz="2200" spc="-1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=</a:t>
            </a:r>
            <a:r>
              <a:rPr sz="2200" spc="-15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g(x)</a:t>
            </a:r>
            <a:endParaRPr sz="2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50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SCOPE</a:t>
            </a:r>
            <a:r>
              <a:rPr spc="-200" dirty="0"/>
              <a:t> </a:t>
            </a:r>
            <a:r>
              <a:rPr spc="-85" dirty="0"/>
              <a:t>DETAILS</a:t>
            </a:r>
          </a:p>
        </p:txBody>
      </p:sp>
      <p:sp>
        <p:nvSpPr>
          <p:cNvPr id="3" name="object 3"/>
          <p:cNvSpPr/>
          <p:nvPr/>
        </p:nvSpPr>
        <p:spPr>
          <a:xfrm>
            <a:off x="5844159" y="1845945"/>
            <a:ext cx="1554480" cy="3877945"/>
          </a:xfrm>
          <a:custGeom>
            <a:avLst/>
            <a:gdLst/>
            <a:ahLst/>
            <a:cxnLst/>
            <a:rect l="l" t="t" r="r" b="b"/>
            <a:pathLst>
              <a:path w="1554479" h="3877945">
                <a:moveTo>
                  <a:pt x="1554480" y="0"/>
                </a:moveTo>
                <a:lnTo>
                  <a:pt x="0" y="0"/>
                </a:lnTo>
                <a:lnTo>
                  <a:pt x="0" y="3877817"/>
                </a:lnTo>
                <a:lnTo>
                  <a:pt x="1554480" y="3877817"/>
                </a:lnTo>
                <a:lnTo>
                  <a:pt x="1554480" y="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844159" y="1845945"/>
            <a:ext cx="1554480" cy="3877945"/>
          </a:xfrm>
          <a:prstGeom prst="rect">
            <a:avLst/>
          </a:prstGeom>
          <a:ln w="16001">
            <a:solidFill>
              <a:srgbClr val="001344"/>
            </a:solidFill>
          </a:ln>
        </p:spPr>
        <p:txBody>
          <a:bodyPr vert="horz" wrap="square" lIns="0" tIns="31114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44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scope</a:t>
            </a:r>
            <a:endParaRPr sz="1800">
              <a:latin typeface="Calibri"/>
              <a:cs typeface="Calibri"/>
            </a:endParaRPr>
          </a:p>
          <a:p>
            <a:pPr marL="91440">
              <a:lnSpc>
                <a:spcPct val="100000"/>
              </a:lnSpc>
              <a:spcBef>
                <a:spcPts val="216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x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85"/>
              </a:spcBef>
            </a:pPr>
            <a:endParaRPr sz="1800">
              <a:latin typeface="Calibri"/>
              <a:cs typeface="Calibri"/>
            </a:endParaRPr>
          </a:p>
          <a:p>
            <a:pPr marL="91440">
              <a:lnSpc>
                <a:spcPct val="100000"/>
              </a:lnSpc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88227" y="3367659"/>
            <a:ext cx="914400" cy="739140"/>
          </a:xfrm>
          <a:prstGeom prst="rect">
            <a:avLst/>
          </a:prstGeom>
          <a:solidFill>
            <a:srgbClr val="585858"/>
          </a:solidFill>
          <a:ln w="16001">
            <a:solidFill>
              <a:srgbClr val="3E3E3E"/>
            </a:solidFill>
          </a:ln>
        </p:spPr>
        <p:txBody>
          <a:bodyPr vert="horz" wrap="square" lIns="0" tIns="80645" rIns="0" bIns="0" rtlCol="0">
            <a:spAutoFit/>
          </a:bodyPr>
          <a:lstStyle/>
          <a:p>
            <a:pPr marL="231775" marR="188595" indent="-36830">
              <a:lnSpc>
                <a:spcPct val="100000"/>
              </a:lnSpc>
              <a:spcBef>
                <a:spcPts val="635"/>
              </a:spcBef>
            </a:pP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Some code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388227" y="2414016"/>
            <a:ext cx="948055" cy="755650"/>
            <a:chOff x="6388227" y="2414016"/>
            <a:chExt cx="948055" cy="755650"/>
          </a:xfrm>
        </p:grpSpPr>
        <p:sp>
          <p:nvSpPr>
            <p:cNvPr id="7" name="object 7"/>
            <p:cNvSpPr/>
            <p:nvPr/>
          </p:nvSpPr>
          <p:spPr>
            <a:xfrm>
              <a:off x="6413373" y="2422017"/>
              <a:ext cx="914400" cy="739140"/>
            </a:xfrm>
            <a:custGeom>
              <a:avLst/>
              <a:gdLst/>
              <a:ahLst/>
              <a:cxnLst/>
              <a:rect l="l" t="t" r="r" b="b"/>
              <a:pathLst>
                <a:path w="914400" h="739139">
                  <a:moveTo>
                    <a:pt x="914400" y="0"/>
                  </a:moveTo>
                  <a:lnTo>
                    <a:pt x="0" y="0"/>
                  </a:lnTo>
                  <a:lnTo>
                    <a:pt x="0" y="739139"/>
                  </a:lnTo>
                  <a:lnTo>
                    <a:pt x="914400" y="739139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413373" y="2422017"/>
              <a:ext cx="914400" cy="739140"/>
            </a:xfrm>
            <a:custGeom>
              <a:avLst/>
              <a:gdLst/>
              <a:ahLst/>
              <a:cxnLst/>
              <a:rect l="l" t="t" r="r" b="b"/>
              <a:pathLst>
                <a:path w="914400" h="739139">
                  <a:moveTo>
                    <a:pt x="0" y="739139"/>
                  </a:moveTo>
                  <a:lnTo>
                    <a:pt x="914400" y="739139"/>
                  </a:lnTo>
                  <a:lnTo>
                    <a:pt x="914400" y="0"/>
                  </a:lnTo>
                  <a:lnTo>
                    <a:pt x="0" y="0"/>
                  </a:lnTo>
                  <a:lnTo>
                    <a:pt x="0" y="739139"/>
                  </a:lnTo>
                  <a:close/>
                </a:path>
              </a:pathLst>
            </a:custGeom>
            <a:ln w="16002">
              <a:solidFill>
                <a:srgbClr val="3E3E3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88227" y="2422017"/>
              <a:ext cx="914400" cy="739139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6388227" y="2422017"/>
            <a:ext cx="914400" cy="739140"/>
          </a:xfrm>
          <a:prstGeom prst="rect">
            <a:avLst/>
          </a:prstGeom>
          <a:ln w="12953">
            <a:solidFill>
              <a:srgbClr val="585858"/>
            </a:solidFill>
          </a:ln>
        </p:spPr>
        <p:txBody>
          <a:bodyPr vert="horz" wrap="square" lIns="0" tIns="217804" rIns="0" bIns="0" rtlCol="0">
            <a:spAutoFit/>
          </a:bodyPr>
          <a:lstStyle/>
          <a:p>
            <a:pPr marL="24765" algn="ctr">
              <a:lnSpc>
                <a:spcPct val="100000"/>
              </a:lnSpc>
              <a:spcBef>
                <a:spcPts val="1714"/>
              </a:spcBef>
            </a:pPr>
            <a:r>
              <a:rPr sz="1800" spc="-760" dirty="0">
                <a:latin typeface="Calibri"/>
                <a:cs typeface="Calibri"/>
              </a:rPr>
              <a:t>4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1722" rIns="0" bIns="0" rtlCol="0">
            <a:spAutoFit/>
          </a:bodyPr>
          <a:lstStyle/>
          <a:p>
            <a:pPr marL="41275">
              <a:lnSpc>
                <a:spcPts val="1115"/>
              </a:lnSpc>
            </a:pPr>
            <a:fld id="{81D60167-4931-47E6-BA6A-407CBD079E47}" type="slidenum">
              <a:rPr spc="-25" dirty="0"/>
              <a:t>44</a:t>
            </a:fld>
            <a:endParaRPr spc="-25" dirty="0"/>
          </a:p>
        </p:txBody>
      </p:sp>
      <p:sp>
        <p:nvSpPr>
          <p:cNvPr id="11" name="object 11"/>
          <p:cNvSpPr txBox="1"/>
          <p:nvPr/>
        </p:nvSpPr>
        <p:spPr>
          <a:xfrm>
            <a:off x="4198239" y="1845945"/>
            <a:ext cx="1554480" cy="3877945"/>
          </a:xfrm>
          <a:prstGeom prst="rect">
            <a:avLst/>
          </a:prstGeom>
          <a:solidFill>
            <a:srgbClr val="001F5F"/>
          </a:solidFill>
          <a:ln w="16001">
            <a:solidFill>
              <a:srgbClr val="001344"/>
            </a:solidFill>
          </a:ln>
        </p:spPr>
        <p:txBody>
          <a:bodyPr vert="horz" wrap="square" lIns="0" tIns="31114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44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Global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scope</a:t>
            </a:r>
            <a:endParaRPr sz="1800">
              <a:latin typeface="Calibri"/>
              <a:cs typeface="Calibri"/>
            </a:endParaRPr>
          </a:p>
          <a:p>
            <a:pPr marL="91440">
              <a:lnSpc>
                <a:spcPct val="100000"/>
              </a:lnSpc>
              <a:spcBef>
                <a:spcPts val="216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85"/>
              </a:spcBef>
            </a:pPr>
            <a:endParaRPr sz="1800">
              <a:latin typeface="Calibri"/>
              <a:cs typeface="Calibri"/>
            </a:endParaRPr>
          </a:p>
          <a:p>
            <a:pPr marL="91440">
              <a:lnSpc>
                <a:spcPct val="100000"/>
              </a:lnSpc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x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85"/>
              </a:spcBef>
            </a:pPr>
            <a:endParaRPr sz="1800">
              <a:latin typeface="Calibri"/>
              <a:cs typeface="Calibri"/>
            </a:endParaRPr>
          </a:p>
          <a:p>
            <a:pPr marL="91440">
              <a:lnSpc>
                <a:spcPct val="100000"/>
              </a:lnSpc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772786" y="2422017"/>
            <a:ext cx="914400" cy="739140"/>
          </a:xfrm>
          <a:prstGeom prst="rect">
            <a:avLst/>
          </a:prstGeom>
          <a:solidFill>
            <a:srgbClr val="585858"/>
          </a:solidFill>
          <a:ln w="16001">
            <a:solidFill>
              <a:srgbClr val="3E3E3E"/>
            </a:solidFill>
          </a:ln>
        </p:spPr>
        <p:txBody>
          <a:bodyPr vert="horz" wrap="square" lIns="0" tIns="80645" rIns="0" bIns="0" rtlCol="0">
            <a:spAutoFit/>
          </a:bodyPr>
          <a:lstStyle/>
          <a:p>
            <a:pPr marL="231775" marR="188595" indent="-36830">
              <a:lnSpc>
                <a:spcPct val="100000"/>
              </a:lnSpc>
              <a:spcBef>
                <a:spcPts val="635"/>
              </a:spcBef>
            </a:pP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Some code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772786" y="3367659"/>
            <a:ext cx="914400" cy="739140"/>
          </a:xfrm>
          <a:prstGeom prst="rect">
            <a:avLst/>
          </a:prstGeom>
          <a:solidFill>
            <a:srgbClr val="585858"/>
          </a:solidFill>
          <a:ln w="16001">
            <a:solidFill>
              <a:srgbClr val="3E3E3E"/>
            </a:solidFill>
          </a:ln>
        </p:spPr>
        <p:txBody>
          <a:bodyPr vert="horz" wrap="square" lIns="0" tIns="2184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72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1544" y="1895348"/>
            <a:ext cx="1538605" cy="3613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dirty="0">
                <a:latin typeface="Courier New"/>
                <a:cs typeface="Courier New"/>
              </a:rPr>
              <a:t>def</a:t>
            </a:r>
            <a:r>
              <a:rPr sz="2200" spc="-4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g(x):</a:t>
            </a:r>
            <a:endParaRPr sz="2200">
              <a:latin typeface="Courier New"/>
              <a:cs typeface="Courier New"/>
            </a:endParaRPr>
          </a:p>
        </p:txBody>
      </p: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815340" y="2357728"/>
          <a:ext cx="2250438" cy="11201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03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9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3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37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6230">
                <a:tc>
                  <a:txBody>
                    <a:bodyPr/>
                    <a:lstStyle/>
                    <a:p>
                      <a:pPr marR="43815" algn="ctr">
                        <a:lnSpc>
                          <a:spcPts val="2275"/>
                        </a:lnSpc>
                      </a:pPr>
                      <a:r>
                        <a:rPr sz="2200" spc="-25" dirty="0">
                          <a:latin typeface="Courier New"/>
                          <a:cs typeface="Courier New"/>
                        </a:rPr>
                        <a:t>def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83820">
                        <a:lnSpc>
                          <a:spcPts val="2275"/>
                        </a:lnSpc>
                      </a:pPr>
                      <a:r>
                        <a:rPr sz="2200" spc="-20" dirty="0">
                          <a:latin typeface="Courier New"/>
                          <a:cs typeface="Courier New"/>
                        </a:rPr>
                        <a:t>h():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200" spc="-50" dirty="0">
                          <a:latin typeface="Courier New"/>
                          <a:cs typeface="Courier New"/>
                        </a:rPr>
                        <a:t>x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38735" marB="0"/>
                </a:tc>
                <a:tc>
                  <a:txBody>
                    <a:bodyPr/>
                    <a:lstStyle/>
                    <a:p>
                      <a:pPr marR="7493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200" spc="-50" dirty="0">
                          <a:latin typeface="Courier New"/>
                          <a:cs typeface="Courier New"/>
                        </a:rPr>
                        <a:t>=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3873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200" spc="-10" dirty="0">
                          <a:latin typeface="Courier New"/>
                          <a:cs typeface="Courier New"/>
                        </a:rPr>
                        <a:t>'abc'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3873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410">
                <a:tc>
                  <a:txBody>
                    <a:bodyPr/>
                    <a:lstStyle/>
                    <a:p>
                      <a:pPr marR="44450" algn="ctr">
                        <a:lnSpc>
                          <a:spcPts val="2610"/>
                        </a:lnSpc>
                      </a:pPr>
                      <a:r>
                        <a:rPr sz="2200" dirty="0">
                          <a:latin typeface="Courier New"/>
                          <a:cs typeface="Courier New"/>
                        </a:rPr>
                        <a:t>x</a:t>
                      </a:r>
                      <a:r>
                        <a:rPr sz="2200" spc="-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200" spc="-50" dirty="0">
                          <a:latin typeface="Courier New"/>
                          <a:cs typeface="Courier New"/>
                        </a:rPr>
                        <a:t>=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10"/>
                        </a:lnSpc>
                      </a:pPr>
                      <a:r>
                        <a:rPr sz="2200" spc="-50" dirty="0">
                          <a:latin typeface="Courier New"/>
                          <a:cs typeface="Courier New"/>
                        </a:rPr>
                        <a:t>x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6835" algn="ctr">
                        <a:lnSpc>
                          <a:spcPts val="2610"/>
                        </a:lnSpc>
                      </a:pPr>
                      <a:r>
                        <a:rPr sz="2200" spc="-50" dirty="0">
                          <a:latin typeface="Courier New"/>
                          <a:cs typeface="Courier New"/>
                        </a:rPr>
                        <a:t>+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2610"/>
                        </a:lnSpc>
                      </a:pPr>
                      <a:r>
                        <a:rPr sz="2200" spc="-50" dirty="0">
                          <a:latin typeface="Courier New"/>
                          <a:cs typeface="Courier New"/>
                        </a:rPr>
                        <a:t>1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" name="object 16"/>
          <p:cNvSpPr txBox="1"/>
          <p:nvPr/>
        </p:nvSpPr>
        <p:spPr>
          <a:xfrm>
            <a:off x="834389" y="3438449"/>
            <a:ext cx="3051175" cy="1232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2200" dirty="0">
                <a:latin typeface="Courier New"/>
                <a:cs typeface="Courier New"/>
              </a:rPr>
              <a:t>print('g:</a:t>
            </a:r>
            <a:r>
              <a:rPr sz="2200" spc="-6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x</a:t>
            </a:r>
            <a:r>
              <a:rPr sz="2200" spc="-6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=',</a:t>
            </a:r>
            <a:r>
              <a:rPr sz="2200" spc="-55" dirty="0">
                <a:latin typeface="Courier New"/>
                <a:cs typeface="Courier New"/>
              </a:rPr>
              <a:t> </a:t>
            </a:r>
            <a:r>
              <a:rPr sz="2200" spc="-25" dirty="0">
                <a:latin typeface="Courier New"/>
                <a:cs typeface="Courier New"/>
              </a:rPr>
              <a:t>x) h()</a:t>
            </a:r>
            <a:endParaRPr sz="2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2200" dirty="0">
                <a:latin typeface="Courier New"/>
                <a:cs typeface="Courier New"/>
              </a:rPr>
              <a:t>return</a:t>
            </a:r>
            <a:r>
              <a:rPr sz="2200" spc="-85" dirty="0">
                <a:latin typeface="Courier New"/>
                <a:cs typeface="Courier New"/>
              </a:rPr>
              <a:t> </a:t>
            </a:r>
            <a:r>
              <a:rPr sz="2200" spc="-50" dirty="0">
                <a:latin typeface="Courier New"/>
                <a:cs typeface="Courier New"/>
              </a:rPr>
              <a:t>x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61544" y="5048046"/>
            <a:ext cx="1369695" cy="830580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2200" dirty="0">
                <a:latin typeface="Courier New"/>
                <a:cs typeface="Courier New"/>
              </a:rPr>
              <a:t>x</a:t>
            </a:r>
            <a:r>
              <a:rPr sz="2200" spc="-1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=</a:t>
            </a:r>
            <a:r>
              <a:rPr sz="2200" spc="-15" dirty="0">
                <a:latin typeface="Courier New"/>
                <a:cs typeface="Courier New"/>
              </a:rPr>
              <a:t> </a:t>
            </a:r>
            <a:r>
              <a:rPr sz="2200" spc="-50" dirty="0">
                <a:latin typeface="Courier New"/>
                <a:cs typeface="Courier New"/>
              </a:rPr>
              <a:t>3</a:t>
            </a:r>
            <a:endParaRPr sz="2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2200" dirty="0">
                <a:latin typeface="Courier New"/>
                <a:cs typeface="Courier New"/>
              </a:rPr>
              <a:t>z</a:t>
            </a:r>
            <a:r>
              <a:rPr sz="2200" spc="-1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=</a:t>
            </a:r>
            <a:r>
              <a:rPr sz="2200" spc="-15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g(x)</a:t>
            </a:r>
            <a:endParaRPr sz="2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50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SCOPE</a:t>
            </a:r>
            <a:r>
              <a:rPr spc="-200" dirty="0"/>
              <a:t> </a:t>
            </a:r>
            <a:r>
              <a:rPr spc="-85" dirty="0"/>
              <a:t>DETAILS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96715" y="1845945"/>
            <a:ext cx="1554480" cy="3877945"/>
          </a:xfrm>
          <a:prstGeom prst="rect">
            <a:avLst/>
          </a:prstGeom>
          <a:solidFill>
            <a:srgbClr val="001F5F"/>
          </a:solidFill>
          <a:ln w="16001">
            <a:solidFill>
              <a:srgbClr val="001344"/>
            </a:solidFill>
          </a:ln>
        </p:spPr>
        <p:txBody>
          <a:bodyPr vert="horz" wrap="square" lIns="0" tIns="31114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44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Global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scope</a:t>
            </a:r>
            <a:endParaRPr sz="180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  <a:spcBef>
                <a:spcPts val="216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85"/>
              </a:spcBef>
            </a:pPr>
            <a:endParaRPr sz="180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x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85"/>
              </a:spcBef>
            </a:pPr>
            <a:endParaRPr sz="180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70501" y="2422017"/>
            <a:ext cx="914400" cy="739140"/>
          </a:xfrm>
          <a:prstGeom prst="rect">
            <a:avLst/>
          </a:prstGeom>
          <a:solidFill>
            <a:srgbClr val="585858"/>
          </a:solidFill>
          <a:ln w="16001">
            <a:solidFill>
              <a:srgbClr val="3E3E3E"/>
            </a:solidFill>
          </a:ln>
        </p:spPr>
        <p:txBody>
          <a:bodyPr vert="horz" wrap="square" lIns="0" tIns="80645" rIns="0" bIns="0" rtlCol="0">
            <a:spAutoFit/>
          </a:bodyPr>
          <a:lstStyle/>
          <a:p>
            <a:pPr marL="231775" marR="188595" indent="-36830">
              <a:lnSpc>
                <a:spcPct val="100000"/>
              </a:lnSpc>
              <a:spcBef>
                <a:spcPts val="635"/>
              </a:spcBef>
            </a:pP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Some code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70501" y="3367659"/>
            <a:ext cx="914400" cy="739140"/>
          </a:xfrm>
          <a:prstGeom prst="rect">
            <a:avLst/>
          </a:prstGeom>
          <a:solidFill>
            <a:srgbClr val="585858"/>
          </a:solidFill>
          <a:ln w="16001">
            <a:solidFill>
              <a:srgbClr val="3E3E3E"/>
            </a:solidFill>
          </a:ln>
        </p:spPr>
        <p:txBody>
          <a:bodyPr vert="horz" wrap="square" lIns="0" tIns="2184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72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829046" y="1837689"/>
            <a:ext cx="1570990" cy="3894454"/>
            <a:chOff x="5829046" y="1837689"/>
            <a:chExt cx="1570990" cy="3894454"/>
          </a:xfrm>
        </p:grpSpPr>
        <p:sp>
          <p:nvSpPr>
            <p:cNvPr id="7" name="object 7"/>
            <p:cNvSpPr/>
            <p:nvPr/>
          </p:nvSpPr>
          <p:spPr>
            <a:xfrm>
              <a:off x="5837301" y="1845944"/>
              <a:ext cx="1554480" cy="3877945"/>
            </a:xfrm>
            <a:custGeom>
              <a:avLst/>
              <a:gdLst/>
              <a:ahLst/>
              <a:cxnLst/>
              <a:rect l="l" t="t" r="r" b="b"/>
              <a:pathLst>
                <a:path w="1554479" h="3877945">
                  <a:moveTo>
                    <a:pt x="1554479" y="0"/>
                  </a:moveTo>
                  <a:lnTo>
                    <a:pt x="0" y="0"/>
                  </a:lnTo>
                  <a:lnTo>
                    <a:pt x="0" y="3877817"/>
                  </a:lnTo>
                  <a:lnTo>
                    <a:pt x="1554479" y="3877817"/>
                  </a:lnTo>
                  <a:lnTo>
                    <a:pt x="1554479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837301" y="1845944"/>
              <a:ext cx="1554480" cy="3877945"/>
            </a:xfrm>
            <a:custGeom>
              <a:avLst/>
              <a:gdLst/>
              <a:ahLst/>
              <a:cxnLst/>
              <a:rect l="l" t="t" r="r" b="b"/>
              <a:pathLst>
                <a:path w="1554479" h="3877945">
                  <a:moveTo>
                    <a:pt x="0" y="3877817"/>
                  </a:moveTo>
                  <a:lnTo>
                    <a:pt x="1554479" y="3877817"/>
                  </a:lnTo>
                  <a:lnTo>
                    <a:pt x="1554479" y="0"/>
                  </a:lnTo>
                  <a:lnTo>
                    <a:pt x="0" y="0"/>
                  </a:lnTo>
                  <a:lnTo>
                    <a:pt x="0" y="3877817"/>
                  </a:lnTo>
                  <a:close/>
                </a:path>
              </a:pathLst>
            </a:custGeom>
            <a:ln w="16002">
              <a:solidFill>
                <a:srgbClr val="0013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915914" y="1864105"/>
            <a:ext cx="7245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scope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15914" y="2413253"/>
            <a:ext cx="1244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x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15914" y="3510533"/>
            <a:ext cx="1460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381369" y="3367659"/>
            <a:ext cx="914400" cy="739140"/>
          </a:xfrm>
          <a:prstGeom prst="rect">
            <a:avLst/>
          </a:prstGeom>
          <a:solidFill>
            <a:srgbClr val="585858"/>
          </a:solidFill>
          <a:ln w="16001">
            <a:solidFill>
              <a:srgbClr val="3E3E3E"/>
            </a:solidFill>
          </a:ln>
        </p:spPr>
        <p:txBody>
          <a:bodyPr vert="horz" wrap="square" lIns="0" tIns="80645" rIns="0" bIns="0" rtlCol="0">
            <a:spAutoFit/>
          </a:bodyPr>
          <a:lstStyle/>
          <a:p>
            <a:pPr marL="231775" marR="188595" indent="-36830">
              <a:lnSpc>
                <a:spcPct val="100000"/>
              </a:lnSpc>
              <a:spcBef>
                <a:spcPts val="635"/>
              </a:spcBef>
            </a:pP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Some code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776973" y="2697226"/>
            <a:ext cx="116205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10"/>
              </a:lnSpc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479538" y="1837689"/>
            <a:ext cx="1570990" cy="3894454"/>
            <a:chOff x="7479538" y="1837689"/>
            <a:chExt cx="1570990" cy="3894454"/>
          </a:xfrm>
        </p:grpSpPr>
        <p:sp>
          <p:nvSpPr>
            <p:cNvPr id="15" name="object 15"/>
            <p:cNvSpPr/>
            <p:nvPr/>
          </p:nvSpPr>
          <p:spPr>
            <a:xfrm>
              <a:off x="7487793" y="1845944"/>
              <a:ext cx="1554480" cy="3877945"/>
            </a:xfrm>
            <a:custGeom>
              <a:avLst/>
              <a:gdLst/>
              <a:ahLst/>
              <a:cxnLst/>
              <a:rect l="l" t="t" r="r" b="b"/>
              <a:pathLst>
                <a:path w="1554479" h="3877945">
                  <a:moveTo>
                    <a:pt x="1554479" y="0"/>
                  </a:moveTo>
                  <a:lnTo>
                    <a:pt x="0" y="0"/>
                  </a:lnTo>
                  <a:lnTo>
                    <a:pt x="0" y="3877817"/>
                  </a:lnTo>
                  <a:lnTo>
                    <a:pt x="1554479" y="3877817"/>
                  </a:lnTo>
                  <a:lnTo>
                    <a:pt x="1554479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487793" y="1845944"/>
              <a:ext cx="1554480" cy="3877945"/>
            </a:xfrm>
            <a:custGeom>
              <a:avLst/>
              <a:gdLst/>
              <a:ahLst/>
              <a:cxnLst/>
              <a:rect l="l" t="t" r="r" b="b"/>
              <a:pathLst>
                <a:path w="1554479" h="3877945">
                  <a:moveTo>
                    <a:pt x="0" y="3877817"/>
                  </a:moveTo>
                  <a:lnTo>
                    <a:pt x="1554479" y="3877817"/>
                  </a:lnTo>
                  <a:lnTo>
                    <a:pt x="1554479" y="0"/>
                  </a:lnTo>
                  <a:lnTo>
                    <a:pt x="0" y="0"/>
                  </a:lnTo>
                  <a:lnTo>
                    <a:pt x="0" y="3877817"/>
                  </a:lnTo>
                  <a:close/>
                </a:path>
              </a:pathLst>
            </a:custGeom>
            <a:ln w="16002">
              <a:solidFill>
                <a:srgbClr val="0013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566659" y="1864105"/>
            <a:ext cx="7372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scope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566659" y="2413253"/>
            <a:ext cx="1244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x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069960" y="2422017"/>
            <a:ext cx="914400" cy="739140"/>
          </a:xfrm>
          <a:prstGeom prst="rect">
            <a:avLst/>
          </a:prstGeom>
          <a:solidFill>
            <a:srgbClr val="585858"/>
          </a:solidFill>
          <a:ln w="16001">
            <a:solidFill>
              <a:srgbClr val="3E3E3E"/>
            </a:solidFill>
          </a:ln>
        </p:spPr>
        <p:txBody>
          <a:bodyPr vert="horz" wrap="square" lIns="0" tIns="217804" rIns="0" bIns="0" rtlCol="0">
            <a:spAutoFit/>
          </a:bodyPr>
          <a:lstStyle/>
          <a:p>
            <a:pPr marL="200025">
              <a:lnSpc>
                <a:spcPct val="100000"/>
              </a:lnSpc>
              <a:spcBef>
                <a:spcPts val="1714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“abc”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377559" y="2422017"/>
            <a:ext cx="914400" cy="739140"/>
          </a:xfrm>
          <a:prstGeom prst="rect">
            <a:avLst/>
          </a:prstGeom>
          <a:solidFill>
            <a:srgbClr val="585858"/>
          </a:solidFill>
          <a:ln w="16001">
            <a:solidFill>
              <a:srgbClr val="3E3E3E"/>
            </a:solidFill>
          </a:ln>
        </p:spPr>
        <p:txBody>
          <a:bodyPr vert="horz" wrap="square" lIns="0" tIns="21780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714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506336" y="4368038"/>
            <a:ext cx="2333625" cy="612775"/>
          </a:xfrm>
          <a:custGeom>
            <a:avLst/>
            <a:gdLst/>
            <a:ahLst/>
            <a:cxnLst/>
            <a:rect l="l" t="t" r="r" b="b"/>
            <a:pathLst>
              <a:path w="2333625" h="612775">
                <a:moveTo>
                  <a:pt x="160935" y="343662"/>
                </a:moveTo>
                <a:lnTo>
                  <a:pt x="158790" y="346202"/>
                </a:lnTo>
                <a:lnTo>
                  <a:pt x="137097" y="373311"/>
                </a:lnTo>
                <a:lnTo>
                  <a:pt x="143637" y="378333"/>
                </a:lnTo>
                <a:lnTo>
                  <a:pt x="178054" y="400304"/>
                </a:lnTo>
                <a:lnTo>
                  <a:pt x="213614" y="421386"/>
                </a:lnTo>
                <a:lnTo>
                  <a:pt x="250062" y="441579"/>
                </a:lnTo>
                <a:lnTo>
                  <a:pt x="311404" y="472059"/>
                </a:lnTo>
                <a:lnTo>
                  <a:pt x="374269" y="499618"/>
                </a:lnTo>
                <a:lnTo>
                  <a:pt x="438658" y="524002"/>
                </a:lnTo>
                <a:lnTo>
                  <a:pt x="504190" y="545338"/>
                </a:lnTo>
                <a:lnTo>
                  <a:pt x="570992" y="563753"/>
                </a:lnTo>
                <a:lnTo>
                  <a:pt x="638683" y="579120"/>
                </a:lnTo>
                <a:lnTo>
                  <a:pt x="707263" y="591566"/>
                </a:lnTo>
                <a:lnTo>
                  <a:pt x="776732" y="601218"/>
                </a:lnTo>
                <a:lnTo>
                  <a:pt x="846709" y="607822"/>
                </a:lnTo>
                <a:lnTo>
                  <a:pt x="917321" y="611505"/>
                </a:lnTo>
                <a:lnTo>
                  <a:pt x="988187" y="612521"/>
                </a:lnTo>
                <a:lnTo>
                  <a:pt x="1059307" y="610743"/>
                </a:lnTo>
                <a:lnTo>
                  <a:pt x="1130427" y="606044"/>
                </a:lnTo>
                <a:lnTo>
                  <a:pt x="1201801" y="598805"/>
                </a:lnTo>
                <a:lnTo>
                  <a:pt x="1272794" y="588645"/>
                </a:lnTo>
                <a:lnTo>
                  <a:pt x="1343660" y="575818"/>
                </a:lnTo>
                <a:lnTo>
                  <a:pt x="1349474" y="574548"/>
                </a:lnTo>
                <a:lnTo>
                  <a:pt x="987171" y="574548"/>
                </a:lnTo>
                <a:lnTo>
                  <a:pt x="917829" y="573405"/>
                </a:lnTo>
                <a:lnTo>
                  <a:pt x="848741" y="569722"/>
                </a:lnTo>
                <a:lnTo>
                  <a:pt x="780415" y="563245"/>
                </a:lnTo>
                <a:lnTo>
                  <a:pt x="712470" y="553847"/>
                </a:lnTo>
                <a:lnTo>
                  <a:pt x="645414" y="541655"/>
                </a:lnTo>
                <a:lnTo>
                  <a:pt x="579501" y="526542"/>
                </a:lnTo>
                <a:lnTo>
                  <a:pt x="514350" y="508635"/>
                </a:lnTo>
                <a:lnTo>
                  <a:pt x="450469" y="487807"/>
                </a:lnTo>
                <a:lnTo>
                  <a:pt x="387858" y="464058"/>
                </a:lnTo>
                <a:lnTo>
                  <a:pt x="327060" y="437388"/>
                </a:lnTo>
                <a:lnTo>
                  <a:pt x="267081" y="407543"/>
                </a:lnTo>
                <a:lnTo>
                  <a:pt x="232029" y="388112"/>
                </a:lnTo>
                <a:lnTo>
                  <a:pt x="197612" y="367665"/>
                </a:lnTo>
                <a:lnTo>
                  <a:pt x="164211" y="346202"/>
                </a:lnTo>
                <a:lnTo>
                  <a:pt x="160935" y="343662"/>
                </a:lnTo>
                <a:close/>
              </a:path>
              <a:path w="2333625" h="612775">
                <a:moveTo>
                  <a:pt x="2305685" y="0"/>
                </a:moveTo>
                <a:lnTo>
                  <a:pt x="2257425" y="51816"/>
                </a:lnTo>
                <a:lnTo>
                  <a:pt x="2207387" y="100838"/>
                </a:lnTo>
                <a:lnTo>
                  <a:pt x="2155317" y="147574"/>
                </a:lnTo>
                <a:lnTo>
                  <a:pt x="2100961" y="192024"/>
                </a:lnTo>
                <a:lnTo>
                  <a:pt x="2044827" y="234188"/>
                </a:lnTo>
                <a:lnTo>
                  <a:pt x="1986788" y="273939"/>
                </a:lnTo>
                <a:lnTo>
                  <a:pt x="1927098" y="311531"/>
                </a:lnTo>
                <a:lnTo>
                  <a:pt x="1865884" y="346583"/>
                </a:lnTo>
                <a:lnTo>
                  <a:pt x="1803273" y="379349"/>
                </a:lnTo>
                <a:lnTo>
                  <a:pt x="1739138" y="409575"/>
                </a:lnTo>
                <a:lnTo>
                  <a:pt x="1674114" y="437388"/>
                </a:lnTo>
                <a:lnTo>
                  <a:pt x="1607947" y="462788"/>
                </a:lnTo>
                <a:lnTo>
                  <a:pt x="1540764" y="485521"/>
                </a:lnTo>
                <a:lnTo>
                  <a:pt x="1473073" y="505841"/>
                </a:lnTo>
                <a:lnTo>
                  <a:pt x="1404493" y="523621"/>
                </a:lnTo>
                <a:lnTo>
                  <a:pt x="1335532" y="538607"/>
                </a:lnTo>
                <a:lnTo>
                  <a:pt x="1266063" y="551180"/>
                </a:lnTo>
                <a:lnTo>
                  <a:pt x="1196467" y="561086"/>
                </a:lnTo>
                <a:lnTo>
                  <a:pt x="1126617" y="568198"/>
                </a:lnTo>
                <a:lnTo>
                  <a:pt x="1056767" y="572770"/>
                </a:lnTo>
                <a:lnTo>
                  <a:pt x="987171" y="574548"/>
                </a:lnTo>
                <a:lnTo>
                  <a:pt x="1349474" y="574548"/>
                </a:lnTo>
                <a:lnTo>
                  <a:pt x="1414018" y="560451"/>
                </a:lnTo>
                <a:lnTo>
                  <a:pt x="1483868" y="542290"/>
                </a:lnTo>
                <a:lnTo>
                  <a:pt x="1553083" y="521716"/>
                </a:lnTo>
                <a:lnTo>
                  <a:pt x="1621536" y="498348"/>
                </a:lnTo>
                <a:lnTo>
                  <a:pt x="1688973" y="472440"/>
                </a:lnTo>
                <a:lnTo>
                  <a:pt x="1755521" y="444119"/>
                </a:lnTo>
                <a:lnTo>
                  <a:pt x="1820799" y="413004"/>
                </a:lnTo>
                <a:lnTo>
                  <a:pt x="1884807" y="379603"/>
                </a:lnTo>
                <a:lnTo>
                  <a:pt x="1947418" y="343662"/>
                </a:lnTo>
                <a:lnTo>
                  <a:pt x="2008378" y="305435"/>
                </a:lnTo>
                <a:lnTo>
                  <a:pt x="2067687" y="264668"/>
                </a:lnTo>
                <a:lnTo>
                  <a:pt x="2125091" y="221488"/>
                </a:lnTo>
                <a:lnTo>
                  <a:pt x="2180717" y="175895"/>
                </a:lnTo>
                <a:lnTo>
                  <a:pt x="2234057" y="128016"/>
                </a:lnTo>
                <a:lnTo>
                  <a:pt x="2285238" y="77851"/>
                </a:lnTo>
                <a:lnTo>
                  <a:pt x="2333498" y="26035"/>
                </a:lnTo>
                <a:lnTo>
                  <a:pt x="2305685" y="0"/>
                </a:lnTo>
                <a:close/>
              </a:path>
              <a:path w="2333625" h="612775">
                <a:moveTo>
                  <a:pt x="0" y="239776"/>
                </a:moveTo>
                <a:lnTo>
                  <a:pt x="89281" y="433070"/>
                </a:lnTo>
                <a:lnTo>
                  <a:pt x="137097" y="373311"/>
                </a:lnTo>
                <a:lnTo>
                  <a:pt x="122300" y="361950"/>
                </a:lnTo>
                <a:lnTo>
                  <a:pt x="145542" y="331724"/>
                </a:lnTo>
                <a:lnTo>
                  <a:pt x="170375" y="331724"/>
                </a:lnTo>
                <a:lnTo>
                  <a:pt x="208280" y="284353"/>
                </a:lnTo>
                <a:lnTo>
                  <a:pt x="0" y="239776"/>
                </a:lnTo>
                <a:close/>
              </a:path>
              <a:path w="2333625" h="612775">
                <a:moveTo>
                  <a:pt x="145542" y="331724"/>
                </a:moveTo>
                <a:lnTo>
                  <a:pt x="122300" y="361950"/>
                </a:lnTo>
                <a:lnTo>
                  <a:pt x="137097" y="373311"/>
                </a:lnTo>
                <a:lnTo>
                  <a:pt x="160822" y="343662"/>
                </a:lnTo>
                <a:lnTo>
                  <a:pt x="145542" y="331724"/>
                </a:lnTo>
                <a:close/>
              </a:path>
              <a:path w="2333625" h="612775">
                <a:moveTo>
                  <a:pt x="170375" y="331724"/>
                </a:moveTo>
                <a:lnTo>
                  <a:pt x="145542" y="331724"/>
                </a:lnTo>
                <a:lnTo>
                  <a:pt x="160935" y="343662"/>
                </a:lnTo>
                <a:lnTo>
                  <a:pt x="170375" y="33172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161544" y="1895348"/>
            <a:ext cx="1538605" cy="3613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dirty="0">
                <a:latin typeface="Courier New"/>
                <a:cs typeface="Courier New"/>
              </a:rPr>
              <a:t>def</a:t>
            </a:r>
            <a:r>
              <a:rPr sz="2200" spc="-4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g(x):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1722" rIns="0" bIns="0" rtlCol="0">
            <a:spAutoFit/>
          </a:bodyPr>
          <a:lstStyle/>
          <a:p>
            <a:pPr marL="41275">
              <a:lnSpc>
                <a:spcPts val="1115"/>
              </a:lnSpc>
            </a:pPr>
            <a:fld id="{81D60167-4931-47E6-BA6A-407CBD079E47}" type="slidenum">
              <a:rPr spc="-25" dirty="0"/>
              <a:t>45</a:t>
            </a:fld>
            <a:endParaRPr spc="-25" dirty="0"/>
          </a:p>
        </p:txBody>
      </p:sp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815340" y="2357728"/>
          <a:ext cx="2250438" cy="11201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03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9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3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37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6230">
                <a:tc>
                  <a:txBody>
                    <a:bodyPr/>
                    <a:lstStyle/>
                    <a:p>
                      <a:pPr marR="43815" algn="ctr">
                        <a:lnSpc>
                          <a:spcPts val="2275"/>
                        </a:lnSpc>
                      </a:pPr>
                      <a:r>
                        <a:rPr sz="2200" spc="-25" dirty="0">
                          <a:latin typeface="Courier New"/>
                          <a:cs typeface="Courier New"/>
                        </a:rPr>
                        <a:t>def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83820">
                        <a:lnSpc>
                          <a:spcPts val="2275"/>
                        </a:lnSpc>
                      </a:pPr>
                      <a:r>
                        <a:rPr sz="2200" spc="-20" dirty="0">
                          <a:latin typeface="Courier New"/>
                          <a:cs typeface="Courier New"/>
                        </a:rPr>
                        <a:t>h():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200" spc="-50" dirty="0">
                          <a:latin typeface="Courier New"/>
                          <a:cs typeface="Courier New"/>
                        </a:rPr>
                        <a:t>x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38735" marB="0"/>
                </a:tc>
                <a:tc>
                  <a:txBody>
                    <a:bodyPr/>
                    <a:lstStyle/>
                    <a:p>
                      <a:pPr marR="7493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200" spc="-50" dirty="0">
                          <a:latin typeface="Courier New"/>
                          <a:cs typeface="Courier New"/>
                        </a:rPr>
                        <a:t>=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3873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200" spc="-10" dirty="0">
                          <a:latin typeface="Courier New"/>
                          <a:cs typeface="Courier New"/>
                        </a:rPr>
                        <a:t>'abc'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3873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410">
                <a:tc>
                  <a:txBody>
                    <a:bodyPr/>
                    <a:lstStyle/>
                    <a:p>
                      <a:pPr marR="44450" algn="ctr">
                        <a:lnSpc>
                          <a:spcPts val="2610"/>
                        </a:lnSpc>
                      </a:pPr>
                      <a:r>
                        <a:rPr sz="2200" dirty="0">
                          <a:latin typeface="Courier New"/>
                          <a:cs typeface="Courier New"/>
                        </a:rPr>
                        <a:t>x</a:t>
                      </a:r>
                      <a:r>
                        <a:rPr sz="2200" spc="-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200" spc="-50" dirty="0">
                          <a:latin typeface="Courier New"/>
                          <a:cs typeface="Courier New"/>
                        </a:rPr>
                        <a:t>=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10"/>
                        </a:lnSpc>
                      </a:pPr>
                      <a:r>
                        <a:rPr sz="2200" spc="-50" dirty="0">
                          <a:latin typeface="Courier New"/>
                          <a:cs typeface="Courier New"/>
                        </a:rPr>
                        <a:t>x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6835" algn="ctr">
                        <a:lnSpc>
                          <a:spcPts val="2610"/>
                        </a:lnSpc>
                      </a:pPr>
                      <a:r>
                        <a:rPr sz="2200" spc="-50" dirty="0">
                          <a:latin typeface="Courier New"/>
                          <a:cs typeface="Courier New"/>
                        </a:rPr>
                        <a:t>+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2610"/>
                        </a:lnSpc>
                      </a:pPr>
                      <a:r>
                        <a:rPr sz="2200" spc="-50" dirty="0">
                          <a:latin typeface="Courier New"/>
                          <a:cs typeface="Courier New"/>
                        </a:rPr>
                        <a:t>1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4" name="object 24"/>
          <p:cNvSpPr txBox="1"/>
          <p:nvPr/>
        </p:nvSpPr>
        <p:spPr>
          <a:xfrm>
            <a:off x="834389" y="3438449"/>
            <a:ext cx="3051175" cy="1232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2200" dirty="0">
                <a:latin typeface="Courier New"/>
                <a:cs typeface="Courier New"/>
              </a:rPr>
              <a:t>print('g:</a:t>
            </a:r>
            <a:r>
              <a:rPr sz="2200" spc="-6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x</a:t>
            </a:r>
            <a:r>
              <a:rPr sz="2200" spc="-6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=',</a:t>
            </a:r>
            <a:r>
              <a:rPr sz="2200" spc="-55" dirty="0">
                <a:latin typeface="Courier New"/>
                <a:cs typeface="Courier New"/>
              </a:rPr>
              <a:t> </a:t>
            </a:r>
            <a:r>
              <a:rPr sz="2200" spc="-25" dirty="0">
                <a:latin typeface="Courier New"/>
                <a:cs typeface="Courier New"/>
              </a:rPr>
              <a:t>x) h()</a:t>
            </a:r>
            <a:endParaRPr sz="2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2200" dirty="0">
                <a:latin typeface="Courier New"/>
                <a:cs typeface="Courier New"/>
              </a:rPr>
              <a:t>return</a:t>
            </a:r>
            <a:r>
              <a:rPr sz="2200" spc="-85" dirty="0">
                <a:latin typeface="Courier New"/>
                <a:cs typeface="Courier New"/>
              </a:rPr>
              <a:t> </a:t>
            </a:r>
            <a:r>
              <a:rPr sz="2200" spc="-50" dirty="0">
                <a:latin typeface="Courier New"/>
                <a:cs typeface="Courier New"/>
              </a:rPr>
              <a:t>x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61544" y="5048046"/>
            <a:ext cx="1369695" cy="830580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2200" dirty="0">
                <a:latin typeface="Courier New"/>
                <a:cs typeface="Courier New"/>
              </a:rPr>
              <a:t>x</a:t>
            </a:r>
            <a:r>
              <a:rPr sz="2200" spc="-1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=</a:t>
            </a:r>
            <a:r>
              <a:rPr sz="2200" spc="-15" dirty="0">
                <a:latin typeface="Courier New"/>
                <a:cs typeface="Courier New"/>
              </a:rPr>
              <a:t> </a:t>
            </a:r>
            <a:r>
              <a:rPr sz="2200" spc="-50" dirty="0">
                <a:latin typeface="Courier New"/>
                <a:cs typeface="Courier New"/>
              </a:rPr>
              <a:t>3</a:t>
            </a:r>
            <a:endParaRPr sz="2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2200" dirty="0">
                <a:latin typeface="Courier New"/>
                <a:cs typeface="Courier New"/>
              </a:rPr>
              <a:t>z</a:t>
            </a:r>
            <a:r>
              <a:rPr sz="2200" spc="-1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=</a:t>
            </a:r>
            <a:r>
              <a:rPr sz="2200" spc="-15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g(x)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566659" y="4974335"/>
            <a:ext cx="12553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returns</a:t>
            </a:r>
            <a:r>
              <a:rPr sz="1800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Calibri"/>
                <a:cs typeface="Calibri"/>
              </a:rPr>
              <a:t>None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50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SCOPE</a:t>
            </a:r>
            <a:r>
              <a:rPr spc="-200" dirty="0"/>
              <a:t> </a:t>
            </a:r>
            <a:r>
              <a:rPr spc="-85" dirty="0"/>
              <a:t>DETAILS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835903" y="1837689"/>
            <a:ext cx="1570990" cy="3894454"/>
            <a:chOff x="5835903" y="1837689"/>
            <a:chExt cx="1570990" cy="3894454"/>
          </a:xfrm>
        </p:grpSpPr>
        <p:sp>
          <p:nvSpPr>
            <p:cNvPr id="4" name="object 4"/>
            <p:cNvSpPr/>
            <p:nvPr/>
          </p:nvSpPr>
          <p:spPr>
            <a:xfrm>
              <a:off x="5844158" y="1845944"/>
              <a:ext cx="1554480" cy="3877945"/>
            </a:xfrm>
            <a:custGeom>
              <a:avLst/>
              <a:gdLst/>
              <a:ahLst/>
              <a:cxnLst/>
              <a:rect l="l" t="t" r="r" b="b"/>
              <a:pathLst>
                <a:path w="1554479" h="3877945">
                  <a:moveTo>
                    <a:pt x="1554480" y="0"/>
                  </a:moveTo>
                  <a:lnTo>
                    <a:pt x="0" y="0"/>
                  </a:lnTo>
                  <a:lnTo>
                    <a:pt x="0" y="3877817"/>
                  </a:lnTo>
                  <a:lnTo>
                    <a:pt x="1554480" y="3877817"/>
                  </a:lnTo>
                  <a:lnTo>
                    <a:pt x="1554480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844158" y="1845944"/>
              <a:ext cx="1554480" cy="3877945"/>
            </a:xfrm>
            <a:custGeom>
              <a:avLst/>
              <a:gdLst/>
              <a:ahLst/>
              <a:cxnLst/>
              <a:rect l="l" t="t" r="r" b="b"/>
              <a:pathLst>
                <a:path w="1554479" h="3877945">
                  <a:moveTo>
                    <a:pt x="0" y="3877817"/>
                  </a:moveTo>
                  <a:lnTo>
                    <a:pt x="1554480" y="3877817"/>
                  </a:lnTo>
                  <a:lnTo>
                    <a:pt x="1554480" y="0"/>
                  </a:lnTo>
                  <a:lnTo>
                    <a:pt x="0" y="0"/>
                  </a:lnTo>
                  <a:lnTo>
                    <a:pt x="0" y="3877817"/>
                  </a:lnTo>
                  <a:close/>
                </a:path>
              </a:pathLst>
            </a:custGeom>
            <a:ln w="16002">
              <a:solidFill>
                <a:srgbClr val="0013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923026" y="1864105"/>
            <a:ext cx="7245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scope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23026" y="2413253"/>
            <a:ext cx="1244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x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23026" y="3510533"/>
            <a:ext cx="1460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376923" y="3359403"/>
            <a:ext cx="930910" cy="755650"/>
            <a:chOff x="6376923" y="3359403"/>
            <a:chExt cx="930910" cy="755650"/>
          </a:xfrm>
        </p:grpSpPr>
        <p:sp>
          <p:nvSpPr>
            <p:cNvPr id="10" name="object 10"/>
            <p:cNvSpPr/>
            <p:nvPr/>
          </p:nvSpPr>
          <p:spPr>
            <a:xfrm>
              <a:off x="6385178" y="3367658"/>
              <a:ext cx="914400" cy="739140"/>
            </a:xfrm>
            <a:custGeom>
              <a:avLst/>
              <a:gdLst/>
              <a:ahLst/>
              <a:cxnLst/>
              <a:rect l="l" t="t" r="r" b="b"/>
              <a:pathLst>
                <a:path w="914400" h="739139">
                  <a:moveTo>
                    <a:pt x="914400" y="0"/>
                  </a:moveTo>
                  <a:lnTo>
                    <a:pt x="0" y="0"/>
                  </a:lnTo>
                  <a:lnTo>
                    <a:pt x="0" y="739139"/>
                  </a:lnTo>
                  <a:lnTo>
                    <a:pt x="914400" y="739139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385178" y="3367658"/>
              <a:ext cx="914400" cy="739140"/>
            </a:xfrm>
            <a:custGeom>
              <a:avLst/>
              <a:gdLst/>
              <a:ahLst/>
              <a:cxnLst/>
              <a:rect l="l" t="t" r="r" b="b"/>
              <a:pathLst>
                <a:path w="914400" h="739139">
                  <a:moveTo>
                    <a:pt x="0" y="739139"/>
                  </a:moveTo>
                  <a:lnTo>
                    <a:pt x="914400" y="739139"/>
                  </a:lnTo>
                  <a:lnTo>
                    <a:pt x="914400" y="0"/>
                  </a:lnTo>
                  <a:lnTo>
                    <a:pt x="0" y="0"/>
                  </a:lnTo>
                  <a:lnTo>
                    <a:pt x="0" y="739139"/>
                  </a:lnTo>
                  <a:close/>
                </a:path>
              </a:pathLst>
            </a:custGeom>
            <a:ln w="16002">
              <a:solidFill>
                <a:srgbClr val="3E3E3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385178" y="3367659"/>
            <a:ext cx="914400" cy="739140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231775" marR="188595" indent="-36830">
              <a:lnSpc>
                <a:spcPct val="100000"/>
              </a:lnSpc>
              <a:spcBef>
                <a:spcPts val="635"/>
              </a:spcBef>
            </a:pP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Some code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378511" y="4264723"/>
            <a:ext cx="927735" cy="752475"/>
            <a:chOff x="6378511" y="4264723"/>
            <a:chExt cx="927735" cy="752475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85178" y="4271390"/>
              <a:ext cx="914400" cy="73914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385178" y="4271390"/>
              <a:ext cx="914400" cy="739140"/>
            </a:xfrm>
            <a:custGeom>
              <a:avLst/>
              <a:gdLst/>
              <a:ahLst/>
              <a:cxnLst/>
              <a:rect l="l" t="t" r="r" b="b"/>
              <a:pathLst>
                <a:path w="914400" h="739139">
                  <a:moveTo>
                    <a:pt x="0" y="739140"/>
                  </a:moveTo>
                  <a:lnTo>
                    <a:pt x="914400" y="739140"/>
                  </a:lnTo>
                  <a:lnTo>
                    <a:pt x="914400" y="0"/>
                  </a:lnTo>
                  <a:lnTo>
                    <a:pt x="0" y="0"/>
                  </a:lnTo>
                  <a:lnTo>
                    <a:pt x="0" y="739140"/>
                  </a:lnTo>
                  <a:close/>
                </a:path>
              </a:pathLst>
            </a:custGeom>
            <a:ln w="12954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6385178" y="4271390"/>
            <a:ext cx="914400" cy="739140"/>
          </a:xfrm>
          <a:prstGeom prst="rect">
            <a:avLst/>
          </a:prstGeom>
        </p:spPr>
        <p:txBody>
          <a:bodyPr vert="horz" wrap="square" lIns="0" tIns="217804" rIns="0" bIns="0" rtlCol="0">
            <a:spAutoFit/>
          </a:bodyPr>
          <a:lstStyle/>
          <a:p>
            <a:pPr marL="205104">
              <a:lnSpc>
                <a:spcPct val="100000"/>
              </a:lnSpc>
              <a:spcBef>
                <a:spcPts val="1714"/>
              </a:spcBef>
            </a:pPr>
            <a:r>
              <a:rPr sz="1800" spc="-20" dirty="0">
                <a:latin typeface="Calibri"/>
                <a:cs typeface="Calibri"/>
              </a:rPr>
              <a:t>None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376923" y="2413761"/>
            <a:ext cx="930910" cy="755650"/>
            <a:chOff x="6376923" y="2413761"/>
            <a:chExt cx="930910" cy="755650"/>
          </a:xfrm>
        </p:grpSpPr>
        <p:sp>
          <p:nvSpPr>
            <p:cNvPr id="18" name="object 18"/>
            <p:cNvSpPr/>
            <p:nvPr/>
          </p:nvSpPr>
          <p:spPr>
            <a:xfrm>
              <a:off x="6385178" y="2422016"/>
              <a:ext cx="914400" cy="739140"/>
            </a:xfrm>
            <a:custGeom>
              <a:avLst/>
              <a:gdLst/>
              <a:ahLst/>
              <a:cxnLst/>
              <a:rect l="l" t="t" r="r" b="b"/>
              <a:pathLst>
                <a:path w="914400" h="739139">
                  <a:moveTo>
                    <a:pt x="914400" y="0"/>
                  </a:moveTo>
                  <a:lnTo>
                    <a:pt x="0" y="0"/>
                  </a:lnTo>
                  <a:lnTo>
                    <a:pt x="0" y="739139"/>
                  </a:lnTo>
                  <a:lnTo>
                    <a:pt x="914400" y="739139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385178" y="2422016"/>
              <a:ext cx="914400" cy="739140"/>
            </a:xfrm>
            <a:custGeom>
              <a:avLst/>
              <a:gdLst/>
              <a:ahLst/>
              <a:cxnLst/>
              <a:rect l="l" t="t" r="r" b="b"/>
              <a:pathLst>
                <a:path w="914400" h="739139">
                  <a:moveTo>
                    <a:pt x="0" y="739139"/>
                  </a:moveTo>
                  <a:lnTo>
                    <a:pt x="914400" y="739139"/>
                  </a:lnTo>
                  <a:lnTo>
                    <a:pt x="914400" y="0"/>
                  </a:lnTo>
                  <a:lnTo>
                    <a:pt x="0" y="0"/>
                  </a:lnTo>
                  <a:lnTo>
                    <a:pt x="0" y="739139"/>
                  </a:lnTo>
                  <a:close/>
                </a:path>
              </a:pathLst>
            </a:custGeom>
            <a:ln w="16002">
              <a:solidFill>
                <a:srgbClr val="3E3E3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6771385" y="2627376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190746" y="1837689"/>
            <a:ext cx="1570990" cy="3894454"/>
            <a:chOff x="4190746" y="1837689"/>
            <a:chExt cx="1570990" cy="3894454"/>
          </a:xfrm>
        </p:grpSpPr>
        <p:sp>
          <p:nvSpPr>
            <p:cNvPr id="22" name="object 22"/>
            <p:cNvSpPr/>
            <p:nvPr/>
          </p:nvSpPr>
          <p:spPr>
            <a:xfrm>
              <a:off x="4199001" y="1845944"/>
              <a:ext cx="1554480" cy="3877945"/>
            </a:xfrm>
            <a:custGeom>
              <a:avLst/>
              <a:gdLst/>
              <a:ahLst/>
              <a:cxnLst/>
              <a:rect l="l" t="t" r="r" b="b"/>
              <a:pathLst>
                <a:path w="1554479" h="3877945">
                  <a:moveTo>
                    <a:pt x="1554479" y="0"/>
                  </a:moveTo>
                  <a:lnTo>
                    <a:pt x="0" y="0"/>
                  </a:lnTo>
                  <a:lnTo>
                    <a:pt x="0" y="3877817"/>
                  </a:lnTo>
                  <a:lnTo>
                    <a:pt x="1554479" y="3877817"/>
                  </a:lnTo>
                  <a:lnTo>
                    <a:pt x="1554479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199001" y="1845944"/>
              <a:ext cx="1554480" cy="3877945"/>
            </a:xfrm>
            <a:custGeom>
              <a:avLst/>
              <a:gdLst/>
              <a:ahLst/>
              <a:cxnLst/>
              <a:rect l="l" t="t" r="r" b="b"/>
              <a:pathLst>
                <a:path w="1554479" h="3877945">
                  <a:moveTo>
                    <a:pt x="0" y="3877817"/>
                  </a:moveTo>
                  <a:lnTo>
                    <a:pt x="1554479" y="3877817"/>
                  </a:lnTo>
                  <a:lnTo>
                    <a:pt x="1554479" y="0"/>
                  </a:lnTo>
                  <a:lnTo>
                    <a:pt x="0" y="0"/>
                  </a:lnTo>
                  <a:lnTo>
                    <a:pt x="0" y="3877817"/>
                  </a:lnTo>
                  <a:close/>
                </a:path>
              </a:pathLst>
            </a:custGeom>
            <a:ln w="16002">
              <a:solidFill>
                <a:srgbClr val="0013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4277867" y="1864105"/>
            <a:ext cx="12172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Global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scope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277867" y="2413253"/>
            <a:ext cx="1333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277867" y="3510533"/>
            <a:ext cx="1244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x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277867" y="4607814"/>
            <a:ext cx="1162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4765294" y="2413761"/>
            <a:ext cx="930910" cy="755650"/>
            <a:chOff x="4765294" y="2413761"/>
            <a:chExt cx="930910" cy="755650"/>
          </a:xfrm>
        </p:grpSpPr>
        <p:sp>
          <p:nvSpPr>
            <p:cNvPr id="29" name="object 29"/>
            <p:cNvSpPr/>
            <p:nvPr/>
          </p:nvSpPr>
          <p:spPr>
            <a:xfrm>
              <a:off x="4773549" y="2422016"/>
              <a:ext cx="914400" cy="739140"/>
            </a:xfrm>
            <a:custGeom>
              <a:avLst/>
              <a:gdLst/>
              <a:ahLst/>
              <a:cxnLst/>
              <a:rect l="l" t="t" r="r" b="b"/>
              <a:pathLst>
                <a:path w="914400" h="739139">
                  <a:moveTo>
                    <a:pt x="914400" y="0"/>
                  </a:moveTo>
                  <a:lnTo>
                    <a:pt x="0" y="0"/>
                  </a:lnTo>
                  <a:lnTo>
                    <a:pt x="0" y="739139"/>
                  </a:lnTo>
                  <a:lnTo>
                    <a:pt x="914400" y="739139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773549" y="2422016"/>
              <a:ext cx="914400" cy="739140"/>
            </a:xfrm>
            <a:custGeom>
              <a:avLst/>
              <a:gdLst/>
              <a:ahLst/>
              <a:cxnLst/>
              <a:rect l="l" t="t" r="r" b="b"/>
              <a:pathLst>
                <a:path w="914400" h="739139">
                  <a:moveTo>
                    <a:pt x="0" y="739139"/>
                  </a:moveTo>
                  <a:lnTo>
                    <a:pt x="914400" y="739139"/>
                  </a:lnTo>
                  <a:lnTo>
                    <a:pt x="914400" y="0"/>
                  </a:lnTo>
                  <a:lnTo>
                    <a:pt x="0" y="0"/>
                  </a:lnTo>
                  <a:lnTo>
                    <a:pt x="0" y="739139"/>
                  </a:lnTo>
                  <a:close/>
                </a:path>
              </a:pathLst>
            </a:custGeom>
            <a:ln w="16002">
              <a:solidFill>
                <a:srgbClr val="3E3E3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4956302" y="2490215"/>
            <a:ext cx="5480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895" marR="5080" indent="-3683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Some code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4765294" y="3359403"/>
            <a:ext cx="930910" cy="755650"/>
            <a:chOff x="4765294" y="3359403"/>
            <a:chExt cx="930910" cy="755650"/>
          </a:xfrm>
        </p:grpSpPr>
        <p:sp>
          <p:nvSpPr>
            <p:cNvPr id="33" name="object 33"/>
            <p:cNvSpPr/>
            <p:nvPr/>
          </p:nvSpPr>
          <p:spPr>
            <a:xfrm>
              <a:off x="4773549" y="3367658"/>
              <a:ext cx="914400" cy="739140"/>
            </a:xfrm>
            <a:custGeom>
              <a:avLst/>
              <a:gdLst/>
              <a:ahLst/>
              <a:cxnLst/>
              <a:rect l="l" t="t" r="r" b="b"/>
              <a:pathLst>
                <a:path w="914400" h="739139">
                  <a:moveTo>
                    <a:pt x="914400" y="0"/>
                  </a:moveTo>
                  <a:lnTo>
                    <a:pt x="0" y="0"/>
                  </a:lnTo>
                  <a:lnTo>
                    <a:pt x="0" y="739139"/>
                  </a:lnTo>
                  <a:lnTo>
                    <a:pt x="914400" y="739139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773549" y="3367658"/>
              <a:ext cx="914400" cy="739140"/>
            </a:xfrm>
            <a:custGeom>
              <a:avLst/>
              <a:gdLst/>
              <a:ahLst/>
              <a:cxnLst/>
              <a:rect l="l" t="t" r="r" b="b"/>
              <a:pathLst>
                <a:path w="914400" h="739139">
                  <a:moveTo>
                    <a:pt x="0" y="739139"/>
                  </a:moveTo>
                  <a:lnTo>
                    <a:pt x="914400" y="739139"/>
                  </a:lnTo>
                  <a:lnTo>
                    <a:pt x="914400" y="0"/>
                  </a:lnTo>
                  <a:lnTo>
                    <a:pt x="0" y="0"/>
                  </a:lnTo>
                  <a:lnTo>
                    <a:pt x="0" y="739139"/>
                  </a:lnTo>
                  <a:close/>
                </a:path>
              </a:pathLst>
            </a:custGeom>
            <a:ln w="16002">
              <a:solidFill>
                <a:srgbClr val="3E3E3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5159755" y="3573271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4938776" y="2516251"/>
            <a:ext cx="3609975" cy="2985770"/>
          </a:xfrm>
          <a:custGeom>
            <a:avLst/>
            <a:gdLst/>
            <a:ahLst/>
            <a:cxnLst/>
            <a:rect l="l" t="t" r="r" b="b"/>
            <a:pathLst>
              <a:path w="3609975" h="2985770">
                <a:moveTo>
                  <a:pt x="148280" y="2421598"/>
                </a:moveTo>
                <a:lnTo>
                  <a:pt x="121167" y="2448406"/>
                </a:lnTo>
                <a:lnTo>
                  <a:pt x="167512" y="2490216"/>
                </a:lnTo>
                <a:lnTo>
                  <a:pt x="217678" y="2530983"/>
                </a:lnTo>
                <a:lnTo>
                  <a:pt x="269875" y="2570226"/>
                </a:lnTo>
                <a:lnTo>
                  <a:pt x="323596" y="2607818"/>
                </a:lnTo>
                <a:lnTo>
                  <a:pt x="379094" y="2643886"/>
                </a:lnTo>
                <a:lnTo>
                  <a:pt x="436244" y="2678303"/>
                </a:lnTo>
                <a:lnTo>
                  <a:pt x="494919" y="2711196"/>
                </a:lnTo>
                <a:lnTo>
                  <a:pt x="554990" y="2742311"/>
                </a:lnTo>
                <a:lnTo>
                  <a:pt x="616712" y="2771902"/>
                </a:lnTo>
                <a:lnTo>
                  <a:pt x="679831" y="2799588"/>
                </a:lnTo>
                <a:lnTo>
                  <a:pt x="744347" y="2825496"/>
                </a:lnTo>
                <a:lnTo>
                  <a:pt x="810006" y="2849753"/>
                </a:lnTo>
                <a:lnTo>
                  <a:pt x="877189" y="2871978"/>
                </a:lnTo>
                <a:lnTo>
                  <a:pt x="972693" y="2900045"/>
                </a:lnTo>
                <a:lnTo>
                  <a:pt x="1068832" y="2924048"/>
                </a:lnTo>
                <a:lnTo>
                  <a:pt x="1165479" y="2943987"/>
                </a:lnTo>
                <a:lnTo>
                  <a:pt x="1262507" y="2959989"/>
                </a:lnTo>
                <a:lnTo>
                  <a:pt x="1359662" y="2972054"/>
                </a:lnTo>
                <a:lnTo>
                  <a:pt x="1456817" y="2980436"/>
                </a:lnTo>
                <a:lnTo>
                  <a:pt x="1553845" y="2984881"/>
                </a:lnTo>
                <a:lnTo>
                  <a:pt x="1650619" y="2985643"/>
                </a:lnTo>
                <a:lnTo>
                  <a:pt x="1746885" y="2982722"/>
                </a:lnTo>
                <a:lnTo>
                  <a:pt x="1842516" y="2976245"/>
                </a:lnTo>
                <a:lnTo>
                  <a:pt x="1937385" y="2966085"/>
                </a:lnTo>
                <a:lnTo>
                  <a:pt x="2031364" y="2952496"/>
                </a:lnTo>
                <a:lnTo>
                  <a:pt x="2058384" y="2947543"/>
                </a:lnTo>
                <a:lnTo>
                  <a:pt x="1649476" y="2947543"/>
                </a:lnTo>
                <a:lnTo>
                  <a:pt x="1554226" y="2946781"/>
                </a:lnTo>
                <a:lnTo>
                  <a:pt x="1458595" y="2942336"/>
                </a:lnTo>
                <a:lnTo>
                  <a:pt x="1362837" y="2934081"/>
                </a:lnTo>
                <a:lnTo>
                  <a:pt x="1267206" y="2922143"/>
                </a:lnTo>
                <a:lnTo>
                  <a:pt x="1171702" y="2906395"/>
                </a:lnTo>
                <a:lnTo>
                  <a:pt x="1076452" y="2886710"/>
                </a:lnTo>
                <a:lnTo>
                  <a:pt x="981964" y="2863088"/>
                </a:lnTo>
                <a:lnTo>
                  <a:pt x="887857" y="2835529"/>
                </a:lnTo>
                <a:lnTo>
                  <a:pt x="822071" y="2813558"/>
                </a:lnTo>
                <a:lnTo>
                  <a:pt x="757428" y="2789809"/>
                </a:lnTo>
                <a:lnTo>
                  <a:pt x="694055" y="2764282"/>
                </a:lnTo>
                <a:lnTo>
                  <a:pt x="632079" y="2736977"/>
                </a:lnTo>
                <a:lnTo>
                  <a:pt x="571500" y="2708021"/>
                </a:lnTo>
                <a:lnTo>
                  <a:pt x="512318" y="2677414"/>
                </a:lnTo>
                <a:lnTo>
                  <a:pt x="454787" y="2645156"/>
                </a:lnTo>
                <a:lnTo>
                  <a:pt x="398780" y="2611247"/>
                </a:lnTo>
                <a:lnTo>
                  <a:pt x="344424" y="2575814"/>
                </a:lnTo>
                <a:lnTo>
                  <a:pt x="291592" y="2538984"/>
                </a:lnTo>
                <a:lnTo>
                  <a:pt x="240665" y="2500503"/>
                </a:lnTo>
                <a:lnTo>
                  <a:pt x="191643" y="2460625"/>
                </a:lnTo>
                <a:lnTo>
                  <a:pt x="148280" y="2421598"/>
                </a:lnTo>
                <a:close/>
              </a:path>
              <a:path w="3609975" h="2985770">
                <a:moveTo>
                  <a:pt x="2370074" y="0"/>
                </a:moveTo>
                <a:lnTo>
                  <a:pt x="2357755" y="36068"/>
                </a:lnTo>
                <a:lnTo>
                  <a:pt x="2450592" y="67691"/>
                </a:lnTo>
                <a:lnTo>
                  <a:pt x="2539619" y="102107"/>
                </a:lnTo>
                <a:lnTo>
                  <a:pt x="2625344" y="139573"/>
                </a:lnTo>
                <a:lnTo>
                  <a:pt x="2707767" y="180086"/>
                </a:lnTo>
                <a:lnTo>
                  <a:pt x="2786888" y="223520"/>
                </a:lnTo>
                <a:lnTo>
                  <a:pt x="2862707" y="269494"/>
                </a:lnTo>
                <a:lnTo>
                  <a:pt x="2934970" y="318135"/>
                </a:lnTo>
                <a:lnTo>
                  <a:pt x="3003677" y="369189"/>
                </a:lnTo>
                <a:lnTo>
                  <a:pt x="3068828" y="422529"/>
                </a:lnTo>
                <a:lnTo>
                  <a:pt x="3130423" y="478028"/>
                </a:lnTo>
                <a:lnTo>
                  <a:pt x="3188208" y="535686"/>
                </a:lnTo>
                <a:lnTo>
                  <a:pt x="3242183" y="595249"/>
                </a:lnTo>
                <a:lnTo>
                  <a:pt x="3292348" y="656717"/>
                </a:lnTo>
                <a:lnTo>
                  <a:pt x="3338576" y="719709"/>
                </a:lnTo>
                <a:lnTo>
                  <a:pt x="3380740" y="784352"/>
                </a:lnTo>
                <a:lnTo>
                  <a:pt x="3418967" y="850391"/>
                </a:lnTo>
                <a:lnTo>
                  <a:pt x="3453129" y="917829"/>
                </a:lnTo>
                <a:lnTo>
                  <a:pt x="3483102" y="986409"/>
                </a:lnTo>
                <a:lnTo>
                  <a:pt x="3508755" y="1056005"/>
                </a:lnTo>
                <a:lnTo>
                  <a:pt x="3530219" y="1126617"/>
                </a:lnTo>
                <a:lnTo>
                  <a:pt x="3547237" y="1197991"/>
                </a:lnTo>
                <a:lnTo>
                  <a:pt x="3559937" y="1270127"/>
                </a:lnTo>
                <a:lnTo>
                  <a:pt x="3568065" y="1342771"/>
                </a:lnTo>
                <a:lnTo>
                  <a:pt x="3571528" y="1414018"/>
                </a:lnTo>
                <a:lnTo>
                  <a:pt x="3571621" y="1415923"/>
                </a:lnTo>
                <a:lnTo>
                  <a:pt x="3570604" y="1489456"/>
                </a:lnTo>
                <a:lnTo>
                  <a:pt x="3564763" y="1563243"/>
                </a:lnTo>
                <a:lnTo>
                  <a:pt x="3554349" y="1637030"/>
                </a:lnTo>
                <a:lnTo>
                  <a:pt x="3539109" y="1710944"/>
                </a:lnTo>
                <a:lnTo>
                  <a:pt x="3518916" y="1784604"/>
                </a:lnTo>
                <a:lnTo>
                  <a:pt x="3493770" y="1858137"/>
                </a:lnTo>
                <a:lnTo>
                  <a:pt x="3463671" y="1931289"/>
                </a:lnTo>
                <a:lnTo>
                  <a:pt x="3428365" y="2003933"/>
                </a:lnTo>
                <a:lnTo>
                  <a:pt x="3388360" y="2075052"/>
                </a:lnTo>
                <a:lnTo>
                  <a:pt x="3344291" y="2144014"/>
                </a:lnTo>
                <a:lnTo>
                  <a:pt x="3296285" y="2210308"/>
                </a:lnTo>
                <a:lnTo>
                  <a:pt x="3244342" y="2274316"/>
                </a:lnTo>
                <a:lnTo>
                  <a:pt x="3188843" y="2335657"/>
                </a:lnTo>
                <a:lnTo>
                  <a:pt x="3129788" y="2394331"/>
                </a:lnTo>
                <a:lnTo>
                  <a:pt x="3067431" y="2450592"/>
                </a:lnTo>
                <a:lnTo>
                  <a:pt x="3002026" y="2504059"/>
                </a:lnTo>
                <a:lnTo>
                  <a:pt x="2933319" y="2554732"/>
                </a:lnTo>
                <a:lnTo>
                  <a:pt x="2861945" y="2602611"/>
                </a:lnTo>
                <a:lnTo>
                  <a:pt x="2787777" y="2647696"/>
                </a:lnTo>
                <a:lnTo>
                  <a:pt x="2711069" y="2689733"/>
                </a:lnTo>
                <a:lnTo>
                  <a:pt x="2631821" y="2728976"/>
                </a:lnTo>
                <a:lnTo>
                  <a:pt x="2550541" y="2765044"/>
                </a:lnTo>
                <a:lnTo>
                  <a:pt x="2467102" y="2798191"/>
                </a:lnTo>
                <a:lnTo>
                  <a:pt x="2381758" y="2827909"/>
                </a:lnTo>
                <a:lnTo>
                  <a:pt x="2294636" y="2854706"/>
                </a:lnTo>
                <a:lnTo>
                  <a:pt x="2205863" y="2878074"/>
                </a:lnTo>
                <a:lnTo>
                  <a:pt x="2115820" y="2898267"/>
                </a:lnTo>
                <a:lnTo>
                  <a:pt x="2024507" y="2915031"/>
                </a:lnTo>
                <a:lnTo>
                  <a:pt x="1931924" y="2928493"/>
                </a:lnTo>
                <a:lnTo>
                  <a:pt x="1838579" y="2938399"/>
                </a:lnTo>
                <a:lnTo>
                  <a:pt x="1744345" y="2944749"/>
                </a:lnTo>
                <a:lnTo>
                  <a:pt x="1649476" y="2947543"/>
                </a:lnTo>
                <a:lnTo>
                  <a:pt x="2058384" y="2947543"/>
                </a:lnTo>
                <a:lnTo>
                  <a:pt x="2124202" y="2935478"/>
                </a:lnTo>
                <a:lnTo>
                  <a:pt x="2215077" y="2915031"/>
                </a:lnTo>
                <a:lnTo>
                  <a:pt x="2305812" y="2891155"/>
                </a:lnTo>
                <a:lnTo>
                  <a:pt x="2394331" y="2863977"/>
                </a:lnTo>
                <a:lnTo>
                  <a:pt x="2481072" y="2833497"/>
                </a:lnTo>
                <a:lnTo>
                  <a:pt x="2566035" y="2799969"/>
                </a:lnTo>
                <a:lnTo>
                  <a:pt x="2648712" y="2763139"/>
                </a:lnTo>
                <a:lnTo>
                  <a:pt x="2729357" y="2723261"/>
                </a:lnTo>
                <a:lnTo>
                  <a:pt x="2807462" y="2680335"/>
                </a:lnTo>
                <a:lnTo>
                  <a:pt x="2883154" y="2634361"/>
                </a:lnTo>
                <a:lnTo>
                  <a:pt x="2956052" y="2585466"/>
                </a:lnTo>
                <a:lnTo>
                  <a:pt x="3026029" y="2533650"/>
                </a:lnTo>
                <a:lnTo>
                  <a:pt x="3092958" y="2478913"/>
                </a:lnTo>
                <a:lnTo>
                  <a:pt x="3156712" y="2421382"/>
                </a:lnTo>
                <a:lnTo>
                  <a:pt x="3217164" y="2361184"/>
                </a:lnTo>
                <a:lnTo>
                  <a:pt x="3274060" y="2298192"/>
                </a:lnTo>
                <a:lnTo>
                  <a:pt x="3327146" y="2232660"/>
                </a:lnTo>
                <a:lnTo>
                  <a:pt x="3376422" y="2164461"/>
                </a:lnTo>
                <a:lnTo>
                  <a:pt x="3421634" y="2093722"/>
                </a:lnTo>
                <a:lnTo>
                  <a:pt x="3462654" y="2020570"/>
                </a:lnTo>
                <a:lnTo>
                  <a:pt x="3498850" y="1945767"/>
                </a:lnTo>
                <a:lnTo>
                  <a:pt x="3529838" y="1870456"/>
                </a:lnTo>
                <a:lnTo>
                  <a:pt x="3555746" y="1794637"/>
                </a:lnTo>
                <a:lnTo>
                  <a:pt x="3576447" y="1718564"/>
                </a:lnTo>
                <a:lnTo>
                  <a:pt x="3592068" y="1642364"/>
                </a:lnTo>
                <a:lnTo>
                  <a:pt x="3602863" y="1566164"/>
                </a:lnTo>
                <a:lnTo>
                  <a:pt x="3608704" y="1490091"/>
                </a:lnTo>
                <a:lnTo>
                  <a:pt x="3609695" y="1415923"/>
                </a:lnTo>
                <a:lnTo>
                  <a:pt x="3609721" y="1414018"/>
                </a:lnTo>
                <a:lnTo>
                  <a:pt x="3605911" y="1338580"/>
                </a:lnTo>
                <a:lnTo>
                  <a:pt x="3597402" y="1263650"/>
                </a:lnTo>
                <a:lnTo>
                  <a:pt x="3584321" y="1189101"/>
                </a:lnTo>
                <a:lnTo>
                  <a:pt x="3566668" y="1115568"/>
                </a:lnTo>
                <a:lnTo>
                  <a:pt x="3544570" y="1042797"/>
                </a:lnTo>
                <a:lnTo>
                  <a:pt x="3518027" y="971169"/>
                </a:lnTo>
                <a:lnTo>
                  <a:pt x="3487166" y="900557"/>
                </a:lnTo>
                <a:lnTo>
                  <a:pt x="3451987" y="831341"/>
                </a:lnTo>
                <a:lnTo>
                  <a:pt x="3412744" y="763397"/>
                </a:lnTo>
                <a:lnTo>
                  <a:pt x="3369310" y="697103"/>
                </a:lnTo>
                <a:lnTo>
                  <a:pt x="3321812" y="632587"/>
                </a:lnTo>
                <a:lnTo>
                  <a:pt x="3270504" y="569595"/>
                </a:lnTo>
                <a:lnTo>
                  <a:pt x="3215132" y="508762"/>
                </a:lnTo>
                <a:lnTo>
                  <a:pt x="3155950" y="449834"/>
                </a:lnTo>
                <a:lnTo>
                  <a:pt x="3092958" y="392938"/>
                </a:lnTo>
                <a:lnTo>
                  <a:pt x="3026410" y="338455"/>
                </a:lnTo>
                <a:lnTo>
                  <a:pt x="2956179" y="286512"/>
                </a:lnTo>
                <a:lnTo>
                  <a:pt x="2882519" y="236982"/>
                </a:lnTo>
                <a:lnTo>
                  <a:pt x="2805176" y="189992"/>
                </a:lnTo>
                <a:lnTo>
                  <a:pt x="2724531" y="145923"/>
                </a:lnTo>
                <a:lnTo>
                  <a:pt x="2640584" y="104775"/>
                </a:lnTo>
                <a:lnTo>
                  <a:pt x="2553335" y="66548"/>
                </a:lnTo>
                <a:lnTo>
                  <a:pt x="2462911" y="31496"/>
                </a:lnTo>
                <a:lnTo>
                  <a:pt x="2370074" y="0"/>
                </a:lnTo>
                <a:close/>
              </a:path>
              <a:path w="3609975" h="2985770">
                <a:moveTo>
                  <a:pt x="0" y="2300351"/>
                </a:moveTo>
                <a:lnTo>
                  <a:pt x="66167" y="2502789"/>
                </a:lnTo>
                <a:lnTo>
                  <a:pt x="121167" y="2448406"/>
                </a:lnTo>
                <a:lnTo>
                  <a:pt x="107823" y="2436368"/>
                </a:lnTo>
                <a:lnTo>
                  <a:pt x="133223" y="2408047"/>
                </a:lnTo>
                <a:lnTo>
                  <a:pt x="161986" y="2408047"/>
                </a:lnTo>
                <a:lnTo>
                  <a:pt x="201675" y="2368804"/>
                </a:lnTo>
                <a:lnTo>
                  <a:pt x="0" y="2300351"/>
                </a:lnTo>
                <a:close/>
              </a:path>
              <a:path w="3609975" h="2985770">
                <a:moveTo>
                  <a:pt x="133223" y="2408047"/>
                </a:moveTo>
                <a:lnTo>
                  <a:pt x="107823" y="2436368"/>
                </a:lnTo>
                <a:lnTo>
                  <a:pt x="121167" y="2448406"/>
                </a:lnTo>
                <a:lnTo>
                  <a:pt x="148280" y="2421598"/>
                </a:lnTo>
                <a:lnTo>
                  <a:pt x="133223" y="2408047"/>
                </a:lnTo>
                <a:close/>
              </a:path>
              <a:path w="3609975" h="2985770">
                <a:moveTo>
                  <a:pt x="161986" y="2408047"/>
                </a:moveTo>
                <a:lnTo>
                  <a:pt x="133223" y="2408047"/>
                </a:lnTo>
                <a:lnTo>
                  <a:pt x="148280" y="2421598"/>
                </a:lnTo>
                <a:lnTo>
                  <a:pt x="161986" y="24080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161544" y="1895348"/>
            <a:ext cx="1538605" cy="3613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dirty="0">
                <a:latin typeface="Courier New"/>
                <a:cs typeface="Courier New"/>
              </a:rPr>
              <a:t>def</a:t>
            </a:r>
            <a:r>
              <a:rPr sz="2200" spc="-4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g(x):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43" name="object 4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1722" rIns="0" bIns="0" rtlCol="0">
            <a:spAutoFit/>
          </a:bodyPr>
          <a:lstStyle/>
          <a:p>
            <a:pPr marL="41275">
              <a:lnSpc>
                <a:spcPts val="1115"/>
              </a:lnSpc>
            </a:pPr>
            <a:fld id="{81D60167-4931-47E6-BA6A-407CBD079E47}" type="slidenum">
              <a:rPr spc="-25" dirty="0"/>
              <a:t>46</a:t>
            </a:fld>
            <a:endParaRPr spc="-25" dirty="0"/>
          </a:p>
        </p:txBody>
      </p:sp>
      <p:graphicFrame>
        <p:nvGraphicFramePr>
          <p:cNvPr id="38" name="object 38"/>
          <p:cNvGraphicFramePr>
            <a:graphicFrameLocks noGrp="1"/>
          </p:cNvGraphicFramePr>
          <p:nvPr/>
        </p:nvGraphicFramePr>
        <p:xfrm>
          <a:off x="815340" y="2357728"/>
          <a:ext cx="2250438" cy="11201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03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9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3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37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6230">
                <a:tc>
                  <a:txBody>
                    <a:bodyPr/>
                    <a:lstStyle/>
                    <a:p>
                      <a:pPr marR="43815" algn="ctr">
                        <a:lnSpc>
                          <a:spcPts val="2275"/>
                        </a:lnSpc>
                      </a:pPr>
                      <a:r>
                        <a:rPr sz="2200" spc="-25" dirty="0">
                          <a:latin typeface="Courier New"/>
                          <a:cs typeface="Courier New"/>
                        </a:rPr>
                        <a:t>def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83820">
                        <a:lnSpc>
                          <a:spcPts val="2275"/>
                        </a:lnSpc>
                      </a:pPr>
                      <a:r>
                        <a:rPr sz="2200" spc="-20" dirty="0">
                          <a:latin typeface="Courier New"/>
                          <a:cs typeface="Courier New"/>
                        </a:rPr>
                        <a:t>h():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200" spc="-50" dirty="0">
                          <a:latin typeface="Courier New"/>
                          <a:cs typeface="Courier New"/>
                        </a:rPr>
                        <a:t>x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38735" marB="0"/>
                </a:tc>
                <a:tc>
                  <a:txBody>
                    <a:bodyPr/>
                    <a:lstStyle/>
                    <a:p>
                      <a:pPr marR="7493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200" spc="-50" dirty="0">
                          <a:latin typeface="Courier New"/>
                          <a:cs typeface="Courier New"/>
                        </a:rPr>
                        <a:t>=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3873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200" spc="-10" dirty="0">
                          <a:latin typeface="Courier New"/>
                          <a:cs typeface="Courier New"/>
                        </a:rPr>
                        <a:t>'abc'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3873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410">
                <a:tc>
                  <a:txBody>
                    <a:bodyPr/>
                    <a:lstStyle/>
                    <a:p>
                      <a:pPr marR="44450" algn="ctr">
                        <a:lnSpc>
                          <a:spcPts val="2610"/>
                        </a:lnSpc>
                      </a:pPr>
                      <a:r>
                        <a:rPr sz="2200" dirty="0">
                          <a:latin typeface="Courier New"/>
                          <a:cs typeface="Courier New"/>
                        </a:rPr>
                        <a:t>x</a:t>
                      </a:r>
                      <a:r>
                        <a:rPr sz="2200" spc="-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200" spc="-50" dirty="0">
                          <a:latin typeface="Courier New"/>
                          <a:cs typeface="Courier New"/>
                        </a:rPr>
                        <a:t>=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10"/>
                        </a:lnSpc>
                      </a:pPr>
                      <a:r>
                        <a:rPr sz="2200" spc="-50" dirty="0">
                          <a:latin typeface="Courier New"/>
                          <a:cs typeface="Courier New"/>
                        </a:rPr>
                        <a:t>x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6835" algn="ctr">
                        <a:lnSpc>
                          <a:spcPts val="2610"/>
                        </a:lnSpc>
                      </a:pPr>
                      <a:r>
                        <a:rPr sz="2200" spc="-50" dirty="0">
                          <a:latin typeface="Courier New"/>
                          <a:cs typeface="Courier New"/>
                        </a:rPr>
                        <a:t>+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2610"/>
                        </a:lnSpc>
                      </a:pPr>
                      <a:r>
                        <a:rPr sz="2200" spc="-50" dirty="0">
                          <a:latin typeface="Courier New"/>
                          <a:cs typeface="Courier New"/>
                        </a:rPr>
                        <a:t>1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9" name="object 39"/>
          <p:cNvSpPr txBox="1"/>
          <p:nvPr/>
        </p:nvSpPr>
        <p:spPr>
          <a:xfrm>
            <a:off x="834389" y="3438449"/>
            <a:ext cx="3051175" cy="1232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2200" dirty="0">
                <a:latin typeface="Courier New"/>
                <a:cs typeface="Courier New"/>
              </a:rPr>
              <a:t>print('g:</a:t>
            </a:r>
            <a:r>
              <a:rPr sz="2200" spc="-6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x</a:t>
            </a:r>
            <a:r>
              <a:rPr sz="2200" spc="-6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=',</a:t>
            </a:r>
            <a:r>
              <a:rPr sz="2200" spc="-55" dirty="0">
                <a:latin typeface="Courier New"/>
                <a:cs typeface="Courier New"/>
              </a:rPr>
              <a:t> </a:t>
            </a:r>
            <a:r>
              <a:rPr sz="2200" spc="-25" dirty="0">
                <a:latin typeface="Courier New"/>
                <a:cs typeface="Courier New"/>
              </a:rPr>
              <a:t>x) h()</a:t>
            </a:r>
            <a:endParaRPr sz="2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2200" dirty="0">
                <a:latin typeface="Courier New"/>
                <a:cs typeface="Courier New"/>
              </a:rPr>
              <a:t>return</a:t>
            </a:r>
            <a:r>
              <a:rPr sz="2200" spc="-85" dirty="0">
                <a:latin typeface="Courier New"/>
                <a:cs typeface="Courier New"/>
              </a:rPr>
              <a:t> </a:t>
            </a:r>
            <a:r>
              <a:rPr sz="2200" spc="-50" dirty="0">
                <a:latin typeface="Courier New"/>
                <a:cs typeface="Courier New"/>
              </a:rPr>
              <a:t>x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61544" y="5048046"/>
            <a:ext cx="1369695" cy="830580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2200" dirty="0">
                <a:latin typeface="Courier New"/>
                <a:cs typeface="Courier New"/>
              </a:rPr>
              <a:t>x</a:t>
            </a:r>
            <a:r>
              <a:rPr sz="2200" spc="-1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=</a:t>
            </a:r>
            <a:r>
              <a:rPr sz="2200" spc="-15" dirty="0">
                <a:latin typeface="Courier New"/>
                <a:cs typeface="Courier New"/>
              </a:rPr>
              <a:t> </a:t>
            </a:r>
            <a:r>
              <a:rPr sz="2200" spc="-50" dirty="0">
                <a:latin typeface="Courier New"/>
                <a:cs typeface="Courier New"/>
              </a:rPr>
              <a:t>3</a:t>
            </a:r>
            <a:endParaRPr sz="2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2200" dirty="0">
                <a:latin typeface="Courier New"/>
                <a:cs typeface="Courier New"/>
              </a:rPr>
              <a:t>z</a:t>
            </a:r>
            <a:r>
              <a:rPr sz="2200" spc="-1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=</a:t>
            </a:r>
            <a:r>
              <a:rPr sz="2200" spc="-15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g(x)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568438" y="5274309"/>
            <a:ext cx="8693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returns</a:t>
            </a:r>
            <a:r>
              <a:rPr sz="1800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FF0000"/>
                </a:solidFill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50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SCOPE</a:t>
            </a:r>
            <a:r>
              <a:rPr spc="-200" dirty="0"/>
              <a:t> </a:t>
            </a:r>
            <a:r>
              <a:rPr spc="-85" dirty="0"/>
              <a:t>DETAILS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1722" rIns="0" bIns="0" rtlCol="0">
            <a:spAutoFit/>
          </a:bodyPr>
          <a:lstStyle/>
          <a:p>
            <a:pPr marL="41275">
              <a:lnSpc>
                <a:spcPts val="1115"/>
              </a:lnSpc>
            </a:pPr>
            <a:fld id="{81D60167-4931-47E6-BA6A-407CBD079E47}" type="slidenum">
              <a:rPr spc="-25" dirty="0"/>
              <a:t>47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4198239" y="1845945"/>
            <a:ext cx="1554480" cy="3877945"/>
          </a:xfrm>
          <a:prstGeom prst="rect">
            <a:avLst/>
          </a:prstGeom>
          <a:solidFill>
            <a:srgbClr val="001F5F"/>
          </a:solidFill>
          <a:ln w="16001">
            <a:solidFill>
              <a:srgbClr val="001344"/>
            </a:solidFill>
          </a:ln>
        </p:spPr>
        <p:txBody>
          <a:bodyPr vert="horz" wrap="square" lIns="0" tIns="31114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44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Global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scope</a:t>
            </a:r>
            <a:endParaRPr sz="1800">
              <a:latin typeface="Calibri"/>
              <a:cs typeface="Calibri"/>
            </a:endParaRPr>
          </a:p>
          <a:p>
            <a:pPr marL="91440">
              <a:lnSpc>
                <a:spcPct val="100000"/>
              </a:lnSpc>
              <a:spcBef>
                <a:spcPts val="216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85"/>
              </a:spcBef>
            </a:pPr>
            <a:endParaRPr sz="1800">
              <a:latin typeface="Calibri"/>
              <a:cs typeface="Calibri"/>
            </a:endParaRPr>
          </a:p>
          <a:p>
            <a:pPr marL="91440">
              <a:lnSpc>
                <a:spcPct val="100000"/>
              </a:lnSpc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x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85"/>
              </a:spcBef>
            </a:pPr>
            <a:endParaRPr sz="1800">
              <a:latin typeface="Calibri"/>
              <a:cs typeface="Calibri"/>
            </a:endParaRPr>
          </a:p>
          <a:p>
            <a:pPr marL="91440">
              <a:lnSpc>
                <a:spcPct val="100000"/>
              </a:lnSpc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72786" y="2422017"/>
            <a:ext cx="914400" cy="739140"/>
          </a:xfrm>
          <a:prstGeom prst="rect">
            <a:avLst/>
          </a:prstGeom>
          <a:solidFill>
            <a:srgbClr val="585858"/>
          </a:solidFill>
          <a:ln w="16001">
            <a:solidFill>
              <a:srgbClr val="3E3E3E"/>
            </a:solidFill>
          </a:ln>
        </p:spPr>
        <p:txBody>
          <a:bodyPr vert="horz" wrap="square" lIns="0" tIns="80645" rIns="0" bIns="0" rtlCol="0">
            <a:spAutoFit/>
          </a:bodyPr>
          <a:lstStyle/>
          <a:p>
            <a:pPr marL="231775" marR="188595" indent="-36830">
              <a:lnSpc>
                <a:spcPct val="100000"/>
              </a:lnSpc>
              <a:spcBef>
                <a:spcPts val="635"/>
              </a:spcBef>
            </a:pP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Some code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72786" y="3367659"/>
            <a:ext cx="914400" cy="739140"/>
          </a:xfrm>
          <a:prstGeom prst="rect">
            <a:avLst/>
          </a:prstGeom>
          <a:solidFill>
            <a:srgbClr val="585858"/>
          </a:solidFill>
          <a:ln w="16001">
            <a:solidFill>
              <a:srgbClr val="3E3E3E"/>
            </a:solidFill>
          </a:ln>
        </p:spPr>
        <p:txBody>
          <a:bodyPr vert="horz" wrap="square" lIns="0" tIns="2184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72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64404" y="4391025"/>
            <a:ext cx="914400" cy="739140"/>
          </a:xfrm>
          <a:prstGeom prst="rect">
            <a:avLst/>
          </a:prstGeom>
          <a:solidFill>
            <a:srgbClr val="585858"/>
          </a:solidFill>
          <a:ln w="16001">
            <a:solidFill>
              <a:srgbClr val="3E3E3E"/>
            </a:solidFill>
          </a:ln>
        </p:spPr>
        <p:txBody>
          <a:bodyPr vert="horz" wrap="square" lIns="0" tIns="217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715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1544" y="1895348"/>
            <a:ext cx="1538605" cy="3613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dirty="0">
                <a:latin typeface="Courier New"/>
                <a:cs typeface="Courier New"/>
              </a:rPr>
              <a:t>def</a:t>
            </a:r>
            <a:r>
              <a:rPr sz="2200" spc="-4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g(x):</a:t>
            </a:r>
            <a:endParaRPr sz="2200">
              <a:latin typeface="Courier New"/>
              <a:cs typeface="Courier New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815340" y="2357728"/>
          <a:ext cx="2250438" cy="11201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03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9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3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37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6230">
                <a:tc>
                  <a:txBody>
                    <a:bodyPr/>
                    <a:lstStyle/>
                    <a:p>
                      <a:pPr marR="43815" algn="ctr">
                        <a:lnSpc>
                          <a:spcPts val="2275"/>
                        </a:lnSpc>
                      </a:pPr>
                      <a:r>
                        <a:rPr sz="2200" spc="-25" dirty="0">
                          <a:latin typeface="Courier New"/>
                          <a:cs typeface="Courier New"/>
                        </a:rPr>
                        <a:t>def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83820">
                        <a:lnSpc>
                          <a:spcPts val="2275"/>
                        </a:lnSpc>
                      </a:pPr>
                      <a:r>
                        <a:rPr sz="2200" spc="-20" dirty="0">
                          <a:latin typeface="Courier New"/>
                          <a:cs typeface="Courier New"/>
                        </a:rPr>
                        <a:t>h():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200" spc="-50" dirty="0">
                          <a:latin typeface="Courier New"/>
                          <a:cs typeface="Courier New"/>
                        </a:rPr>
                        <a:t>x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38735" marB="0"/>
                </a:tc>
                <a:tc>
                  <a:txBody>
                    <a:bodyPr/>
                    <a:lstStyle/>
                    <a:p>
                      <a:pPr marR="7493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200" spc="-50" dirty="0">
                          <a:latin typeface="Courier New"/>
                          <a:cs typeface="Courier New"/>
                        </a:rPr>
                        <a:t>=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3873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200" spc="-10" dirty="0">
                          <a:latin typeface="Courier New"/>
                          <a:cs typeface="Courier New"/>
                        </a:rPr>
                        <a:t>'abc'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3873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410">
                <a:tc>
                  <a:txBody>
                    <a:bodyPr/>
                    <a:lstStyle/>
                    <a:p>
                      <a:pPr marR="44450" algn="ctr">
                        <a:lnSpc>
                          <a:spcPts val="2610"/>
                        </a:lnSpc>
                      </a:pPr>
                      <a:r>
                        <a:rPr sz="2200" dirty="0">
                          <a:latin typeface="Courier New"/>
                          <a:cs typeface="Courier New"/>
                        </a:rPr>
                        <a:t>x</a:t>
                      </a:r>
                      <a:r>
                        <a:rPr sz="2200" spc="-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200" spc="-50" dirty="0">
                          <a:latin typeface="Courier New"/>
                          <a:cs typeface="Courier New"/>
                        </a:rPr>
                        <a:t>=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10"/>
                        </a:lnSpc>
                      </a:pPr>
                      <a:r>
                        <a:rPr sz="2200" spc="-50" dirty="0">
                          <a:latin typeface="Courier New"/>
                          <a:cs typeface="Courier New"/>
                        </a:rPr>
                        <a:t>x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6835" algn="ctr">
                        <a:lnSpc>
                          <a:spcPts val="2610"/>
                        </a:lnSpc>
                      </a:pPr>
                      <a:r>
                        <a:rPr sz="2200" spc="-50" dirty="0">
                          <a:latin typeface="Courier New"/>
                          <a:cs typeface="Courier New"/>
                        </a:rPr>
                        <a:t>+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2610"/>
                        </a:lnSpc>
                      </a:pPr>
                      <a:r>
                        <a:rPr sz="2200" spc="-50" dirty="0">
                          <a:latin typeface="Courier New"/>
                          <a:cs typeface="Courier New"/>
                        </a:rPr>
                        <a:t>1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834389" y="3438449"/>
            <a:ext cx="3051175" cy="830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2200" dirty="0">
                <a:latin typeface="Courier New"/>
                <a:cs typeface="Courier New"/>
              </a:rPr>
              <a:t>print('g:</a:t>
            </a:r>
            <a:r>
              <a:rPr sz="2200" spc="-6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x</a:t>
            </a:r>
            <a:r>
              <a:rPr sz="2200" spc="-6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=',</a:t>
            </a:r>
            <a:r>
              <a:rPr sz="2200" spc="-55" dirty="0">
                <a:latin typeface="Courier New"/>
                <a:cs typeface="Courier New"/>
              </a:rPr>
              <a:t> </a:t>
            </a:r>
            <a:r>
              <a:rPr sz="2200" spc="-25" dirty="0">
                <a:latin typeface="Courier New"/>
                <a:cs typeface="Courier New"/>
              </a:rPr>
              <a:t>x) h()</a:t>
            </a:r>
            <a:endParaRPr sz="2200">
              <a:latin typeface="Courier New"/>
              <a:cs typeface="Courier New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142494" y="4369408"/>
          <a:ext cx="2080893" cy="15233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38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9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72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8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070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ts val="2275"/>
                        </a:lnSpc>
                      </a:pPr>
                      <a:r>
                        <a:rPr sz="2200" spc="-10" dirty="0">
                          <a:latin typeface="Courier New"/>
                          <a:cs typeface="Courier New"/>
                        </a:rPr>
                        <a:t>return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ts val="2275"/>
                        </a:lnSpc>
                      </a:pPr>
                      <a:r>
                        <a:rPr sz="2200" spc="-50" dirty="0">
                          <a:latin typeface="Courier New"/>
                          <a:cs typeface="Courier New"/>
                        </a:rPr>
                        <a:t>x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2660">
                <a:tc>
                  <a:txBody>
                    <a:bodyPr/>
                    <a:lstStyle/>
                    <a:p>
                      <a:pPr marL="31750" marR="76200">
                        <a:lnSpc>
                          <a:spcPct val="120000"/>
                        </a:lnSpc>
                        <a:spcBef>
                          <a:spcPts val="1025"/>
                        </a:spcBef>
                      </a:pPr>
                      <a:r>
                        <a:rPr sz="2200" spc="-50" dirty="0">
                          <a:latin typeface="Courier New"/>
                          <a:cs typeface="Courier New"/>
                        </a:rPr>
                        <a:t>x z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130175" marB="0"/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  <a:spcBef>
                          <a:spcPts val="1555"/>
                        </a:spcBef>
                      </a:pPr>
                      <a:r>
                        <a:rPr sz="2200" spc="-50" dirty="0">
                          <a:latin typeface="Courier New"/>
                          <a:cs typeface="Courier New"/>
                        </a:rPr>
                        <a:t>=</a:t>
                      </a:r>
                      <a:endParaRPr sz="2200">
                        <a:latin typeface="Courier New"/>
                        <a:cs typeface="Courier New"/>
                      </a:endParaRPr>
                    </a:p>
                    <a:p>
                      <a:pPr marL="8382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200" spc="-50" dirty="0">
                          <a:latin typeface="Courier New"/>
                          <a:cs typeface="Courier New"/>
                        </a:rPr>
                        <a:t>=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197485" marB="0"/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  <a:spcBef>
                          <a:spcPts val="1555"/>
                        </a:spcBef>
                      </a:pPr>
                      <a:r>
                        <a:rPr sz="2200" spc="-50" dirty="0">
                          <a:latin typeface="Courier New"/>
                          <a:cs typeface="Courier New"/>
                        </a:rPr>
                        <a:t>3</a:t>
                      </a:r>
                      <a:endParaRPr sz="2200">
                        <a:latin typeface="Courier New"/>
                        <a:cs typeface="Courier New"/>
                      </a:endParaRPr>
                    </a:p>
                    <a:p>
                      <a:pPr marL="8382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200" spc="-20" dirty="0">
                          <a:latin typeface="Courier New"/>
                          <a:cs typeface="Courier New"/>
                        </a:rPr>
                        <a:t>g(x)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19748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914146"/>
            <a:ext cx="181102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TUPLES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0259" y="1688555"/>
            <a:ext cx="7315200" cy="1856739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219710" indent="-207010">
              <a:lnSpc>
                <a:spcPct val="100000"/>
              </a:lnSpc>
              <a:spcBef>
                <a:spcPts val="925"/>
              </a:spcBef>
              <a:buClr>
                <a:srgbClr val="585858"/>
              </a:buClr>
              <a:buFont typeface="Wingdings"/>
              <a:buChar char=""/>
              <a:tabLst>
                <a:tab pos="219710" algn="l"/>
              </a:tabLst>
            </a:pPr>
            <a:r>
              <a:rPr sz="2400" dirty="0">
                <a:latin typeface="Calibri"/>
                <a:cs typeface="Calibri"/>
              </a:rPr>
              <a:t>an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ordered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sequence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elements,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mix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element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types</a:t>
            </a:r>
            <a:endParaRPr sz="2400">
              <a:latin typeface="Calibri"/>
              <a:cs typeface="Calibri"/>
            </a:endParaRPr>
          </a:p>
          <a:p>
            <a:pPr marL="220345" indent="-207645">
              <a:lnSpc>
                <a:spcPct val="100000"/>
              </a:lnSpc>
              <a:spcBef>
                <a:spcPts val="825"/>
              </a:spcBef>
              <a:buClr>
                <a:srgbClr val="585858"/>
              </a:buClr>
              <a:buFont typeface="Wingdings"/>
              <a:buChar char=""/>
              <a:tabLst>
                <a:tab pos="220345" algn="l"/>
              </a:tabLst>
            </a:pPr>
            <a:r>
              <a:rPr sz="2400" dirty="0">
                <a:latin typeface="Calibri"/>
                <a:cs typeface="Calibri"/>
              </a:rPr>
              <a:t>cannot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change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element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values,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immutable</a:t>
            </a:r>
            <a:endParaRPr sz="2400">
              <a:latin typeface="Calibri"/>
              <a:cs typeface="Calibri"/>
            </a:endParaRPr>
          </a:p>
          <a:p>
            <a:pPr marL="220345" indent="-207645">
              <a:lnSpc>
                <a:spcPct val="100000"/>
              </a:lnSpc>
              <a:spcBef>
                <a:spcPts val="825"/>
              </a:spcBef>
              <a:buClr>
                <a:srgbClr val="585858"/>
              </a:buClr>
              <a:buFont typeface="Wingdings"/>
              <a:buChar char=""/>
              <a:tabLst>
                <a:tab pos="220345" algn="l"/>
              </a:tabLst>
            </a:pPr>
            <a:r>
              <a:rPr sz="2400" spc="-20" dirty="0">
                <a:latin typeface="Calibri"/>
                <a:cs typeface="Calibri"/>
              </a:rPr>
              <a:t>represented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parentheses</a:t>
            </a:r>
            <a:endParaRPr sz="2400">
              <a:latin typeface="Calibri"/>
              <a:cs typeface="Calibri"/>
            </a:endParaRPr>
          </a:p>
          <a:p>
            <a:pPr marL="317500">
              <a:lnSpc>
                <a:spcPct val="100000"/>
              </a:lnSpc>
              <a:spcBef>
                <a:spcPts val="900"/>
              </a:spcBef>
            </a:pPr>
            <a:r>
              <a:rPr sz="2000" dirty="0">
                <a:latin typeface="Courier New"/>
                <a:cs typeface="Courier New"/>
              </a:rPr>
              <a:t>te</a:t>
            </a:r>
            <a:r>
              <a:rPr sz="2000" spc="-2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=</a:t>
            </a:r>
            <a:r>
              <a:rPr sz="2000" spc="-20" dirty="0">
                <a:latin typeface="Courier New"/>
                <a:cs typeface="Courier New"/>
              </a:rPr>
              <a:t> </a:t>
            </a:r>
            <a:r>
              <a:rPr sz="2000" spc="-25" dirty="0">
                <a:latin typeface="Courier New"/>
                <a:cs typeface="Courier New"/>
              </a:rPr>
              <a:t>()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15060" y="3514039"/>
            <a:ext cx="2921000" cy="1300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14680">
              <a:lnSpc>
                <a:spcPct val="140000"/>
              </a:lnSpc>
              <a:spcBef>
                <a:spcPts val="100"/>
              </a:spcBef>
            </a:pPr>
            <a:r>
              <a:rPr sz="2000" dirty="0">
                <a:latin typeface="Courier New"/>
                <a:cs typeface="Courier New"/>
              </a:rPr>
              <a:t>t</a:t>
            </a:r>
            <a:r>
              <a:rPr sz="2000" spc="-1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=</a:t>
            </a:r>
            <a:r>
              <a:rPr sz="2000" spc="-10" dirty="0">
                <a:latin typeface="Courier New"/>
                <a:cs typeface="Courier New"/>
              </a:rPr>
              <a:t> (2,"mit",3) </a:t>
            </a:r>
            <a:r>
              <a:rPr sz="2000" spc="-20" dirty="0">
                <a:latin typeface="Courier New"/>
                <a:cs typeface="Courier New"/>
              </a:rPr>
              <a:t>t[0]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sz="2000" dirty="0">
                <a:latin typeface="Courier New"/>
                <a:cs typeface="Courier New"/>
              </a:rPr>
              <a:t>(2,"mit",3)</a:t>
            </a:r>
            <a:r>
              <a:rPr sz="2000" spc="-7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+</a:t>
            </a:r>
            <a:r>
              <a:rPr sz="2000" spc="-7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(5,6)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68114" y="3946092"/>
            <a:ext cx="3929379" cy="868680"/>
          </a:xfrm>
          <a:prstGeom prst="rect">
            <a:avLst/>
          </a:prstGeom>
        </p:spPr>
        <p:txBody>
          <a:bodyPr vert="horz" wrap="square" lIns="0" tIns="128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sz="2000" dirty="0">
                <a:latin typeface="Wingdings"/>
                <a:cs typeface="Wingdings"/>
              </a:rPr>
              <a:t>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alibri"/>
                <a:cs typeface="Calibri"/>
              </a:rPr>
              <a:t>evaluates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2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19"/>
              </a:spcBef>
            </a:pPr>
            <a:r>
              <a:rPr sz="2000" dirty="0">
                <a:latin typeface="Wingdings"/>
                <a:cs typeface="Wingdings"/>
              </a:rPr>
              <a:t>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alibri"/>
                <a:cs typeface="Calibri"/>
              </a:rPr>
              <a:t>evaluates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(2,"mit",3,5,6)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15060" y="4788357"/>
            <a:ext cx="939800" cy="1291590"/>
          </a:xfrm>
          <a:prstGeom prst="rect">
            <a:avLst/>
          </a:prstGeom>
        </p:spPr>
        <p:txBody>
          <a:bodyPr vert="horz" wrap="square" lIns="0" tIns="130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25"/>
              </a:spcBef>
            </a:pPr>
            <a:r>
              <a:rPr sz="2000" spc="-10" dirty="0">
                <a:latin typeface="Courier New"/>
                <a:cs typeface="Courier New"/>
              </a:rPr>
              <a:t>t[1:2]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19"/>
              </a:spcBef>
            </a:pPr>
            <a:r>
              <a:rPr sz="2000" spc="-10" dirty="0">
                <a:latin typeface="Courier New"/>
                <a:cs typeface="Courier New"/>
              </a:rPr>
              <a:t>t[1:3]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19"/>
              </a:spcBef>
            </a:pPr>
            <a:r>
              <a:rPr sz="2000" spc="-10" dirty="0">
                <a:latin typeface="Courier New"/>
                <a:cs typeface="Courier New"/>
              </a:rPr>
              <a:t>len(t)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39314" y="4906009"/>
            <a:ext cx="4030979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Wingdings"/>
                <a:cs typeface="Wingdings"/>
              </a:rPr>
              <a:t>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libri"/>
                <a:cs typeface="Calibri"/>
              </a:rPr>
              <a:t>slice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tuple,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evaluates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("mit",)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39314" y="5211267"/>
            <a:ext cx="4183379" cy="868680"/>
          </a:xfrm>
          <a:prstGeom prst="rect">
            <a:avLst/>
          </a:prstGeom>
        </p:spPr>
        <p:txBody>
          <a:bodyPr vert="horz" wrap="square" lIns="0" tIns="128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sz="2000" dirty="0">
                <a:latin typeface="Wingdings"/>
                <a:cs typeface="Wingdings"/>
              </a:rPr>
              <a:t>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libri"/>
                <a:cs typeface="Calibri"/>
              </a:rPr>
              <a:t>slice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tuple,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evaluates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("mit",3)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19"/>
              </a:spcBef>
            </a:pPr>
            <a:r>
              <a:rPr sz="2000" dirty="0">
                <a:latin typeface="Wingdings"/>
                <a:cs typeface="Wingdings"/>
              </a:rPr>
              <a:t>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alibri"/>
                <a:cs typeface="Calibri"/>
              </a:rPr>
              <a:t>evaluates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3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15060" y="6170929"/>
            <a:ext cx="504507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536700" algn="l"/>
              </a:tabLst>
            </a:pPr>
            <a:r>
              <a:rPr sz="2000" dirty="0">
                <a:latin typeface="Courier New"/>
                <a:cs typeface="Courier New"/>
              </a:rPr>
              <a:t>t[1]</a:t>
            </a:r>
            <a:r>
              <a:rPr sz="2000" spc="-3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=</a:t>
            </a:r>
            <a:r>
              <a:rPr sz="2000" spc="-30" dirty="0">
                <a:latin typeface="Courier New"/>
                <a:cs typeface="Courier New"/>
              </a:rPr>
              <a:t> </a:t>
            </a:r>
            <a:r>
              <a:rPr sz="2000" spc="-50" dirty="0">
                <a:latin typeface="Courier New"/>
                <a:cs typeface="Courier New"/>
              </a:rPr>
              <a:t>4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dirty="0">
                <a:latin typeface="Wingdings"/>
                <a:cs typeface="Wingdings"/>
              </a:rPr>
              <a:t></a:t>
            </a:r>
            <a:r>
              <a:rPr sz="2000" spc="-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libri"/>
                <a:cs typeface="Calibri"/>
              </a:rPr>
              <a:t>gives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30" dirty="0">
                <a:latin typeface="Calibri"/>
                <a:cs typeface="Calibri"/>
              </a:rPr>
              <a:t>error,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can’t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modify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object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355460" y="4830698"/>
            <a:ext cx="342900" cy="459740"/>
          </a:xfrm>
          <a:custGeom>
            <a:avLst/>
            <a:gdLst/>
            <a:ahLst/>
            <a:cxnLst/>
            <a:rect l="l" t="t" r="r" b="b"/>
            <a:pathLst>
              <a:path w="342900" h="459739">
                <a:moveTo>
                  <a:pt x="0" y="459485"/>
                </a:moveTo>
                <a:lnTo>
                  <a:pt x="342900" y="459485"/>
                </a:lnTo>
                <a:lnTo>
                  <a:pt x="342900" y="0"/>
                </a:lnTo>
                <a:lnTo>
                  <a:pt x="0" y="0"/>
                </a:lnTo>
                <a:lnTo>
                  <a:pt x="0" y="459485"/>
                </a:lnTo>
                <a:close/>
              </a:path>
            </a:pathLst>
          </a:custGeom>
          <a:ln w="160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45452" y="4973192"/>
            <a:ext cx="1727199" cy="1103782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88991" y="2254757"/>
            <a:ext cx="2571749" cy="981329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1867280" y="3175635"/>
            <a:ext cx="486409" cy="459105"/>
          </a:xfrm>
          <a:custGeom>
            <a:avLst/>
            <a:gdLst/>
            <a:ahLst/>
            <a:cxnLst/>
            <a:rect l="l" t="t" r="r" b="b"/>
            <a:pathLst>
              <a:path w="486410" h="459104">
                <a:moveTo>
                  <a:pt x="0" y="458723"/>
                </a:moveTo>
                <a:lnTo>
                  <a:pt x="486156" y="458723"/>
                </a:lnTo>
                <a:lnTo>
                  <a:pt x="486156" y="0"/>
                </a:lnTo>
                <a:lnTo>
                  <a:pt x="0" y="0"/>
                </a:lnTo>
                <a:lnTo>
                  <a:pt x="0" y="458723"/>
                </a:lnTo>
                <a:close/>
              </a:path>
            </a:pathLst>
          </a:custGeom>
          <a:ln w="160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71800" y="3092830"/>
            <a:ext cx="561467" cy="591820"/>
          </a:xfrm>
          <a:prstGeom prst="rect">
            <a:avLst/>
          </a:prstGeom>
        </p:spPr>
      </p:pic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25" dirty="0"/>
              <a:t>48</a:t>
            </a:fld>
            <a:endParaRPr spc="-25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926846"/>
            <a:ext cx="181102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TUPLES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0259" y="1786382"/>
            <a:ext cx="587883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7490" indent="-224790">
              <a:lnSpc>
                <a:spcPct val="100000"/>
              </a:lnSpc>
              <a:spcBef>
                <a:spcPts val="100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sz="2600" spc="-10" dirty="0">
                <a:latin typeface="Calibri"/>
                <a:cs typeface="Calibri"/>
              </a:rPr>
              <a:t>conveniently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used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swap</a:t>
            </a:r>
            <a:r>
              <a:rPr sz="2600" b="1" spc="-6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variable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values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15060" y="2180539"/>
            <a:ext cx="787400" cy="869950"/>
          </a:xfrm>
          <a:prstGeom prst="rect">
            <a:avLst/>
          </a:prstGeom>
        </p:spPr>
        <p:txBody>
          <a:bodyPr vert="horz" wrap="square" lIns="0" tIns="130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25"/>
              </a:spcBef>
            </a:pPr>
            <a:r>
              <a:rPr sz="2000" dirty="0">
                <a:latin typeface="Courier New"/>
                <a:cs typeface="Courier New"/>
              </a:rPr>
              <a:t>x</a:t>
            </a:r>
            <a:r>
              <a:rPr sz="2000" spc="-1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=</a:t>
            </a:r>
            <a:r>
              <a:rPr sz="2000" spc="-10" dirty="0">
                <a:latin typeface="Courier New"/>
                <a:cs typeface="Courier New"/>
              </a:rPr>
              <a:t> </a:t>
            </a:r>
            <a:r>
              <a:rPr sz="2000" spc="-60" dirty="0">
                <a:latin typeface="Courier New"/>
                <a:cs typeface="Courier New"/>
              </a:rPr>
              <a:t>y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19"/>
              </a:spcBef>
            </a:pPr>
            <a:r>
              <a:rPr sz="2000" dirty="0">
                <a:latin typeface="Courier New"/>
                <a:cs typeface="Courier New"/>
              </a:rPr>
              <a:t>y</a:t>
            </a:r>
            <a:r>
              <a:rPr sz="2000" spc="-1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=</a:t>
            </a:r>
            <a:r>
              <a:rPr sz="2000" spc="-10" dirty="0">
                <a:latin typeface="Courier New"/>
                <a:cs typeface="Courier New"/>
              </a:rPr>
              <a:t> </a:t>
            </a:r>
            <a:r>
              <a:rPr sz="2000" spc="-60" dirty="0">
                <a:latin typeface="Courier New"/>
                <a:cs typeface="Courier New"/>
              </a:rPr>
              <a:t>x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53714" y="2180539"/>
            <a:ext cx="1244600" cy="1291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8500"/>
              </a:lnSpc>
              <a:spcBef>
                <a:spcPts val="100"/>
              </a:spcBef>
            </a:pPr>
            <a:r>
              <a:rPr sz="2000" dirty="0">
                <a:latin typeface="Courier New"/>
                <a:cs typeface="Courier New"/>
              </a:rPr>
              <a:t>temp</a:t>
            </a:r>
            <a:r>
              <a:rPr sz="2000" spc="-3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=</a:t>
            </a:r>
            <a:r>
              <a:rPr sz="2000" spc="-30" dirty="0">
                <a:latin typeface="Courier New"/>
                <a:cs typeface="Courier New"/>
              </a:rPr>
              <a:t> </a:t>
            </a:r>
            <a:r>
              <a:rPr sz="2000" spc="-50" dirty="0">
                <a:latin typeface="Courier New"/>
                <a:cs typeface="Courier New"/>
              </a:rPr>
              <a:t>x </a:t>
            </a:r>
            <a:r>
              <a:rPr sz="2000" dirty="0">
                <a:latin typeface="Courier New"/>
                <a:cs typeface="Courier New"/>
              </a:rPr>
              <a:t>x</a:t>
            </a:r>
            <a:r>
              <a:rPr sz="2000" spc="-1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=</a:t>
            </a:r>
            <a:r>
              <a:rPr sz="2000" spc="-10" dirty="0">
                <a:latin typeface="Courier New"/>
                <a:cs typeface="Courier New"/>
              </a:rPr>
              <a:t> </a:t>
            </a:r>
            <a:r>
              <a:rPr sz="2000" spc="-60" dirty="0">
                <a:latin typeface="Courier New"/>
                <a:cs typeface="Courier New"/>
              </a:rPr>
              <a:t>y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sz="2000" dirty="0">
                <a:latin typeface="Courier New"/>
                <a:cs typeface="Courier New"/>
              </a:rPr>
              <a:t>y</a:t>
            </a:r>
            <a:r>
              <a:rPr sz="2000" spc="-1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=</a:t>
            </a:r>
            <a:r>
              <a:rPr sz="2000" spc="-1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temp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97167" y="2298192"/>
            <a:ext cx="23114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Courier New"/>
                <a:cs typeface="Courier New"/>
              </a:rPr>
              <a:t>(x,</a:t>
            </a:r>
            <a:r>
              <a:rPr sz="2000" spc="-3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y)</a:t>
            </a:r>
            <a:r>
              <a:rPr sz="2000" spc="-2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=</a:t>
            </a:r>
            <a:r>
              <a:rPr sz="2000" spc="-3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(y,</a:t>
            </a:r>
            <a:r>
              <a:rPr sz="2000" spc="-25" dirty="0">
                <a:latin typeface="Courier New"/>
                <a:cs typeface="Courier New"/>
              </a:rPr>
              <a:t> x)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10259" y="3395345"/>
            <a:ext cx="7258684" cy="2679700"/>
          </a:xfrm>
          <a:prstGeom prst="rect">
            <a:avLst/>
          </a:prstGeom>
        </p:spPr>
        <p:txBody>
          <a:bodyPr vert="horz" wrap="square" lIns="0" tIns="163195" rIns="0" bIns="0" rtlCol="0">
            <a:spAutoFit/>
          </a:bodyPr>
          <a:lstStyle/>
          <a:p>
            <a:pPr marL="237490" indent="-224790">
              <a:lnSpc>
                <a:spcPct val="100000"/>
              </a:lnSpc>
              <a:spcBef>
                <a:spcPts val="1285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sz="2600" dirty="0">
                <a:latin typeface="Calibri"/>
                <a:cs typeface="Calibri"/>
              </a:rPr>
              <a:t>used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return</a:t>
            </a:r>
            <a:r>
              <a:rPr sz="2600" b="1" spc="-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more</a:t>
            </a:r>
            <a:r>
              <a:rPr sz="2600" b="1" spc="-6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than</a:t>
            </a:r>
            <a:r>
              <a:rPr sz="2600" b="1" spc="-6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one</a:t>
            </a:r>
            <a:r>
              <a:rPr sz="2600" b="1" spc="-5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value</a:t>
            </a:r>
            <a:r>
              <a:rPr sz="2600" b="1" spc="-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from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function</a:t>
            </a:r>
            <a:endParaRPr sz="2600">
              <a:latin typeface="Calibri"/>
              <a:cs typeface="Calibri"/>
            </a:endParaRPr>
          </a:p>
          <a:p>
            <a:pPr marL="317500">
              <a:lnSpc>
                <a:spcPct val="100000"/>
              </a:lnSpc>
              <a:spcBef>
                <a:spcPts val="910"/>
              </a:spcBef>
            </a:pPr>
            <a:r>
              <a:rPr sz="2000" dirty="0">
                <a:latin typeface="Courier New"/>
                <a:cs typeface="Courier New"/>
              </a:rPr>
              <a:t>def</a:t>
            </a:r>
            <a:r>
              <a:rPr sz="2000" spc="-17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quotient_and_remainder(x,</a:t>
            </a:r>
            <a:r>
              <a:rPr sz="2000" spc="-170" dirty="0">
                <a:latin typeface="Courier New"/>
                <a:cs typeface="Courier New"/>
              </a:rPr>
              <a:t> </a:t>
            </a:r>
            <a:r>
              <a:rPr sz="2000" spc="-25" dirty="0">
                <a:latin typeface="Courier New"/>
                <a:cs typeface="Courier New"/>
              </a:rPr>
              <a:t>y):</a:t>
            </a:r>
            <a:endParaRPr sz="20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  <a:spcBef>
                <a:spcPts val="919"/>
              </a:spcBef>
            </a:pPr>
            <a:r>
              <a:rPr sz="2000" dirty="0">
                <a:latin typeface="Courier New"/>
                <a:cs typeface="Courier New"/>
              </a:rPr>
              <a:t>q</a:t>
            </a:r>
            <a:r>
              <a:rPr sz="2000" spc="-1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=</a:t>
            </a:r>
            <a:r>
              <a:rPr sz="2000" spc="-1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x</a:t>
            </a:r>
            <a:r>
              <a:rPr sz="2000" spc="-1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//</a:t>
            </a:r>
            <a:r>
              <a:rPr sz="2000" spc="-15" dirty="0">
                <a:latin typeface="Courier New"/>
                <a:cs typeface="Courier New"/>
              </a:rPr>
              <a:t> </a:t>
            </a:r>
            <a:r>
              <a:rPr sz="2000" spc="-50" dirty="0">
                <a:latin typeface="Courier New"/>
                <a:cs typeface="Courier New"/>
              </a:rPr>
              <a:t>y</a:t>
            </a:r>
            <a:endParaRPr sz="2000">
              <a:latin typeface="Courier New"/>
              <a:cs typeface="Courier New"/>
            </a:endParaRPr>
          </a:p>
          <a:p>
            <a:pPr marL="927100" marR="4341495">
              <a:lnSpc>
                <a:spcPts val="3320"/>
              </a:lnSpc>
              <a:spcBef>
                <a:spcPts val="265"/>
              </a:spcBef>
            </a:pPr>
            <a:r>
              <a:rPr sz="2000" dirty="0">
                <a:latin typeface="Courier New"/>
                <a:cs typeface="Courier New"/>
              </a:rPr>
              <a:t>r</a:t>
            </a:r>
            <a:r>
              <a:rPr sz="2000" spc="-1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=</a:t>
            </a:r>
            <a:r>
              <a:rPr sz="2000" spc="-1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x</a:t>
            </a:r>
            <a:r>
              <a:rPr sz="2000" spc="-1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%</a:t>
            </a:r>
            <a:r>
              <a:rPr sz="2000" spc="-10" dirty="0">
                <a:latin typeface="Courier New"/>
                <a:cs typeface="Courier New"/>
              </a:rPr>
              <a:t> </a:t>
            </a:r>
            <a:r>
              <a:rPr sz="2000" spc="-50" dirty="0">
                <a:latin typeface="Courier New"/>
                <a:cs typeface="Courier New"/>
              </a:rPr>
              <a:t>y </a:t>
            </a:r>
            <a:r>
              <a:rPr sz="2000" dirty="0">
                <a:latin typeface="Courier New"/>
                <a:cs typeface="Courier New"/>
              </a:rPr>
              <a:t>return</a:t>
            </a:r>
            <a:r>
              <a:rPr sz="2000" spc="-5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(q,</a:t>
            </a:r>
            <a:r>
              <a:rPr sz="2000" spc="-55" dirty="0">
                <a:latin typeface="Courier New"/>
                <a:cs typeface="Courier New"/>
              </a:rPr>
              <a:t> </a:t>
            </a:r>
            <a:r>
              <a:rPr sz="2000" spc="-25" dirty="0">
                <a:latin typeface="Courier New"/>
                <a:cs typeface="Courier New"/>
              </a:rPr>
              <a:t>r)</a:t>
            </a:r>
            <a:endParaRPr sz="2000">
              <a:latin typeface="Courier New"/>
              <a:cs typeface="Courier New"/>
            </a:endParaRPr>
          </a:p>
          <a:p>
            <a:pPr marL="317500">
              <a:lnSpc>
                <a:spcPct val="100000"/>
              </a:lnSpc>
              <a:spcBef>
                <a:spcPts val="655"/>
              </a:spcBef>
            </a:pPr>
            <a:r>
              <a:rPr sz="2000" dirty="0">
                <a:latin typeface="Courier New"/>
                <a:cs typeface="Courier New"/>
              </a:rPr>
              <a:t>(quot,</a:t>
            </a:r>
            <a:r>
              <a:rPr sz="2000" spc="-4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rem)</a:t>
            </a:r>
            <a:r>
              <a:rPr sz="2000" spc="-4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=</a:t>
            </a:r>
            <a:r>
              <a:rPr sz="2000" spc="-4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quotient_and_remainder(4,5)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809875" y="2256663"/>
            <a:ext cx="13335" cy="1299210"/>
          </a:xfrm>
          <a:custGeom>
            <a:avLst/>
            <a:gdLst/>
            <a:ahLst/>
            <a:cxnLst/>
            <a:rect l="l" t="t" r="r" b="b"/>
            <a:pathLst>
              <a:path w="13335" h="1299210">
                <a:moveTo>
                  <a:pt x="0" y="0"/>
                </a:moveTo>
                <a:lnTo>
                  <a:pt x="13208" y="1298702"/>
                </a:lnTo>
              </a:path>
            </a:pathLst>
          </a:custGeom>
          <a:ln w="12954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2226055" y="2998977"/>
            <a:ext cx="478790" cy="464820"/>
            <a:chOff x="2226055" y="2998977"/>
            <a:chExt cx="478790" cy="464820"/>
          </a:xfrm>
        </p:grpSpPr>
        <p:sp>
          <p:nvSpPr>
            <p:cNvPr id="10" name="object 10"/>
            <p:cNvSpPr/>
            <p:nvPr/>
          </p:nvSpPr>
          <p:spPr>
            <a:xfrm>
              <a:off x="2234056" y="3006978"/>
              <a:ext cx="462915" cy="448945"/>
            </a:xfrm>
            <a:custGeom>
              <a:avLst/>
              <a:gdLst/>
              <a:ahLst/>
              <a:cxnLst/>
              <a:rect l="l" t="t" r="r" b="b"/>
              <a:pathLst>
                <a:path w="462914" h="448945">
                  <a:moveTo>
                    <a:pt x="358013" y="0"/>
                  </a:moveTo>
                  <a:lnTo>
                    <a:pt x="231394" y="119380"/>
                  </a:lnTo>
                  <a:lnTo>
                    <a:pt x="104775" y="0"/>
                  </a:lnTo>
                  <a:lnTo>
                    <a:pt x="0" y="111125"/>
                  </a:lnTo>
                  <a:lnTo>
                    <a:pt x="120014" y="224282"/>
                  </a:lnTo>
                  <a:lnTo>
                    <a:pt x="0" y="337439"/>
                  </a:lnTo>
                  <a:lnTo>
                    <a:pt x="104775" y="448564"/>
                  </a:lnTo>
                  <a:lnTo>
                    <a:pt x="231394" y="329184"/>
                  </a:lnTo>
                  <a:lnTo>
                    <a:pt x="358013" y="448564"/>
                  </a:lnTo>
                  <a:lnTo>
                    <a:pt x="462788" y="337439"/>
                  </a:lnTo>
                  <a:lnTo>
                    <a:pt x="342773" y="224282"/>
                  </a:lnTo>
                  <a:lnTo>
                    <a:pt x="462788" y="111125"/>
                  </a:lnTo>
                  <a:lnTo>
                    <a:pt x="358013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234056" y="3006978"/>
              <a:ext cx="462915" cy="448945"/>
            </a:xfrm>
            <a:custGeom>
              <a:avLst/>
              <a:gdLst/>
              <a:ahLst/>
              <a:cxnLst/>
              <a:rect l="l" t="t" r="r" b="b"/>
              <a:pathLst>
                <a:path w="462914" h="448945">
                  <a:moveTo>
                    <a:pt x="0" y="111125"/>
                  </a:moveTo>
                  <a:lnTo>
                    <a:pt x="104775" y="0"/>
                  </a:lnTo>
                  <a:lnTo>
                    <a:pt x="231394" y="119380"/>
                  </a:lnTo>
                  <a:lnTo>
                    <a:pt x="358013" y="0"/>
                  </a:lnTo>
                  <a:lnTo>
                    <a:pt x="462788" y="111125"/>
                  </a:lnTo>
                  <a:lnTo>
                    <a:pt x="342773" y="224282"/>
                  </a:lnTo>
                  <a:lnTo>
                    <a:pt x="462788" y="337439"/>
                  </a:lnTo>
                  <a:lnTo>
                    <a:pt x="358013" y="448564"/>
                  </a:lnTo>
                  <a:lnTo>
                    <a:pt x="231394" y="329184"/>
                  </a:lnTo>
                  <a:lnTo>
                    <a:pt x="104775" y="448564"/>
                  </a:lnTo>
                  <a:lnTo>
                    <a:pt x="0" y="337439"/>
                  </a:lnTo>
                  <a:lnTo>
                    <a:pt x="120014" y="224282"/>
                  </a:lnTo>
                  <a:lnTo>
                    <a:pt x="0" y="111125"/>
                  </a:lnTo>
                  <a:close/>
                </a:path>
              </a:pathLst>
            </a:custGeom>
            <a:ln w="16001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4930902" y="2250186"/>
            <a:ext cx="683895" cy="1311910"/>
            <a:chOff x="4930902" y="2250186"/>
            <a:chExt cx="683895" cy="1311910"/>
          </a:xfrm>
        </p:grpSpPr>
        <p:sp>
          <p:nvSpPr>
            <p:cNvPr id="13" name="object 13"/>
            <p:cNvSpPr/>
            <p:nvPr/>
          </p:nvSpPr>
          <p:spPr>
            <a:xfrm>
              <a:off x="5594985" y="2256663"/>
              <a:ext cx="13335" cy="1299210"/>
            </a:xfrm>
            <a:custGeom>
              <a:avLst/>
              <a:gdLst/>
              <a:ahLst/>
              <a:cxnLst/>
              <a:rect l="l" t="t" r="r" b="b"/>
              <a:pathLst>
                <a:path w="13335" h="1299210">
                  <a:moveTo>
                    <a:pt x="0" y="0"/>
                  </a:moveTo>
                  <a:lnTo>
                    <a:pt x="13208" y="1298702"/>
                  </a:lnTo>
                </a:path>
              </a:pathLst>
            </a:custGeom>
            <a:ln w="12954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019675" y="3165729"/>
              <a:ext cx="219710" cy="137795"/>
            </a:xfrm>
            <a:custGeom>
              <a:avLst/>
              <a:gdLst/>
              <a:ahLst/>
              <a:cxnLst/>
              <a:rect l="l" t="t" r="r" b="b"/>
              <a:pathLst>
                <a:path w="219710" h="137795">
                  <a:moveTo>
                    <a:pt x="0" y="0"/>
                  </a:moveTo>
                  <a:lnTo>
                    <a:pt x="219583" y="137795"/>
                  </a:lnTo>
                </a:path>
              </a:pathLst>
            </a:custGeom>
            <a:ln w="177546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172075" y="2906648"/>
              <a:ext cx="298450" cy="457200"/>
            </a:xfrm>
            <a:custGeom>
              <a:avLst/>
              <a:gdLst/>
              <a:ahLst/>
              <a:cxnLst/>
              <a:rect l="l" t="t" r="r" b="b"/>
              <a:pathLst>
                <a:path w="298450" h="457200">
                  <a:moveTo>
                    <a:pt x="0" y="457200"/>
                  </a:moveTo>
                  <a:lnTo>
                    <a:pt x="298196" y="0"/>
                  </a:lnTo>
                </a:path>
              </a:pathLst>
            </a:custGeom>
            <a:ln w="177546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7622285" y="2817875"/>
            <a:ext cx="628650" cy="635000"/>
            <a:chOff x="7622285" y="2817875"/>
            <a:chExt cx="628650" cy="635000"/>
          </a:xfrm>
        </p:grpSpPr>
        <p:sp>
          <p:nvSpPr>
            <p:cNvPr id="17" name="object 17"/>
            <p:cNvSpPr/>
            <p:nvPr/>
          </p:nvSpPr>
          <p:spPr>
            <a:xfrm>
              <a:off x="7711058" y="3165728"/>
              <a:ext cx="219710" cy="137795"/>
            </a:xfrm>
            <a:custGeom>
              <a:avLst/>
              <a:gdLst/>
              <a:ahLst/>
              <a:cxnLst/>
              <a:rect l="l" t="t" r="r" b="b"/>
              <a:pathLst>
                <a:path w="219709" h="137795">
                  <a:moveTo>
                    <a:pt x="0" y="0"/>
                  </a:moveTo>
                  <a:lnTo>
                    <a:pt x="219583" y="137795"/>
                  </a:lnTo>
                </a:path>
              </a:pathLst>
            </a:custGeom>
            <a:ln w="177546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863458" y="2906648"/>
              <a:ext cx="298450" cy="457200"/>
            </a:xfrm>
            <a:custGeom>
              <a:avLst/>
              <a:gdLst/>
              <a:ahLst/>
              <a:cxnLst/>
              <a:rect l="l" t="t" r="r" b="b"/>
              <a:pathLst>
                <a:path w="298450" h="457200">
                  <a:moveTo>
                    <a:pt x="0" y="457200"/>
                  </a:moveTo>
                  <a:lnTo>
                    <a:pt x="298196" y="0"/>
                  </a:lnTo>
                </a:path>
              </a:pathLst>
            </a:custGeom>
            <a:ln w="177546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/>
          <p:nvPr/>
        </p:nvSpPr>
        <p:spPr>
          <a:xfrm>
            <a:off x="2602610" y="4461890"/>
            <a:ext cx="410209" cy="459105"/>
          </a:xfrm>
          <a:custGeom>
            <a:avLst/>
            <a:gdLst/>
            <a:ahLst/>
            <a:cxnLst/>
            <a:rect l="l" t="t" r="r" b="b"/>
            <a:pathLst>
              <a:path w="410210" h="459104">
                <a:moveTo>
                  <a:pt x="0" y="458724"/>
                </a:moveTo>
                <a:lnTo>
                  <a:pt x="409956" y="458724"/>
                </a:lnTo>
                <a:lnTo>
                  <a:pt x="409956" y="0"/>
                </a:lnTo>
                <a:lnTo>
                  <a:pt x="0" y="0"/>
                </a:lnTo>
                <a:lnTo>
                  <a:pt x="0" y="458724"/>
                </a:lnTo>
                <a:close/>
              </a:path>
            </a:pathLst>
          </a:custGeom>
          <a:ln w="16001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37127" y="4590669"/>
            <a:ext cx="794511" cy="619251"/>
          </a:xfrm>
          <a:prstGeom prst="rect">
            <a:avLst/>
          </a:prstGeom>
        </p:spPr>
      </p:pic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25" dirty="0"/>
              <a:t>49</a:t>
            </a:fld>
            <a:endParaRPr spc="-25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210565"/>
            <a:ext cx="5125085" cy="681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300" spc="-85" dirty="0"/>
              <a:t>MANIPULATING</a:t>
            </a:r>
            <a:r>
              <a:rPr sz="4300" spc="-135" dirty="0"/>
              <a:t> </a:t>
            </a:r>
            <a:r>
              <a:rPr sz="4300" spc="-10" dirty="0"/>
              <a:t>TUPLES</a:t>
            </a:r>
            <a:endParaRPr sz="4300"/>
          </a:p>
        </p:txBody>
      </p:sp>
      <p:sp>
        <p:nvSpPr>
          <p:cNvPr id="3" name="object 3"/>
          <p:cNvSpPr txBox="1"/>
          <p:nvPr/>
        </p:nvSpPr>
        <p:spPr>
          <a:xfrm>
            <a:off x="810259" y="1756664"/>
            <a:ext cx="327469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7490" indent="-224790">
              <a:lnSpc>
                <a:spcPct val="100000"/>
              </a:lnSpc>
              <a:spcBef>
                <a:spcPts val="100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sz="2600" dirty="0">
                <a:latin typeface="Calibri"/>
                <a:cs typeface="Calibri"/>
              </a:rPr>
              <a:t>can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b="1" spc="-20" dirty="0">
                <a:solidFill>
                  <a:srgbClr val="C00000"/>
                </a:solidFill>
                <a:latin typeface="Calibri"/>
                <a:cs typeface="Calibri"/>
              </a:rPr>
              <a:t>iterate</a:t>
            </a:r>
            <a:r>
              <a:rPr sz="2600" b="1" spc="-6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over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tuples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0259" y="2524505"/>
            <a:ext cx="28930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urier New"/>
                <a:cs typeface="Courier New"/>
              </a:rPr>
              <a:t>def</a:t>
            </a:r>
            <a:r>
              <a:rPr sz="1800" spc="-3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get_data(aTuple):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6613" y="2875026"/>
            <a:ext cx="12560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urier New"/>
                <a:cs typeface="Courier New"/>
              </a:rPr>
              <a:t>nums</a:t>
            </a:r>
            <a:r>
              <a:rPr sz="1800" spc="-4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25" dirty="0">
                <a:latin typeface="Courier New"/>
                <a:cs typeface="Courier New"/>
              </a:rPr>
              <a:t> ()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6613" y="3149346"/>
            <a:ext cx="2347595" cy="107696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800" dirty="0">
                <a:latin typeface="Courier New"/>
                <a:cs typeface="Courier New"/>
              </a:rPr>
              <a:t>words</a:t>
            </a:r>
            <a:r>
              <a:rPr sz="1800" spc="-3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25" dirty="0">
                <a:latin typeface="Courier New"/>
                <a:cs typeface="Courier New"/>
              </a:rPr>
              <a:t> ()</a:t>
            </a:r>
            <a:endParaRPr sz="1800">
              <a:latin typeface="Courier New"/>
              <a:cs typeface="Courier New"/>
            </a:endParaRPr>
          </a:p>
          <a:p>
            <a:pPr marL="558800" marR="5080" indent="-546735">
              <a:lnSpc>
                <a:spcPct val="127800"/>
              </a:lnSpc>
            </a:pPr>
            <a:r>
              <a:rPr sz="1800" dirty="0">
                <a:latin typeface="Courier New"/>
                <a:cs typeface="Courier New"/>
              </a:rPr>
              <a:t>for</a:t>
            </a:r>
            <a:r>
              <a:rPr sz="1800" spc="-2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t</a:t>
            </a:r>
            <a:r>
              <a:rPr sz="1800" spc="-2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in</a:t>
            </a:r>
            <a:r>
              <a:rPr sz="1800" spc="-2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aTuple: </a:t>
            </a:r>
            <a:r>
              <a:rPr sz="1800" dirty="0">
                <a:latin typeface="Courier New"/>
                <a:cs typeface="Courier New"/>
              </a:rPr>
              <a:t>nums</a:t>
            </a:r>
            <a:r>
              <a:rPr sz="1800" spc="-3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3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nums</a:t>
            </a:r>
            <a:r>
              <a:rPr sz="1800" spc="-30" dirty="0">
                <a:latin typeface="Courier New"/>
                <a:cs typeface="Courier New"/>
              </a:rPr>
              <a:t> </a:t>
            </a:r>
            <a:r>
              <a:rPr sz="1800" spc="-50" dirty="0">
                <a:latin typeface="Courier New"/>
                <a:cs typeface="Courier New"/>
              </a:rPr>
              <a:t>+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67709" y="3906392"/>
            <a:ext cx="1228090" cy="364490"/>
          </a:xfrm>
          <a:prstGeom prst="rect">
            <a:avLst/>
          </a:prstGeom>
          <a:ln w="16001">
            <a:solidFill>
              <a:srgbClr val="FF0000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59690">
              <a:lnSpc>
                <a:spcPct val="100000"/>
              </a:lnSpc>
              <a:spcBef>
                <a:spcPts val="254"/>
              </a:spcBef>
            </a:pPr>
            <a:r>
              <a:rPr sz="1800" spc="-10" dirty="0">
                <a:latin typeface="Courier New"/>
                <a:cs typeface="Courier New"/>
              </a:rPr>
              <a:t>(t[0],)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6613" y="4201244"/>
            <a:ext cx="4806315" cy="212852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558800">
              <a:lnSpc>
                <a:spcPct val="100000"/>
              </a:lnSpc>
              <a:spcBef>
                <a:spcPts val="695"/>
              </a:spcBef>
            </a:pPr>
            <a:r>
              <a:rPr sz="1800" dirty="0">
                <a:latin typeface="Courier New"/>
                <a:cs typeface="Courier New"/>
              </a:rPr>
              <a:t>if</a:t>
            </a:r>
            <a:r>
              <a:rPr sz="1800" spc="-3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t[1]</a:t>
            </a:r>
            <a:r>
              <a:rPr sz="1800" spc="-3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not</a:t>
            </a:r>
            <a:r>
              <a:rPr sz="1800" spc="-3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in</a:t>
            </a:r>
            <a:r>
              <a:rPr sz="1800" spc="-2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words:</a:t>
            </a:r>
            <a:endParaRPr sz="1800">
              <a:latin typeface="Courier New"/>
              <a:cs typeface="Courier New"/>
            </a:endParaRPr>
          </a:p>
          <a:p>
            <a:pPr marL="1105535">
              <a:lnSpc>
                <a:spcPct val="100000"/>
              </a:lnSpc>
              <a:spcBef>
                <a:spcPts val="600"/>
              </a:spcBef>
            </a:pPr>
            <a:r>
              <a:rPr sz="1800" dirty="0">
                <a:latin typeface="Courier New"/>
                <a:cs typeface="Courier New"/>
              </a:rPr>
              <a:t>words</a:t>
            </a:r>
            <a:r>
              <a:rPr sz="1800" spc="-3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3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words</a:t>
            </a:r>
            <a:r>
              <a:rPr sz="1800" spc="-3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+</a:t>
            </a:r>
            <a:r>
              <a:rPr sz="1800" spc="-2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(t[1],)</a:t>
            </a:r>
            <a:endParaRPr sz="1800">
              <a:latin typeface="Courier New"/>
              <a:cs typeface="Courier New"/>
            </a:endParaRPr>
          </a:p>
          <a:p>
            <a:pPr marL="12700" marR="2463165">
              <a:lnSpc>
                <a:spcPct val="127800"/>
              </a:lnSpc>
            </a:pPr>
            <a:r>
              <a:rPr sz="1800" dirty="0">
                <a:latin typeface="Courier New"/>
                <a:cs typeface="Courier New"/>
              </a:rPr>
              <a:t>min_n</a:t>
            </a:r>
            <a:r>
              <a:rPr sz="1800" spc="-3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2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min(nums) </a:t>
            </a:r>
            <a:r>
              <a:rPr sz="1800" dirty="0">
                <a:latin typeface="Courier New"/>
                <a:cs typeface="Courier New"/>
              </a:rPr>
              <a:t>max_n</a:t>
            </a:r>
            <a:r>
              <a:rPr sz="1800" spc="-3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2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max(nums)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800" dirty="0">
                <a:latin typeface="Courier New"/>
                <a:cs typeface="Courier New"/>
              </a:rPr>
              <a:t>unique_words</a:t>
            </a:r>
            <a:r>
              <a:rPr sz="1800" spc="-6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6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len(words)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800" dirty="0">
                <a:latin typeface="Courier New"/>
                <a:cs typeface="Courier New"/>
              </a:rPr>
              <a:t>return</a:t>
            </a:r>
            <a:r>
              <a:rPr sz="1800" spc="-7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(min_n,</a:t>
            </a:r>
            <a:r>
              <a:rPr sz="1800" spc="-6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max_n,</a:t>
            </a:r>
            <a:r>
              <a:rPr sz="1800" spc="-6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unique_words)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331339" y="2911220"/>
            <a:ext cx="346075" cy="365125"/>
          </a:xfrm>
          <a:custGeom>
            <a:avLst/>
            <a:gdLst/>
            <a:ahLst/>
            <a:cxnLst/>
            <a:rect l="l" t="t" r="r" b="b"/>
            <a:pathLst>
              <a:path w="346075" h="365125">
                <a:moveTo>
                  <a:pt x="0" y="364998"/>
                </a:moveTo>
                <a:lnTo>
                  <a:pt x="345948" y="364998"/>
                </a:lnTo>
                <a:lnTo>
                  <a:pt x="345948" y="0"/>
                </a:lnTo>
                <a:lnTo>
                  <a:pt x="0" y="0"/>
                </a:lnTo>
                <a:lnTo>
                  <a:pt x="0" y="364998"/>
                </a:lnTo>
                <a:close/>
              </a:path>
            </a:pathLst>
          </a:custGeom>
          <a:ln w="160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5562" y="3169538"/>
            <a:ext cx="1010970" cy="57873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0063" y="4266438"/>
            <a:ext cx="1242695" cy="703707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3091179" y="1016761"/>
            <a:ext cx="612140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latin typeface="Courier New"/>
                <a:cs typeface="Courier New"/>
              </a:rPr>
              <a:t>aTuple:((</a:t>
            </a:r>
            <a:r>
              <a:rPr sz="4000" spc="-35" dirty="0">
                <a:latin typeface="Courier New"/>
                <a:cs typeface="Courier New"/>
              </a:rPr>
              <a:t> </a:t>
            </a:r>
            <a:r>
              <a:rPr sz="4000" dirty="0">
                <a:latin typeface="Courier New"/>
                <a:cs typeface="Courier New"/>
              </a:rPr>
              <a:t>),(</a:t>
            </a:r>
            <a:r>
              <a:rPr sz="4000" spc="-25" dirty="0">
                <a:latin typeface="Courier New"/>
                <a:cs typeface="Courier New"/>
              </a:rPr>
              <a:t> </a:t>
            </a:r>
            <a:r>
              <a:rPr sz="4000" dirty="0">
                <a:latin typeface="Courier New"/>
                <a:cs typeface="Courier New"/>
              </a:rPr>
              <a:t>),(</a:t>
            </a:r>
            <a:r>
              <a:rPr sz="4000" spc="-25" dirty="0">
                <a:latin typeface="Courier New"/>
                <a:cs typeface="Courier New"/>
              </a:rPr>
              <a:t> ))</a:t>
            </a:r>
            <a:endParaRPr sz="4000">
              <a:latin typeface="Courier New"/>
              <a:cs typeface="Courier New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333872" y="807592"/>
            <a:ext cx="3547110" cy="1969770"/>
            <a:chOff x="5333872" y="807592"/>
            <a:chExt cx="3547110" cy="1969770"/>
          </a:xfrm>
        </p:grpSpPr>
        <p:sp>
          <p:nvSpPr>
            <p:cNvPr id="14" name="object 14"/>
            <p:cNvSpPr/>
            <p:nvPr/>
          </p:nvSpPr>
          <p:spPr>
            <a:xfrm>
              <a:off x="5821298" y="1188339"/>
              <a:ext cx="163195" cy="398780"/>
            </a:xfrm>
            <a:custGeom>
              <a:avLst/>
              <a:gdLst/>
              <a:ahLst/>
              <a:cxnLst/>
              <a:rect l="l" t="t" r="r" b="b"/>
              <a:pathLst>
                <a:path w="163195" h="398780">
                  <a:moveTo>
                    <a:pt x="135890" y="0"/>
                  </a:moveTo>
                  <a:lnTo>
                    <a:pt x="27178" y="0"/>
                  </a:lnTo>
                  <a:lnTo>
                    <a:pt x="16609" y="2139"/>
                  </a:lnTo>
                  <a:lnTo>
                    <a:pt x="7969" y="7969"/>
                  </a:lnTo>
                  <a:lnTo>
                    <a:pt x="2139" y="16609"/>
                  </a:lnTo>
                  <a:lnTo>
                    <a:pt x="0" y="27177"/>
                  </a:lnTo>
                  <a:lnTo>
                    <a:pt x="0" y="371347"/>
                  </a:lnTo>
                  <a:lnTo>
                    <a:pt x="2139" y="381916"/>
                  </a:lnTo>
                  <a:lnTo>
                    <a:pt x="7969" y="390556"/>
                  </a:lnTo>
                  <a:lnTo>
                    <a:pt x="16609" y="396386"/>
                  </a:lnTo>
                  <a:lnTo>
                    <a:pt x="27178" y="398525"/>
                  </a:lnTo>
                  <a:lnTo>
                    <a:pt x="135890" y="398525"/>
                  </a:lnTo>
                  <a:lnTo>
                    <a:pt x="146458" y="396386"/>
                  </a:lnTo>
                  <a:lnTo>
                    <a:pt x="155098" y="390556"/>
                  </a:lnTo>
                  <a:lnTo>
                    <a:pt x="160928" y="381916"/>
                  </a:lnTo>
                  <a:lnTo>
                    <a:pt x="163068" y="371347"/>
                  </a:lnTo>
                  <a:lnTo>
                    <a:pt x="163068" y="27177"/>
                  </a:lnTo>
                  <a:lnTo>
                    <a:pt x="160928" y="16609"/>
                  </a:lnTo>
                  <a:lnTo>
                    <a:pt x="155098" y="7969"/>
                  </a:lnTo>
                  <a:lnTo>
                    <a:pt x="146458" y="2139"/>
                  </a:lnTo>
                  <a:lnTo>
                    <a:pt x="135890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821298" y="1188339"/>
              <a:ext cx="163195" cy="398780"/>
            </a:xfrm>
            <a:custGeom>
              <a:avLst/>
              <a:gdLst/>
              <a:ahLst/>
              <a:cxnLst/>
              <a:rect l="l" t="t" r="r" b="b"/>
              <a:pathLst>
                <a:path w="163195" h="398780">
                  <a:moveTo>
                    <a:pt x="0" y="27177"/>
                  </a:moveTo>
                  <a:lnTo>
                    <a:pt x="2139" y="16609"/>
                  </a:lnTo>
                  <a:lnTo>
                    <a:pt x="7969" y="7969"/>
                  </a:lnTo>
                  <a:lnTo>
                    <a:pt x="16609" y="2139"/>
                  </a:lnTo>
                  <a:lnTo>
                    <a:pt x="27178" y="0"/>
                  </a:lnTo>
                  <a:lnTo>
                    <a:pt x="135890" y="0"/>
                  </a:lnTo>
                  <a:lnTo>
                    <a:pt x="146458" y="2139"/>
                  </a:lnTo>
                  <a:lnTo>
                    <a:pt x="155098" y="7969"/>
                  </a:lnTo>
                  <a:lnTo>
                    <a:pt x="160928" y="16609"/>
                  </a:lnTo>
                  <a:lnTo>
                    <a:pt x="163068" y="27177"/>
                  </a:lnTo>
                  <a:lnTo>
                    <a:pt x="163068" y="371347"/>
                  </a:lnTo>
                  <a:lnTo>
                    <a:pt x="160928" y="381916"/>
                  </a:lnTo>
                  <a:lnTo>
                    <a:pt x="155098" y="390556"/>
                  </a:lnTo>
                  <a:lnTo>
                    <a:pt x="146458" y="396386"/>
                  </a:lnTo>
                  <a:lnTo>
                    <a:pt x="135890" y="398525"/>
                  </a:lnTo>
                  <a:lnTo>
                    <a:pt x="27178" y="398525"/>
                  </a:lnTo>
                  <a:lnTo>
                    <a:pt x="16609" y="396386"/>
                  </a:lnTo>
                  <a:lnTo>
                    <a:pt x="7969" y="390556"/>
                  </a:lnTo>
                  <a:lnTo>
                    <a:pt x="2139" y="381916"/>
                  </a:lnTo>
                  <a:lnTo>
                    <a:pt x="0" y="371347"/>
                  </a:lnTo>
                  <a:lnTo>
                    <a:pt x="0" y="27177"/>
                  </a:lnTo>
                  <a:close/>
                </a:path>
              </a:pathLst>
            </a:custGeom>
            <a:ln w="16002">
              <a:solidFill>
                <a:srgbClr val="0013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033640" y="1171574"/>
              <a:ext cx="163195" cy="398780"/>
            </a:xfrm>
            <a:custGeom>
              <a:avLst/>
              <a:gdLst/>
              <a:ahLst/>
              <a:cxnLst/>
              <a:rect l="l" t="t" r="r" b="b"/>
              <a:pathLst>
                <a:path w="163195" h="398780">
                  <a:moveTo>
                    <a:pt x="135890" y="0"/>
                  </a:moveTo>
                  <a:lnTo>
                    <a:pt x="27178" y="0"/>
                  </a:lnTo>
                  <a:lnTo>
                    <a:pt x="16609" y="2139"/>
                  </a:lnTo>
                  <a:lnTo>
                    <a:pt x="7969" y="7969"/>
                  </a:lnTo>
                  <a:lnTo>
                    <a:pt x="2139" y="16609"/>
                  </a:lnTo>
                  <a:lnTo>
                    <a:pt x="0" y="27177"/>
                  </a:lnTo>
                  <a:lnTo>
                    <a:pt x="0" y="371347"/>
                  </a:lnTo>
                  <a:lnTo>
                    <a:pt x="2139" y="381916"/>
                  </a:lnTo>
                  <a:lnTo>
                    <a:pt x="7969" y="390556"/>
                  </a:lnTo>
                  <a:lnTo>
                    <a:pt x="16609" y="396386"/>
                  </a:lnTo>
                  <a:lnTo>
                    <a:pt x="27178" y="398525"/>
                  </a:lnTo>
                  <a:lnTo>
                    <a:pt x="135890" y="398525"/>
                  </a:lnTo>
                  <a:lnTo>
                    <a:pt x="146458" y="396386"/>
                  </a:lnTo>
                  <a:lnTo>
                    <a:pt x="155098" y="390556"/>
                  </a:lnTo>
                  <a:lnTo>
                    <a:pt x="160928" y="381916"/>
                  </a:lnTo>
                  <a:lnTo>
                    <a:pt x="163068" y="371347"/>
                  </a:lnTo>
                  <a:lnTo>
                    <a:pt x="163068" y="27177"/>
                  </a:lnTo>
                  <a:lnTo>
                    <a:pt x="160928" y="16609"/>
                  </a:lnTo>
                  <a:lnTo>
                    <a:pt x="155098" y="7969"/>
                  </a:lnTo>
                  <a:lnTo>
                    <a:pt x="146458" y="2139"/>
                  </a:lnTo>
                  <a:lnTo>
                    <a:pt x="135890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033640" y="1171574"/>
              <a:ext cx="163195" cy="398780"/>
            </a:xfrm>
            <a:custGeom>
              <a:avLst/>
              <a:gdLst/>
              <a:ahLst/>
              <a:cxnLst/>
              <a:rect l="l" t="t" r="r" b="b"/>
              <a:pathLst>
                <a:path w="163195" h="398780">
                  <a:moveTo>
                    <a:pt x="0" y="27177"/>
                  </a:moveTo>
                  <a:lnTo>
                    <a:pt x="2139" y="16609"/>
                  </a:lnTo>
                  <a:lnTo>
                    <a:pt x="7969" y="7969"/>
                  </a:lnTo>
                  <a:lnTo>
                    <a:pt x="16609" y="2139"/>
                  </a:lnTo>
                  <a:lnTo>
                    <a:pt x="27178" y="0"/>
                  </a:lnTo>
                  <a:lnTo>
                    <a:pt x="135890" y="0"/>
                  </a:lnTo>
                  <a:lnTo>
                    <a:pt x="146458" y="2139"/>
                  </a:lnTo>
                  <a:lnTo>
                    <a:pt x="155098" y="7969"/>
                  </a:lnTo>
                  <a:lnTo>
                    <a:pt x="160928" y="16609"/>
                  </a:lnTo>
                  <a:lnTo>
                    <a:pt x="163068" y="27177"/>
                  </a:lnTo>
                  <a:lnTo>
                    <a:pt x="163068" y="371347"/>
                  </a:lnTo>
                  <a:lnTo>
                    <a:pt x="160928" y="381916"/>
                  </a:lnTo>
                  <a:lnTo>
                    <a:pt x="155098" y="390556"/>
                  </a:lnTo>
                  <a:lnTo>
                    <a:pt x="146458" y="396386"/>
                  </a:lnTo>
                  <a:lnTo>
                    <a:pt x="135890" y="398525"/>
                  </a:lnTo>
                  <a:lnTo>
                    <a:pt x="27178" y="398525"/>
                  </a:lnTo>
                  <a:lnTo>
                    <a:pt x="16609" y="396386"/>
                  </a:lnTo>
                  <a:lnTo>
                    <a:pt x="7969" y="390556"/>
                  </a:lnTo>
                  <a:lnTo>
                    <a:pt x="2139" y="381916"/>
                  </a:lnTo>
                  <a:lnTo>
                    <a:pt x="0" y="371347"/>
                  </a:lnTo>
                  <a:lnTo>
                    <a:pt x="0" y="27177"/>
                  </a:lnTo>
                  <a:close/>
                </a:path>
              </a:pathLst>
            </a:custGeom>
            <a:ln w="16002">
              <a:solidFill>
                <a:srgbClr val="0013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258936" y="1188338"/>
              <a:ext cx="163830" cy="398780"/>
            </a:xfrm>
            <a:custGeom>
              <a:avLst/>
              <a:gdLst/>
              <a:ahLst/>
              <a:cxnLst/>
              <a:rect l="l" t="t" r="r" b="b"/>
              <a:pathLst>
                <a:path w="163829" h="398780">
                  <a:moveTo>
                    <a:pt x="136525" y="0"/>
                  </a:moveTo>
                  <a:lnTo>
                    <a:pt x="27305" y="0"/>
                  </a:lnTo>
                  <a:lnTo>
                    <a:pt x="16662" y="2141"/>
                  </a:lnTo>
                  <a:lnTo>
                    <a:pt x="7985" y="7985"/>
                  </a:lnTo>
                  <a:lnTo>
                    <a:pt x="2141" y="16662"/>
                  </a:lnTo>
                  <a:lnTo>
                    <a:pt x="0" y="27304"/>
                  </a:lnTo>
                  <a:lnTo>
                    <a:pt x="0" y="371220"/>
                  </a:lnTo>
                  <a:lnTo>
                    <a:pt x="2141" y="381863"/>
                  </a:lnTo>
                  <a:lnTo>
                    <a:pt x="7985" y="390540"/>
                  </a:lnTo>
                  <a:lnTo>
                    <a:pt x="16662" y="396384"/>
                  </a:lnTo>
                  <a:lnTo>
                    <a:pt x="27305" y="398525"/>
                  </a:lnTo>
                  <a:lnTo>
                    <a:pt x="136525" y="398525"/>
                  </a:lnTo>
                  <a:lnTo>
                    <a:pt x="147167" y="396384"/>
                  </a:lnTo>
                  <a:lnTo>
                    <a:pt x="155844" y="390540"/>
                  </a:lnTo>
                  <a:lnTo>
                    <a:pt x="161688" y="381863"/>
                  </a:lnTo>
                  <a:lnTo>
                    <a:pt x="163830" y="371220"/>
                  </a:lnTo>
                  <a:lnTo>
                    <a:pt x="163830" y="27304"/>
                  </a:lnTo>
                  <a:lnTo>
                    <a:pt x="161688" y="16662"/>
                  </a:lnTo>
                  <a:lnTo>
                    <a:pt x="155844" y="7985"/>
                  </a:lnTo>
                  <a:lnTo>
                    <a:pt x="147167" y="2141"/>
                  </a:lnTo>
                  <a:lnTo>
                    <a:pt x="136525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258936" y="1188338"/>
              <a:ext cx="163830" cy="398780"/>
            </a:xfrm>
            <a:custGeom>
              <a:avLst/>
              <a:gdLst/>
              <a:ahLst/>
              <a:cxnLst/>
              <a:rect l="l" t="t" r="r" b="b"/>
              <a:pathLst>
                <a:path w="163829" h="398780">
                  <a:moveTo>
                    <a:pt x="0" y="27304"/>
                  </a:moveTo>
                  <a:lnTo>
                    <a:pt x="2141" y="16662"/>
                  </a:lnTo>
                  <a:lnTo>
                    <a:pt x="7985" y="7985"/>
                  </a:lnTo>
                  <a:lnTo>
                    <a:pt x="16662" y="2141"/>
                  </a:lnTo>
                  <a:lnTo>
                    <a:pt x="27305" y="0"/>
                  </a:lnTo>
                  <a:lnTo>
                    <a:pt x="136525" y="0"/>
                  </a:lnTo>
                  <a:lnTo>
                    <a:pt x="147167" y="2141"/>
                  </a:lnTo>
                  <a:lnTo>
                    <a:pt x="155844" y="7985"/>
                  </a:lnTo>
                  <a:lnTo>
                    <a:pt x="161688" y="16662"/>
                  </a:lnTo>
                  <a:lnTo>
                    <a:pt x="163830" y="27304"/>
                  </a:lnTo>
                  <a:lnTo>
                    <a:pt x="163830" y="371220"/>
                  </a:lnTo>
                  <a:lnTo>
                    <a:pt x="161688" y="381863"/>
                  </a:lnTo>
                  <a:lnTo>
                    <a:pt x="155844" y="390540"/>
                  </a:lnTo>
                  <a:lnTo>
                    <a:pt x="147167" y="396384"/>
                  </a:lnTo>
                  <a:lnTo>
                    <a:pt x="136525" y="398525"/>
                  </a:lnTo>
                  <a:lnTo>
                    <a:pt x="27305" y="398525"/>
                  </a:lnTo>
                  <a:lnTo>
                    <a:pt x="16662" y="396384"/>
                  </a:lnTo>
                  <a:lnTo>
                    <a:pt x="7985" y="390540"/>
                  </a:lnTo>
                  <a:lnTo>
                    <a:pt x="2141" y="381863"/>
                  </a:lnTo>
                  <a:lnTo>
                    <a:pt x="0" y="371220"/>
                  </a:lnTo>
                  <a:lnTo>
                    <a:pt x="0" y="27304"/>
                  </a:lnTo>
                  <a:close/>
                </a:path>
              </a:pathLst>
            </a:custGeom>
            <a:ln w="16002">
              <a:solidFill>
                <a:srgbClr val="0013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253858" y="1171574"/>
              <a:ext cx="163830" cy="398780"/>
            </a:xfrm>
            <a:custGeom>
              <a:avLst/>
              <a:gdLst/>
              <a:ahLst/>
              <a:cxnLst/>
              <a:rect l="l" t="t" r="r" b="b"/>
              <a:pathLst>
                <a:path w="163829" h="398780">
                  <a:moveTo>
                    <a:pt x="136525" y="0"/>
                  </a:moveTo>
                  <a:lnTo>
                    <a:pt x="27305" y="0"/>
                  </a:lnTo>
                  <a:lnTo>
                    <a:pt x="16662" y="2141"/>
                  </a:lnTo>
                  <a:lnTo>
                    <a:pt x="7985" y="7985"/>
                  </a:lnTo>
                  <a:lnTo>
                    <a:pt x="2141" y="16662"/>
                  </a:lnTo>
                  <a:lnTo>
                    <a:pt x="0" y="27304"/>
                  </a:lnTo>
                  <a:lnTo>
                    <a:pt x="0" y="371220"/>
                  </a:lnTo>
                  <a:lnTo>
                    <a:pt x="2141" y="381863"/>
                  </a:lnTo>
                  <a:lnTo>
                    <a:pt x="7985" y="390540"/>
                  </a:lnTo>
                  <a:lnTo>
                    <a:pt x="16662" y="396384"/>
                  </a:lnTo>
                  <a:lnTo>
                    <a:pt x="27305" y="398525"/>
                  </a:lnTo>
                  <a:lnTo>
                    <a:pt x="136525" y="398525"/>
                  </a:lnTo>
                  <a:lnTo>
                    <a:pt x="147167" y="396384"/>
                  </a:lnTo>
                  <a:lnTo>
                    <a:pt x="155844" y="390540"/>
                  </a:lnTo>
                  <a:lnTo>
                    <a:pt x="161688" y="381863"/>
                  </a:lnTo>
                  <a:lnTo>
                    <a:pt x="163830" y="371220"/>
                  </a:lnTo>
                  <a:lnTo>
                    <a:pt x="163830" y="27304"/>
                  </a:lnTo>
                  <a:lnTo>
                    <a:pt x="161688" y="16662"/>
                  </a:lnTo>
                  <a:lnTo>
                    <a:pt x="155844" y="7985"/>
                  </a:lnTo>
                  <a:lnTo>
                    <a:pt x="147167" y="2141"/>
                  </a:lnTo>
                  <a:lnTo>
                    <a:pt x="136525" y="0"/>
                  </a:lnTo>
                  <a:close/>
                </a:path>
              </a:pathLst>
            </a:custGeom>
            <a:solidFill>
              <a:srgbClr val="9437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253858" y="1171574"/>
              <a:ext cx="163830" cy="398780"/>
            </a:xfrm>
            <a:custGeom>
              <a:avLst/>
              <a:gdLst/>
              <a:ahLst/>
              <a:cxnLst/>
              <a:rect l="l" t="t" r="r" b="b"/>
              <a:pathLst>
                <a:path w="163829" h="398780">
                  <a:moveTo>
                    <a:pt x="0" y="27304"/>
                  </a:moveTo>
                  <a:lnTo>
                    <a:pt x="2141" y="16662"/>
                  </a:lnTo>
                  <a:lnTo>
                    <a:pt x="7985" y="7985"/>
                  </a:lnTo>
                  <a:lnTo>
                    <a:pt x="16662" y="2141"/>
                  </a:lnTo>
                  <a:lnTo>
                    <a:pt x="27305" y="0"/>
                  </a:lnTo>
                  <a:lnTo>
                    <a:pt x="136525" y="0"/>
                  </a:lnTo>
                  <a:lnTo>
                    <a:pt x="147167" y="2141"/>
                  </a:lnTo>
                  <a:lnTo>
                    <a:pt x="155844" y="7985"/>
                  </a:lnTo>
                  <a:lnTo>
                    <a:pt x="161688" y="16662"/>
                  </a:lnTo>
                  <a:lnTo>
                    <a:pt x="163830" y="27304"/>
                  </a:lnTo>
                  <a:lnTo>
                    <a:pt x="163830" y="371220"/>
                  </a:lnTo>
                  <a:lnTo>
                    <a:pt x="161688" y="381863"/>
                  </a:lnTo>
                  <a:lnTo>
                    <a:pt x="155844" y="390540"/>
                  </a:lnTo>
                  <a:lnTo>
                    <a:pt x="147167" y="396384"/>
                  </a:lnTo>
                  <a:lnTo>
                    <a:pt x="136525" y="398525"/>
                  </a:lnTo>
                  <a:lnTo>
                    <a:pt x="27305" y="398525"/>
                  </a:lnTo>
                  <a:lnTo>
                    <a:pt x="16662" y="396384"/>
                  </a:lnTo>
                  <a:lnTo>
                    <a:pt x="7985" y="390540"/>
                  </a:lnTo>
                  <a:lnTo>
                    <a:pt x="2141" y="381863"/>
                  </a:lnTo>
                  <a:lnTo>
                    <a:pt x="0" y="371220"/>
                  </a:lnTo>
                  <a:lnTo>
                    <a:pt x="0" y="27304"/>
                  </a:lnTo>
                  <a:close/>
                </a:path>
              </a:pathLst>
            </a:custGeom>
            <a:ln w="16002">
              <a:solidFill>
                <a:srgbClr val="6C252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479154" y="1188338"/>
              <a:ext cx="163830" cy="398780"/>
            </a:xfrm>
            <a:custGeom>
              <a:avLst/>
              <a:gdLst/>
              <a:ahLst/>
              <a:cxnLst/>
              <a:rect l="l" t="t" r="r" b="b"/>
              <a:pathLst>
                <a:path w="163829" h="398780">
                  <a:moveTo>
                    <a:pt x="136525" y="0"/>
                  </a:moveTo>
                  <a:lnTo>
                    <a:pt x="27305" y="0"/>
                  </a:lnTo>
                  <a:lnTo>
                    <a:pt x="16662" y="2141"/>
                  </a:lnTo>
                  <a:lnTo>
                    <a:pt x="7985" y="7985"/>
                  </a:lnTo>
                  <a:lnTo>
                    <a:pt x="2141" y="16662"/>
                  </a:lnTo>
                  <a:lnTo>
                    <a:pt x="0" y="27304"/>
                  </a:lnTo>
                  <a:lnTo>
                    <a:pt x="0" y="371220"/>
                  </a:lnTo>
                  <a:lnTo>
                    <a:pt x="2141" y="381863"/>
                  </a:lnTo>
                  <a:lnTo>
                    <a:pt x="7985" y="390540"/>
                  </a:lnTo>
                  <a:lnTo>
                    <a:pt x="16662" y="396384"/>
                  </a:lnTo>
                  <a:lnTo>
                    <a:pt x="27305" y="398525"/>
                  </a:lnTo>
                  <a:lnTo>
                    <a:pt x="136525" y="398525"/>
                  </a:lnTo>
                  <a:lnTo>
                    <a:pt x="147167" y="396384"/>
                  </a:lnTo>
                  <a:lnTo>
                    <a:pt x="155844" y="390540"/>
                  </a:lnTo>
                  <a:lnTo>
                    <a:pt x="161688" y="381863"/>
                  </a:lnTo>
                  <a:lnTo>
                    <a:pt x="163830" y="371220"/>
                  </a:lnTo>
                  <a:lnTo>
                    <a:pt x="163830" y="27304"/>
                  </a:lnTo>
                  <a:lnTo>
                    <a:pt x="161688" y="16662"/>
                  </a:lnTo>
                  <a:lnTo>
                    <a:pt x="155844" y="7985"/>
                  </a:lnTo>
                  <a:lnTo>
                    <a:pt x="147167" y="2141"/>
                  </a:lnTo>
                  <a:lnTo>
                    <a:pt x="136525" y="0"/>
                  </a:lnTo>
                  <a:close/>
                </a:path>
              </a:pathLst>
            </a:custGeom>
            <a:solidFill>
              <a:srgbClr val="9437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33515" y="807592"/>
              <a:ext cx="699515" cy="78727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8479154" y="1188338"/>
              <a:ext cx="163830" cy="398780"/>
            </a:xfrm>
            <a:custGeom>
              <a:avLst/>
              <a:gdLst/>
              <a:ahLst/>
              <a:cxnLst/>
              <a:rect l="l" t="t" r="r" b="b"/>
              <a:pathLst>
                <a:path w="163829" h="398780">
                  <a:moveTo>
                    <a:pt x="0" y="27304"/>
                  </a:moveTo>
                  <a:lnTo>
                    <a:pt x="2141" y="16662"/>
                  </a:lnTo>
                  <a:lnTo>
                    <a:pt x="7985" y="7985"/>
                  </a:lnTo>
                  <a:lnTo>
                    <a:pt x="16662" y="2141"/>
                  </a:lnTo>
                  <a:lnTo>
                    <a:pt x="27305" y="0"/>
                  </a:lnTo>
                  <a:lnTo>
                    <a:pt x="136525" y="0"/>
                  </a:lnTo>
                  <a:lnTo>
                    <a:pt x="147167" y="2141"/>
                  </a:lnTo>
                  <a:lnTo>
                    <a:pt x="155844" y="7985"/>
                  </a:lnTo>
                  <a:lnTo>
                    <a:pt x="161688" y="16662"/>
                  </a:lnTo>
                  <a:lnTo>
                    <a:pt x="163830" y="27304"/>
                  </a:lnTo>
                  <a:lnTo>
                    <a:pt x="163830" y="371220"/>
                  </a:lnTo>
                  <a:lnTo>
                    <a:pt x="161688" y="381863"/>
                  </a:lnTo>
                  <a:lnTo>
                    <a:pt x="155844" y="390540"/>
                  </a:lnTo>
                  <a:lnTo>
                    <a:pt x="147167" y="396384"/>
                  </a:lnTo>
                  <a:lnTo>
                    <a:pt x="136525" y="398525"/>
                  </a:lnTo>
                  <a:lnTo>
                    <a:pt x="27305" y="398525"/>
                  </a:lnTo>
                  <a:lnTo>
                    <a:pt x="16662" y="396384"/>
                  </a:lnTo>
                  <a:lnTo>
                    <a:pt x="7985" y="390540"/>
                  </a:lnTo>
                  <a:lnTo>
                    <a:pt x="2141" y="381863"/>
                  </a:lnTo>
                  <a:lnTo>
                    <a:pt x="0" y="371220"/>
                  </a:lnTo>
                  <a:lnTo>
                    <a:pt x="0" y="27304"/>
                  </a:lnTo>
                  <a:close/>
                </a:path>
              </a:pathLst>
            </a:custGeom>
            <a:ln w="16002">
              <a:solidFill>
                <a:srgbClr val="6C252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755512" y="873124"/>
              <a:ext cx="333375" cy="227329"/>
            </a:xfrm>
            <a:custGeom>
              <a:avLst/>
              <a:gdLst/>
              <a:ahLst/>
              <a:cxnLst/>
              <a:rect l="l" t="t" r="r" b="b"/>
              <a:pathLst>
                <a:path w="333375" h="227330">
                  <a:moveTo>
                    <a:pt x="36448" y="128270"/>
                  </a:moveTo>
                  <a:lnTo>
                    <a:pt x="29590" y="128270"/>
                  </a:lnTo>
                  <a:lnTo>
                    <a:pt x="28320" y="129540"/>
                  </a:lnTo>
                  <a:lnTo>
                    <a:pt x="26669" y="129540"/>
                  </a:lnTo>
                  <a:lnTo>
                    <a:pt x="25018" y="130810"/>
                  </a:lnTo>
                  <a:lnTo>
                    <a:pt x="22732" y="132080"/>
                  </a:lnTo>
                  <a:lnTo>
                    <a:pt x="21716" y="133350"/>
                  </a:lnTo>
                  <a:lnTo>
                    <a:pt x="20573" y="134620"/>
                  </a:lnTo>
                  <a:lnTo>
                    <a:pt x="19811" y="134620"/>
                  </a:lnTo>
                  <a:lnTo>
                    <a:pt x="19811" y="137160"/>
                  </a:lnTo>
                  <a:lnTo>
                    <a:pt x="66547" y="227330"/>
                  </a:lnTo>
                  <a:lnTo>
                    <a:pt x="73024" y="227330"/>
                  </a:lnTo>
                  <a:lnTo>
                    <a:pt x="74421" y="226060"/>
                  </a:lnTo>
                  <a:lnTo>
                    <a:pt x="75945" y="224790"/>
                  </a:lnTo>
                  <a:lnTo>
                    <a:pt x="77596" y="224790"/>
                  </a:lnTo>
                  <a:lnTo>
                    <a:pt x="78993" y="223520"/>
                  </a:lnTo>
                  <a:lnTo>
                    <a:pt x="80009" y="223520"/>
                  </a:lnTo>
                  <a:lnTo>
                    <a:pt x="80898" y="222250"/>
                  </a:lnTo>
                  <a:lnTo>
                    <a:pt x="81660" y="222250"/>
                  </a:lnTo>
                  <a:lnTo>
                    <a:pt x="82549" y="220980"/>
                  </a:lnTo>
                  <a:lnTo>
                    <a:pt x="82676" y="218440"/>
                  </a:lnTo>
                  <a:lnTo>
                    <a:pt x="36448" y="128270"/>
                  </a:lnTo>
                  <a:close/>
                </a:path>
                <a:path w="333375" h="227330">
                  <a:moveTo>
                    <a:pt x="80898" y="104140"/>
                  </a:moveTo>
                  <a:lnTo>
                    <a:pt x="76326" y="104140"/>
                  </a:lnTo>
                  <a:lnTo>
                    <a:pt x="75310" y="105410"/>
                  </a:lnTo>
                  <a:lnTo>
                    <a:pt x="74040" y="105410"/>
                  </a:lnTo>
                  <a:lnTo>
                    <a:pt x="72643" y="106680"/>
                  </a:lnTo>
                  <a:lnTo>
                    <a:pt x="71119" y="106680"/>
                  </a:lnTo>
                  <a:lnTo>
                    <a:pt x="69849" y="107950"/>
                  </a:lnTo>
                  <a:lnTo>
                    <a:pt x="68960" y="107950"/>
                  </a:lnTo>
                  <a:lnTo>
                    <a:pt x="68198" y="109220"/>
                  </a:lnTo>
                  <a:lnTo>
                    <a:pt x="67436" y="109220"/>
                  </a:lnTo>
                  <a:lnTo>
                    <a:pt x="67055" y="110490"/>
                  </a:lnTo>
                  <a:lnTo>
                    <a:pt x="66420" y="110490"/>
                  </a:lnTo>
                  <a:lnTo>
                    <a:pt x="66420" y="112005"/>
                  </a:lnTo>
                  <a:lnTo>
                    <a:pt x="112902" y="201930"/>
                  </a:lnTo>
                  <a:lnTo>
                    <a:pt x="113283" y="203200"/>
                  </a:lnTo>
                  <a:lnTo>
                    <a:pt x="118617" y="203200"/>
                  </a:lnTo>
                  <a:lnTo>
                    <a:pt x="119760" y="201930"/>
                  </a:lnTo>
                  <a:lnTo>
                    <a:pt x="121030" y="201930"/>
                  </a:lnTo>
                  <a:lnTo>
                    <a:pt x="122681" y="200660"/>
                  </a:lnTo>
                  <a:lnTo>
                    <a:pt x="124332" y="200660"/>
                  </a:lnTo>
                  <a:lnTo>
                    <a:pt x="126618" y="199390"/>
                  </a:lnTo>
                  <a:lnTo>
                    <a:pt x="127634" y="198120"/>
                  </a:lnTo>
                  <a:lnTo>
                    <a:pt x="128396" y="198120"/>
                  </a:lnTo>
                  <a:lnTo>
                    <a:pt x="128777" y="196850"/>
                  </a:lnTo>
                  <a:lnTo>
                    <a:pt x="129285" y="196850"/>
                  </a:lnTo>
                  <a:lnTo>
                    <a:pt x="129539" y="195580"/>
                  </a:lnTo>
                  <a:lnTo>
                    <a:pt x="129666" y="194310"/>
                  </a:lnTo>
                  <a:lnTo>
                    <a:pt x="97027" y="130810"/>
                  </a:lnTo>
                  <a:lnTo>
                    <a:pt x="98551" y="123190"/>
                  </a:lnTo>
                  <a:lnTo>
                    <a:pt x="100710" y="116840"/>
                  </a:lnTo>
                  <a:lnTo>
                    <a:pt x="87629" y="116840"/>
                  </a:lnTo>
                  <a:lnTo>
                    <a:pt x="81279" y="105410"/>
                  </a:lnTo>
                  <a:lnTo>
                    <a:pt x="80898" y="104140"/>
                  </a:lnTo>
                  <a:close/>
                </a:path>
                <a:path w="333375" h="227330">
                  <a:moveTo>
                    <a:pt x="177926" y="171450"/>
                  </a:moveTo>
                  <a:lnTo>
                    <a:pt x="174497" y="171450"/>
                  </a:lnTo>
                  <a:lnTo>
                    <a:pt x="175005" y="172720"/>
                  </a:lnTo>
                  <a:lnTo>
                    <a:pt x="177037" y="172720"/>
                  </a:lnTo>
                  <a:lnTo>
                    <a:pt x="177926" y="171450"/>
                  </a:lnTo>
                  <a:close/>
                </a:path>
                <a:path w="333375" h="227330">
                  <a:moveTo>
                    <a:pt x="156654" y="99060"/>
                  </a:moveTo>
                  <a:lnTo>
                    <a:pt x="128523" y="99060"/>
                  </a:lnTo>
                  <a:lnTo>
                    <a:pt x="131190" y="100330"/>
                  </a:lnTo>
                  <a:lnTo>
                    <a:pt x="133857" y="102870"/>
                  </a:lnTo>
                  <a:lnTo>
                    <a:pt x="173481" y="171450"/>
                  </a:lnTo>
                  <a:lnTo>
                    <a:pt x="180212" y="171450"/>
                  </a:lnTo>
                  <a:lnTo>
                    <a:pt x="181609" y="170180"/>
                  </a:lnTo>
                  <a:lnTo>
                    <a:pt x="183260" y="170180"/>
                  </a:lnTo>
                  <a:lnTo>
                    <a:pt x="184784" y="168910"/>
                  </a:lnTo>
                  <a:lnTo>
                    <a:pt x="186054" y="167640"/>
                  </a:lnTo>
                  <a:lnTo>
                    <a:pt x="187070" y="167640"/>
                  </a:lnTo>
                  <a:lnTo>
                    <a:pt x="188086" y="166370"/>
                  </a:lnTo>
                  <a:lnTo>
                    <a:pt x="188848" y="166370"/>
                  </a:lnTo>
                  <a:lnTo>
                    <a:pt x="189737" y="165100"/>
                  </a:lnTo>
                  <a:lnTo>
                    <a:pt x="189991" y="165100"/>
                  </a:lnTo>
                  <a:lnTo>
                    <a:pt x="190118" y="163830"/>
                  </a:lnTo>
                  <a:lnTo>
                    <a:pt x="189991" y="162560"/>
                  </a:lnTo>
                  <a:lnTo>
                    <a:pt x="189737" y="162560"/>
                  </a:lnTo>
                  <a:lnTo>
                    <a:pt x="161543" y="107950"/>
                  </a:lnTo>
                  <a:lnTo>
                    <a:pt x="158368" y="101600"/>
                  </a:lnTo>
                  <a:lnTo>
                    <a:pt x="156654" y="99060"/>
                  </a:lnTo>
                  <a:close/>
                </a:path>
                <a:path w="333375" h="227330">
                  <a:moveTo>
                    <a:pt x="179323" y="24130"/>
                  </a:moveTo>
                  <a:lnTo>
                    <a:pt x="171322" y="24130"/>
                  </a:lnTo>
                  <a:lnTo>
                    <a:pt x="169671" y="25400"/>
                  </a:lnTo>
                  <a:lnTo>
                    <a:pt x="168147" y="26670"/>
                  </a:lnTo>
                  <a:lnTo>
                    <a:pt x="166750" y="26670"/>
                  </a:lnTo>
                  <a:lnTo>
                    <a:pt x="165861" y="27940"/>
                  </a:lnTo>
                  <a:lnTo>
                    <a:pt x="164845" y="27940"/>
                  </a:lnTo>
                  <a:lnTo>
                    <a:pt x="164083" y="29210"/>
                  </a:lnTo>
                  <a:lnTo>
                    <a:pt x="163575" y="29210"/>
                  </a:lnTo>
                  <a:lnTo>
                    <a:pt x="163194" y="30480"/>
                  </a:lnTo>
                  <a:lnTo>
                    <a:pt x="162940" y="30480"/>
                  </a:lnTo>
                  <a:lnTo>
                    <a:pt x="162813" y="31750"/>
                  </a:lnTo>
                  <a:lnTo>
                    <a:pt x="162940" y="33020"/>
                  </a:lnTo>
                  <a:lnTo>
                    <a:pt x="174116" y="54610"/>
                  </a:lnTo>
                  <a:lnTo>
                    <a:pt x="161289" y="60960"/>
                  </a:lnTo>
                  <a:lnTo>
                    <a:pt x="160781" y="60960"/>
                  </a:lnTo>
                  <a:lnTo>
                    <a:pt x="160527" y="62230"/>
                  </a:lnTo>
                  <a:lnTo>
                    <a:pt x="160019" y="62230"/>
                  </a:lnTo>
                  <a:lnTo>
                    <a:pt x="160273" y="64770"/>
                  </a:lnTo>
                  <a:lnTo>
                    <a:pt x="160781" y="67310"/>
                  </a:lnTo>
                  <a:lnTo>
                    <a:pt x="181228" y="67310"/>
                  </a:lnTo>
                  <a:lnTo>
                    <a:pt x="208152" y="119380"/>
                  </a:lnTo>
                  <a:lnTo>
                    <a:pt x="210819" y="124460"/>
                  </a:lnTo>
                  <a:lnTo>
                    <a:pt x="213613" y="129540"/>
                  </a:lnTo>
                  <a:lnTo>
                    <a:pt x="216534" y="132080"/>
                  </a:lnTo>
                  <a:lnTo>
                    <a:pt x="219582" y="135890"/>
                  </a:lnTo>
                  <a:lnTo>
                    <a:pt x="222630" y="138430"/>
                  </a:lnTo>
                  <a:lnTo>
                    <a:pt x="229488" y="140970"/>
                  </a:lnTo>
                  <a:lnTo>
                    <a:pt x="241045" y="140970"/>
                  </a:lnTo>
                  <a:lnTo>
                    <a:pt x="245363" y="138430"/>
                  </a:lnTo>
                  <a:lnTo>
                    <a:pt x="249935" y="137160"/>
                  </a:lnTo>
                  <a:lnTo>
                    <a:pt x="251459" y="135890"/>
                  </a:lnTo>
                  <a:lnTo>
                    <a:pt x="252856" y="134620"/>
                  </a:lnTo>
                  <a:lnTo>
                    <a:pt x="254380" y="133350"/>
                  </a:lnTo>
                  <a:lnTo>
                    <a:pt x="255777" y="133350"/>
                  </a:lnTo>
                  <a:lnTo>
                    <a:pt x="258317" y="130810"/>
                  </a:lnTo>
                  <a:lnTo>
                    <a:pt x="259460" y="129540"/>
                  </a:lnTo>
                  <a:lnTo>
                    <a:pt x="260476" y="129540"/>
                  </a:lnTo>
                  <a:lnTo>
                    <a:pt x="261238" y="128270"/>
                  </a:lnTo>
                  <a:lnTo>
                    <a:pt x="262127" y="127000"/>
                  </a:lnTo>
                  <a:lnTo>
                    <a:pt x="262635" y="125730"/>
                  </a:lnTo>
                  <a:lnTo>
                    <a:pt x="262889" y="125730"/>
                  </a:lnTo>
                  <a:lnTo>
                    <a:pt x="263143" y="124460"/>
                  </a:lnTo>
                  <a:lnTo>
                    <a:pt x="263143" y="123190"/>
                  </a:lnTo>
                  <a:lnTo>
                    <a:pt x="236727" y="123190"/>
                  </a:lnTo>
                  <a:lnTo>
                    <a:pt x="233298" y="121920"/>
                  </a:lnTo>
                  <a:lnTo>
                    <a:pt x="229869" y="119380"/>
                  </a:lnTo>
                  <a:lnTo>
                    <a:pt x="226567" y="115570"/>
                  </a:lnTo>
                  <a:lnTo>
                    <a:pt x="197611" y="59690"/>
                  </a:lnTo>
                  <a:lnTo>
                    <a:pt x="220471" y="46990"/>
                  </a:lnTo>
                  <a:lnTo>
                    <a:pt x="221487" y="46990"/>
                  </a:lnTo>
                  <a:lnTo>
                    <a:pt x="221995" y="45720"/>
                  </a:lnTo>
                  <a:lnTo>
                    <a:pt x="190499" y="45720"/>
                  </a:lnTo>
                  <a:lnTo>
                    <a:pt x="179323" y="24130"/>
                  </a:lnTo>
                  <a:close/>
                </a:path>
                <a:path w="333375" h="227330">
                  <a:moveTo>
                    <a:pt x="34924" y="127000"/>
                  </a:moveTo>
                  <a:lnTo>
                    <a:pt x="31876" y="127000"/>
                  </a:lnTo>
                  <a:lnTo>
                    <a:pt x="30733" y="128270"/>
                  </a:lnTo>
                  <a:lnTo>
                    <a:pt x="35305" y="128270"/>
                  </a:lnTo>
                  <a:lnTo>
                    <a:pt x="34924" y="127000"/>
                  </a:lnTo>
                  <a:close/>
                </a:path>
                <a:path w="333375" h="227330">
                  <a:moveTo>
                    <a:pt x="256920" y="111760"/>
                  </a:moveTo>
                  <a:lnTo>
                    <a:pt x="255777" y="111760"/>
                  </a:lnTo>
                  <a:lnTo>
                    <a:pt x="255396" y="113030"/>
                  </a:lnTo>
                  <a:lnTo>
                    <a:pt x="254380" y="113030"/>
                  </a:lnTo>
                  <a:lnTo>
                    <a:pt x="252729" y="115570"/>
                  </a:lnTo>
                  <a:lnTo>
                    <a:pt x="251967" y="115570"/>
                  </a:lnTo>
                  <a:lnTo>
                    <a:pt x="251205" y="116840"/>
                  </a:lnTo>
                  <a:lnTo>
                    <a:pt x="250316" y="118110"/>
                  </a:lnTo>
                  <a:lnTo>
                    <a:pt x="249300" y="118110"/>
                  </a:lnTo>
                  <a:lnTo>
                    <a:pt x="248284" y="119380"/>
                  </a:lnTo>
                  <a:lnTo>
                    <a:pt x="245490" y="120650"/>
                  </a:lnTo>
                  <a:lnTo>
                    <a:pt x="240791" y="123190"/>
                  </a:lnTo>
                  <a:lnTo>
                    <a:pt x="263143" y="123190"/>
                  </a:lnTo>
                  <a:lnTo>
                    <a:pt x="262762" y="121920"/>
                  </a:lnTo>
                  <a:lnTo>
                    <a:pt x="262508" y="120650"/>
                  </a:lnTo>
                  <a:lnTo>
                    <a:pt x="261873" y="119380"/>
                  </a:lnTo>
                  <a:lnTo>
                    <a:pt x="260857" y="116840"/>
                  </a:lnTo>
                  <a:lnTo>
                    <a:pt x="260222" y="116840"/>
                  </a:lnTo>
                  <a:lnTo>
                    <a:pt x="259587" y="115570"/>
                  </a:lnTo>
                  <a:lnTo>
                    <a:pt x="258571" y="114300"/>
                  </a:lnTo>
                  <a:lnTo>
                    <a:pt x="257301" y="113030"/>
                  </a:lnTo>
                  <a:lnTo>
                    <a:pt x="256994" y="112005"/>
                  </a:lnTo>
                  <a:lnTo>
                    <a:pt x="256920" y="111760"/>
                  </a:lnTo>
                  <a:close/>
                </a:path>
                <a:path w="333375" h="227330">
                  <a:moveTo>
                    <a:pt x="131063" y="80010"/>
                  </a:moveTo>
                  <a:lnTo>
                    <a:pt x="125983" y="80010"/>
                  </a:lnTo>
                  <a:lnTo>
                    <a:pt x="120776" y="81280"/>
                  </a:lnTo>
                  <a:lnTo>
                    <a:pt x="115315" y="82550"/>
                  </a:lnTo>
                  <a:lnTo>
                    <a:pt x="87629" y="116840"/>
                  </a:lnTo>
                  <a:lnTo>
                    <a:pt x="100710" y="116840"/>
                  </a:lnTo>
                  <a:lnTo>
                    <a:pt x="103128" y="112005"/>
                  </a:lnTo>
                  <a:lnTo>
                    <a:pt x="105917" y="106680"/>
                  </a:lnTo>
                  <a:lnTo>
                    <a:pt x="109219" y="102870"/>
                  </a:lnTo>
                  <a:lnTo>
                    <a:pt x="113283" y="101600"/>
                  </a:lnTo>
                  <a:lnTo>
                    <a:pt x="116458" y="99060"/>
                  </a:lnTo>
                  <a:lnTo>
                    <a:pt x="156654" y="99060"/>
                  </a:lnTo>
                  <a:lnTo>
                    <a:pt x="154939" y="96520"/>
                  </a:lnTo>
                  <a:lnTo>
                    <a:pt x="148081" y="88900"/>
                  </a:lnTo>
                  <a:lnTo>
                    <a:pt x="144271" y="85090"/>
                  </a:lnTo>
                  <a:lnTo>
                    <a:pt x="139953" y="83820"/>
                  </a:lnTo>
                  <a:lnTo>
                    <a:pt x="135762" y="81280"/>
                  </a:lnTo>
                  <a:lnTo>
                    <a:pt x="131063" y="80010"/>
                  </a:lnTo>
                  <a:close/>
                </a:path>
                <a:path w="333375" h="227330">
                  <a:moveTo>
                    <a:pt x="14477" y="90170"/>
                  </a:moveTo>
                  <a:lnTo>
                    <a:pt x="11556" y="91440"/>
                  </a:lnTo>
                  <a:lnTo>
                    <a:pt x="7619" y="92710"/>
                  </a:lnTo>
                  <a:lnTo>
                    <a:pt x="3809" y="95250"/>
                  </a:lnTo>
                  <a:lnTo>
                    <a:pt x="1396" y="97790"/>
                  </a:lnTo>
                  <a:lnTo>
                    <a:pt x="761" y="99060"/>
                  </a:lnTo>
                  <a:lnTo>
                    <a:pt x="0" y="101600"/>
                  </a:lnTo>
                  <a:lnTo>
                    <a:pt x="634" y="104140"/>
                  </a:lnTo>
                  <a:lnTo>
                    <a:pt x="2539" y="107950"/>
                  </a:lnTo>
                  <a:lnTo>
                    <a:pt x="4571" y="111760"/>
                  </a:lnTo>
                  <a:lnTo>
                    <a:pt x="6603" y="114300"/>
                  </a:lnTo>
                  <a:lnTo>
                    <a:pt x="8635" y="115570"/>
                  </a:lnTo>
                  <a:lnTo>
                    <a:pt x="13842" y="115570"/>
                  </a:lnTo>
                  <a:lnTo>
                    <a:pt x="17652" y="113030"/>
                  </a:lnTo>
                  <a:lnTo>
                    <a:pt x="21589" y="110490"/>
                  </a:lnTo>
                  <a:lnTo>
                    <a:pt x="23875" y="109220"/>
                  </a:lnTo>
                  <a:lnTo>
                    <a:pt x="24637" y="106680"/>
                  </a:lnTo>
                  <a:lnTo>
                    <a:pt x="25272" y="104140"/>
                  </a:lnTo>
                  <a:lnTo>
                    <a:pt x="24637" y="101600"/>
                  </a:lnTo>
                  <a:lnTo>
                    <a:pt x="22732" y="97790"/>
                  </a:lnTo>
                  <a:lnTo>
                    <a:pt x="20700" y="93980"/>
                  </a:lnTo>
                  <a:lnTo>
                    <a:pt x="18668" y="91440"/>
                  </a:lnTo>
                  <a:lnTo>
                    <a:pt x="16636" y="91440"/>
                  </a:lnTo>
                  <a:lnTo>
                    <a:pt x="14477" y="90170"/>
                  </a:lnTo>
                  <a:close/>
                </a:path>
                <a:path w="333375" h="227330">
                  <a:moveTo>
                    <a:pt x="293242" y="111760"/>
                  </a:moveTo>
                  <a:lnTo>
                    <a:pt x="277875" y="111760"/>
                  </a:lnTo>
                  <a:lnTo>
                    <a:pt x="279018" y="113030"/>
                  </a:lnTo>
                  <a:lnTo>
                    <a:pt x="287908" y="113030"/>
                  </a:lnTo>
                  <a:lnTo>
                    <a:pt x="293242" y="111760"/>
                  </a:lnTo>
                  <a:close/>
                </a:path>
                <a:path w="333375" h="227330">
                  <a:moveTo>
                    <a:pt x="330136" y="62230"/>
                  </a:moveTo>
                  <a:lnTo>
                    <a:pt x="306069" y="62230"/>
                  </a:lnTo>
                  <a:lnTo>
                    <a:pt x="310387" y="64770"/>
                  </a:lnTo>
                  <a:lnTo>
                    <a:pt x="312165" y="67310"/>
                  </a:lnTo>
                  <a:lnTo>
                    <a:pt x="315340" y="73660"/>
                  </a:lnTo>
                  <a:lnTo>
                    <a:pt x="315467" y="78740"/>
                  </a:lnTo>
                  <a:lnTo>
                    <a:pt x="314959" y="81280"/>
                  </a:lnTo>
                  <a:lnTo>
                    <a:pt x="313816" y="82550"/>
                  </a:lnTo>
                  <a:lnTo>
                    <a:pt x="312800" y="85090"/>
                  </a:lnTo>
                  <a:lnTo>
                    <a:pt x="311276" y="86360"/>
                  </a:lnTo>
                  <a:lnTo>
                    <a:pt x="307466" y="90170"/>
                  </a:lnTo>
                  <a:lnTo>
                    <a:pt x="305053" y="91440"/>
                  </a:lnTo>
                  <a:lnTo>
                    <a:pt x="302259" y="92710"/>
                  </a:lnTo>
                  <a:lnTo>
                    <a:pt x="298576" y="95250"/>
                  </a:lnTo>
                  <a:lnTo>
                    <a:pt x="295147" y="96520"/>
                  </a:lnTo>
                  <a:lnTo>
                    <a:pt x="291845" y="96520"/>
                  </a:lnTo>
                  <a:lnTo>
                    <a:pt x="288543" y="97790"/>
                  </a:lnTo>
                  <a:lnTo>
                    <a:pt x="271779" y="97790"/>
                  </a:lnTo>
                  <a:lnTo>
                    <a:pt x="271398" y="99060"/>
                  </a:lnTo>
                  <a:lnTo>
                    <a:pt x="270890" y="99060"/>
                  </a:lnTo>
                  <a:lnTo>
                    <a:pt x="271017" y="101600"/>
                  </a:lnTo>
                  <a:lnTo>
                    <a:pt x="271525" y="102870"/>
                  </a:lnTo>
                  <a:lnTo>
                    <a:pt x="271779" y="104140"/>
                  </a:lnTo>
                  <a:lnTo>
                    <a:pt x="272287" y="105410"/>
                  </a:lnTo>
                  <a:lnTo>
                    <a:pt x="273938" y="107950"/>
                  </a:lnTo>
                  <a:lnTo>
                    <a:pt x="275970" y="110490"/>
                  </a:lnTo>
                  <a:lnTo>
                    <a:pt x="276859" y="111760"/>
                  </a:lnTo>
                  <a:lnTo>
                    <a:pt x="296163" y="111760"/>
                  </a:lnTo>
                  <a:lnTo>
                    <a:pt x="302513" y="109220"/>
                  </a:lnTo>
                  <a:lnTo>
                    <a:pt x="305561" y="107950"/>
                  </a:lnTo>
                  <a:lnTo>
                    <a:pt x="308736" y="106680"/>
                  </a:lnTo>
                  <a:lnTo>
                    <a:pt x="313943" y="104140"/>
                  </a:lnTo>
                  <a:lnTo>
                    <a:pt x="318388" y="100330"/>
                  </a:lnTo>
                  <a:lnTo>
                    <a:pt x="321944" y="97790"/>
                  </a:lnTo>
                  <a:lnTo>
                    <a:pt x="332866" y="77470"/>
                  </a:lnTo>
                  <a:lnTo>
                    <a:pt x="332739" y="73660"/>
                  </a:lnTo>
                  <a:lnTo>
                    <a:pt x="332676" y="71120"/>
                  </a:lnTo>
                  <a:lnTo>
                    <a:pt x="332612" y="68580"/>
                  </a:lnTo>
                  <a:lnTo>
                    <a:pt x="331342" y="64770"/>
                  </a:lnTo>
                  <a:lnTo>
                    <a:pt x="330136" y="62230"/>
                  </a:lnTo>
                  <a:close/>
                </a:path>
                <a:path w="333375" h="227330">
                  <a:moveTo>
                    <a:pt x="181228" y="67310"/>
                  </a:moveTo>
                  <a:lnTo>
                    <a:pt x="161289" y="67310"/>
                  </a:lnTo>
                  <a:lnTo>
                    <a:pt x="163194" y="71120"/>
                  </a:lnTo>
                  <a:lnTo>
                    <a:pt x="164337" y="73660"/>
                  </a:lnTo>
                  <a:lnTo>
                    <a:pt x="166623" y="74930"/>
                  </a:lnTo>
                  <a:lnTo>
                    <a:pt x="167766" y="74930"/>
                  </a:lnTo>
                  <a:lnTo>
                    <a:pt x="168655" y="73660"/>
                  </a:lnTo>
                  <a:lnTo>
                    <a:pt x="181228" y="67310"/>
                  </a:lnTo>
                  <a:close/>
                </a:path>
                <a:path w="333375" h="227330">
                  <a:moveTo>
                    <a:pt x="292734" y="1270"/>
                  </a:moveTo>
                  <a:lnTo>
                    <a:pt x="272033" y="1270"/>
                  </a:lnTo>
                  <a:lnTo>
                    <a:pt x="269366" y="2540"/>
                  </a:lnTo>
                  <a:lnTo>
                    <a:pt x="264540" y="5080"/>
                  </a:lnTo>
                  <a:lnTo>
                    <a:pt x="259079" y="7620"/>
                  </a:lnTo>
                  <a:lnTo>
                    <a:pt x="254761" y="11430"/>
                  </a:lnTo>
                  <a:lnTo>
                    <a:pt x="248157" y="17780"/>
                  </a:lnTo>
                  <a:lnTo>
                    <a:pt x="245744" y="21590"/>
                  </a:lnTo>
                  <a:lnTo>
                    <a:pt x="244347" y="25400"/>
                  </a:lnTo>
                  <a:lnTo>
                    <a:pt x="242823" y="29210"/>
                  </a:lnTo>
                  <a:lnTo>
                    <a:pt x="242485" y="31750"/>
                  </a:lnTo>
                  <a:lnTo>
                    <a:pt x="242569" y="36830"/>
                  </a:lnTo>
                  <a:lnTo>
                    <a:pt x="242739" y="39370"/>
                  </a:lnTo>
                  <a:lnTo>
                    <a:pt x="265048" y="63500"/>
                  </a:lnTo>
                  <a:lnTo>
                    <a:pt x="278510" y="63500"/>
                  </a:lnTo>
                  <a:lnTo>
                    <a:pt x="285368" y="62230"/>
                  </a:lnTo>
                  <a:lnTo>
                    <a:pt x="330136" y="62230"/>
                  </a:lnTo>
                  <a:lnTo>
                    <a:pt x="328929" y="59690"/>
                  </a:lnTo>
                  <a:lnTo>
                    <a:pt x="326897" y="55880"/>
                  </a:lnTo>
                  <a:lnTo>
                    <a:pt x="324611" y="53340"/>
                  </a:lnTo>
                  <a:lnTo>
                    <a:pt x="321817" y="50800"/>
                  </a:lnTo>
                  <a:lnTo>
                    <a:pt x="319150" y="48260"/>
                  </a:lnTo>
                  <a:lnTo>
                    <a:pt x="316229" y="46990"/>
                  </a:lnTo>
                  <a:lnTo>
                    <a:pt x="271017" y="46990"/>
                  </a:lnTo>
                  <a:lnTo>
                    <a:pt x="268477" y="45720"/>
                  </a:lnTo>
                  <a:lnTo>
                    <a:pt x="266318" y="44450"/>
                  </a:lnTo>
                  <a:lnTo>
                    <a:pt x="264032" y="43180"/>
                  </a:lnTo>
                  <a:lnTo>
                    <a:pt x="262254" y="41910"/>
                  </a:lnTo>
                  <a:lnTo>
                    <a:pt x="260984" y="39370"/>
                  </a:lnTo>
                  <a:lnTo>
                    <a:pt x="259460" y="35560"/>
                  </a:lnTo>
                  <a:lnTo>
                    <a:pt x="259460" y="29210"/>
                  </a:lnTo>
                  <a:lnTo>
                    <a:pt x="260222" y="27940"/>
                  </a:lnTo>
                  <a:lnTo>
                    <a:pt x="260984" y="25400"/>
                  </a:lnTo>
                  <a:lnTo>
                    <a:pt x="262254" y="24130"/>
                  </a:lnTo>
                  <a:lnTo>
                    <a:pt x="264032" y="22860"/>
                  </a:lnTo>
                  <a:lnTo>
                    <a:pt x="265810" y="20320"/>
                  </a:lnTo>
                  <a:lnTo>
                    <a:pt x="268096" y="19050"/>
                  </a:lnTo>
                  <a:lnTo>
                    <a:pt x="270890" y="17780"/>
                  </a:lnTo>
                  <a:lnTo>
                    <a:pt x="274065" y="16510"/>
                  </a:lnTo>
                  <a:lnTo>
                    <a:pt x="276986" y="15240"/>
                  </a:lnTo>
                  <a:lnTo>
                    <a:pt x="282574" y="13970"/>
                  </a:lnTo>
                  <a:lnTo>
                    <a:pt x="296036" y="13970"/>
                  </a:lnTo>
                  <a:lnTo>
                    <a:pt x="296417" y="12700"/>
                  </a:lnTo>
                  <a:lnTo>
                    <a:pt x="296925" y="12700"/>
                  </a:lnTo>
                  <a:lnTo>
                    <a:pt x="297179" y="11430"/>
                  </a:lnTo>
                  <a:lnTo>
                    <a:pt x="296925" y="10160"/>
                  </a:lnTo>
                  <a:lnTo>
                    <a:pt x="296544" y="8890"/>
                  </a:lnTo>
                  <a:lnTo>
                    <a:pt x="296290" y="7620"/>
                  </a:lnTo>
                  <a:lnTo>
                    <a:pt x="295274" y="5080"/>
                  </a:lnTo>
                  <a:lnTo>
                    <a:pt x="294639" y="5080"/>
                  </a:lnTo>
                  <a:lnTo>
                    <a:pt x="293623" y="2540"/>
                  </a:lnTo>
                  <a:lnTo>
                    <a:pt x="293242" y="2540"/>
                  </a:lnTo>
                  <a:lnTo>
                    <a:pt x="292734" y="1270"/>
                  </a:lnTo>
                  <a:close/>
                </a:path>
                <a:path w="333375" h="227330">
                  <a:moveTo>
                    <a:pt x="306577" y="44450"/>
                  </a:moveTo>
                  <a:lnTo>
                    <a:pt x="299719" y="44450"/>
                  </a:lnTo>
                  <a:lnTo>
                    <a:pt x="292861" y="45720"/>
                  </a:lnTo>
                  <a:lnTo>
                    <a:pt x="286130" y="45720"/>
                  </a:lnTo>
                  <a:lnTo>
                    <a:pt x="282955" y="46990"/>
                  </a:lnTo>
                  <a:lnTo>
                    <a:pt x="316229" y="46990"/>
                  </a:lnTo>
                  <a:lnTo>
                    <a:pt x="309879" y="45720"/>
                  </a:lnTo>
                  <a:lnTo>
                    <a:pt x="306577" y="44450"/>
                  </a:lnTo>
                  <a:close/>
                </a:path>
                <a:path w="333375" h="227330">
                  <a:moveTo>
                    <a:pt x="215518" y="33020"/>
                  </a:moveTo>
                  <a:lnTo>
                    <a:pt x="213994" y="33020"/>
                  </a:lnTo>
                  <a:lnTo>
                    <a:pt x="190499" y="45720"/>
                  </a:lnTo>
                  <a:lnTo>
                    <a:pt x="221995" y="45720"/>
                  </a:lnTo>
                  <a:lnTo>
                    <a:pt x="222122" y="43180"/>
                  </a:lnTo>
                  <a:lnTo>
                    <a:pt x="218947" y="36830"/>
                  </a:lnTo>
                  <a:lnTo>
                    <a:pt x="218439" y="35560"/>
                  </a:lnTo>
                  <a:lnTo>
                    <a:pt x="217296" y="34290"/>
                  </a:lnTo>
                  <a:lnTo>
                    <a:pt x="216026" y="34290"/>
                  </a:lnTo>
                  <a:lnTo>
                    <a:pt x="215518" y="33020"/>
                  </a:lnTo>
                  <a:close/>
                </a:path>
                <a:path w="333375" h="227330">
                  <a:moveTo>
                    <a:pt x="178434" y="22860"/>
                  </a:moveTo>
                  <a:lnTo>
                    <a:pt x="175005" y="22860"/>
                  </a:lnTo>
                  <a:lnTo>
                    <a:pt x="173862" y="24130"/>
                  </a:lnTo>
                  <a:lnTo>
                    <a:pt x="178942" y="24130"/>
                  </a:lnTo>
                  <a:lnTo>
                    <a:pt x="178434" y="22860"/>
                  </a:lnTo>
                  <a:close/>
                </a:path>
                <a:path w="333375" h="227330">
                  <a:moveTo>
                    <a:pt x="291718" y="0"/>
                  </a:moveTo>
                  <a:lnTo>
                    <a:pt x="276986" y="0"/>
                  </a:lnTo>
                  <a:lnTo>
                    <a:pt x="274573" y="1270"/>
                  </a:lnTo>
                  <a:lnTo>
                    <a:pt x="292480" y="1270"/>
                  </a:lnTo>
                  <a:lnTo>
                    <a:pt x="291718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338952" y="2248280"/>
              <a:ext cx="3536950" cy="523875"/>
            </a:xfrm>
            <a:custGeom>
              <a:avLst/>
              <a:gdLst/>
              <a:ahLst/>
              <a:cxnLst/>
              <a:rect l="l" t="t" r="r" b="b"/>
              <a:pathLst>
                <a:path w="3536950" h="523875">
                  <a:moveTo>
                    <a:pt x="0" y="523494"/>
                  </a:moveTo>
                  <a:lnTo>
                    <a:pt x="3536441" y="523494"/>
                  </a:lnTo>
                  <a:lnTo>
                    <a:pt x="3536441" y="0"/>
                  </a:lnTo>
                  <a:lnTo>
                    <a:pt x="0" y="0"/>
                  </a:lnTo>
                  <a:lnTo>
                    <a:pt x="0" y="523494"/>
                  </a:lnTo>
                  <a:close/>
                </a:path>
              </a:pathLst>
            </a:custGeom>
            <a:ln w="99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5418073" y="2239263"/>
            <a:ext cx="321881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92120" algn="l"/>
              </a:tabLst>
            </a:pPr>
            <a:r>
              <a:rPr sz="2800" spc="-10" dirty="0">
                <a:latin typeface="Courier New"/>
                <a:cs typeface="Courier New"/>
              </a:rPr>
              <a:t>nums(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50" dirty="0">
                <a:latin typeface="Courier New"/>
                <a:cs typeface="Courier New"/>
              </a:rPr>
              <a:t>)</a:t>
            </a:r>
            <a:endParaRPr sz="2800">
              <a:latin typeface="Courier New"/>
              <a:cs typeface="Courier New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5334000" y="1567307"/>
            <a:ext cx="3546475" cy="2661285"/>
            <a:chOff x="5334000" y="1567307"/>
            <a:chExt cx="3546475" cy="2661285"/>
          </a:xfrm>
        </p:grpSpPr>
        <p:sp>
          <p:nvSpPr>
            <p:cNvPr id="29" name="object 29"/>
            <p:cNvSpPr/>
            <p:nvPr/>
          </p:nvSpPr>
          <p:spPr>
            <a:xfrm>
              <a:off x="5338952" y="2838830"/>
              <a:ext cx="3536950" cy="1384935"/>
            </a:xfrm>
            <a:custGeom>
              <a:avLst/>
              <a:gdLst/>
              <a:ahLst/>
              <a:cxnLst/>
              <a:rect l="l" t="t" r="r" b="b"/>
              <a:pathLst>
                <a:path w="3536950" h="1384935">
                  <a:moveTo>
                    <a:pt x="0" y="1384553"/>
                  </a:moveTo>
                  <a:lnTo>
                    <a:pt x="3536441" y="1384553"/>
                  </a:lnTo>
                  <a:lnTo>
                    <a:pt x="3536441" y="0"/>
                  </a:lnTo>
                  <a:lnTo>
                    <a:pt x="0" y="0"/>
                  </a:lnTo>
                  <a:lnTo>
                    <a:pt x="0" y="1384553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896597" y="1567319"/>
              <a:ext cx="2452370" cy="1012190"/>
            </a:xfrm>
            <a:custGeom>
              <a:avLst/>
              <a:gdLst/>
              <a:ahLst/>
              <a:cxnLst/>
              <a:rect l="l" t="t" r="r" b="b"/>
              <a:pathLst>
                <a:path w="2452370" h="1012189">
                  <a:moveTo>
                    <a:pt x="747649" y="941184"/>
                  </a:moveTo>
                  <a:lnTo>
                    <a:pt x="738022" y="896734"/>
                  </a:lnTo>
                  <a:lnTo>
                    <a:pt x="729615" y="857999"/>
                  </a:lnTo>
                  <a:lnTo>
                    <a:pt x="706183" y="876833"/>
                  </a:lnTo>
                  <a:lnTo>
                    <a:pt x="12446" y="14592"/>
                  </a:lnTo>
                  <a:lnTo>
                    <a:pt x="0" y="24498"/>
                  </a:lnTo>
                  <a:lnTo>
                    <a:pt x="693648" y="886904"/>
                  </a:lnTo>
                  <a:lnTo>
                    <a:pt x="670179" y="905751"/>
                  </a:lnTo>
                  <a:lnTo>
                    <a:pt x="747649" y="941184"/>
                  </a:lnTo>
                  <a:close/>
                </a:path>
                <a:path w="2452370" h="1012189">
                  <a:moveTo>
                    <a:pt x="1584071" y="856615"/>
                  </a:moveTo>
                  <a:lnTo>
                    <a:pt x="1555927" y="867295"/>
                  </a:lnTo>
                  <a:lnTo>
                    <a:pt x="1226058" y="0"/>
                  </a:lnTo>
                  <a:lnTo>
                    <a:pt x="1211072" y="5588"/>
                  </a:lnTo>
                  <a:lnTo>
                    <a:pt x="1540929" y="872985"/>
                  </a:lnTo>
                  <a:lnTo>
                    <a:pt x="1512824" y="883666"/>
                  </a:lnTo>
                  <a:lnTo>
                    <a:pt x="1575562" y="941451"/>
                  </a:lnTo>
                  <a:lnTo>
                    <a:pt x="1581238" y="884936"/>
                  </a:lnTo>
                  <a:lnTo>
                    <a:pt x="1584071" y="856615"/>
                  </a:lnTo>
                  <a:close/>
                </a:path>
                <a:path w="2452370" h="1012189">
                  <a:moveTo>
                    <a:pt x="2452116" y="20447"/>
                  </a:moveTo>
                  <a:lnTo>
                    <a:pt x="2436114" y="18669"/>
                  </a:lnTo>
                  <a:lnTo>
                    <a:pt x="2337397" y="935558"/>
                  </a:lnTo>
                  <a:lnTo>
                    <a:pt x="2307463" y="932307"/>
                  </a:lnTo>
                  <a:lnTo>
                    <a:pt x="2337181" y="1012190"/>
                  </a:lnTo>
                  <a:lnTo>
                    <a:pt x="2377236" y="949960"/>
                  </a:lnTo>
                  <a:lnTo>
                    <a:pt x="2383282" y="940562"/>
                  </a:lnTo>
                  <a:lnTo>
                    <a:pt x="2353284" y="937285"/>
                  </a:lnTo>
                  <a:lnTo>
                    <a:pt x="2452116" y="20447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117209" y="1568195"/>
              <a:ext cx="2452370" cy="1525905"/>
            </a:xfrm>
            <a:custGeom>
              <a:avLst/>
              <a:gdLst/>
              <a:ahLst/>
              <a:cxnLst/>
              <a:rect l="l" t="t" r="r" b="b"/>
              <a:pathLst>
                <a:path w="2452370" h="1525905">
                  <a:moveTo>
                    <a:pt x="1040511" y="1525524"/>
                  </a:moveTo>
                  <a:lnTo>
                    <a:pt x="1033894" y="1477772"/>
                  </a:lnTo>
                  <a:lnTo>
                    <a:pt x="1028827" y="1441196"/>
                  </a:lnTo>
                  <a:lnTo>
                    <a:pt x="1003947" y="1458239"/>
                  </a:lnTo>
                  <a:lnTo>
                    <a:pt x="13208" y="14097"/>
                  </a:lnTo>
                  <a:lnTo>
                    <a:pt x="0" y="23241"/>
                  </a:lnTo>
                  <a:lnTo>
                    <a:pt x="990752" y="1467269"/>
                  </a:lnTo>
                  <a:lnTo>
                    <a:pt x="965962" y="1484249"/>
                  </a:lnTo>
                  <a:lnTo>
                    <a:pt x="1040511" y="1525524"/>
                  </a:lnTo>
                  <a:close/>
                </a:path>
                <a:path w="2452370" h="1525905">
                  <a:moveTo>
                    <a:pt x="1599044" y="1442847"/>
                  </a:moveTo>
                  <a:lnTo>
                    <a:pt x="1569834" y="1449768"/>
                  </a:lnTo>
                  <a:lnTo>
                    <a:pt x="1226680" y="0"/>
                  </a:lnTo>
                  <a:lnTo>
                    <a:pt x="1211186" y="3810"/>
                  </a:lnTo>
                  <a:lnTo>
                    <a:pt x="1554213" y="1453464"/>
                  </a:lnTo>
                  <a:lnTo>
                    <a:pt x="1525003" y="1460373"/>
                  </a:lnTo>
                  <a:lnTo>
                    <a:pt x="1579613" y="1525778"/>
                  </a:lnTo>
                  <a:lnTo>
                    <a:pt x="1593659" y="1465834"/>
                  </a:lnTo>
                  <a:lnTo>
                    <a:pt x="1599044" y="1442847"/>
                  </a:lnTo>
                  <a:close/>
                </a:path>
                <a:path w="2452370" h="1525905">
                  <a:moveTo>
                    <a:pt x="2451976" y="20332"/>
                  </a:moveTo>
                  <a:lnTo>
                    <a:pt x="2436355" y="17030"/>
                  </a:lnTo>
                  <a:lnTo>
                    <a:pt x="2125002" y="1449412"/>
                  </a:lnTo>
                  <a:lnTo>
                    <a:pt x="2095487" y="1442986"/>
                  </a:lnTo>
                  <a:lnTo>
                    <a:pt x="2116569" y="1525536"/>
                  </a:lnTo>
                  <a:lnTo>
                    <a:pt x="2165223" y="1465211"/>
                  </a:lnTo>
                  <a:lnTo>
                    <a:pt x="2170036" y="1459242"/>
                  </a:lnTo>
                  <a:lnTo>
                    <a:pt x="2140610" y="1452816"/>
                  </a:lnTo>
                  <a:lnTo>
                    <a:pt x="2451976" y="20332"/>
                  </a:lnTo>
                  <a:close/>
                </a:path>
              </a:pathLst>
            </a:custGeom>
            <a:solidFill>
              <a:srgbClr val="9437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5366765" y="2580004"/>
            <a:ext cx="3334385" cy="1411605"/>
          </a:xfrm>
          <a:prstGeom prst="rect">
            <a:avLst/>
          </a:prstGeom>
        </p:spPr>
        <p:txBody>
          <a:bodyPr vert="horz" wrap="square" lIns="0" tIns="26289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2070"/>
              </a:spcBef>
              <a:tabLst>
                <a:tab pos="1764664" algn="l"/>
                <a:tab pos="2304415" algn="l"/>
                <a:tab pos="2839720" algn="l"/>
              </a:tabLst>
            </a:pPr>
            <a:r>
              <a:rPr sz="2800" spc="-10" dirty="0">
                <a:latin typeface="Courier New"/>
                <a:cs typeface="Courier New"/>
              </a:rPr>
              <a:t>words(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700" spc="-75" baseline="-29320" dirty="0">
                <a:solidFill>
                  <a:srgbClr val="FF0000"/>
                </a:solidFill>
                <a:latin typeface="Calibri"/>
                <a:cs typeface="Calibri"/>
              </a:rPr>
              <a:t>?</a:t>
            </a:r>
            <a:r>
              <a:rPr sz="2700" baseline="-29320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2700" spc="-75" baseline="-30864" dirty="0">
                <a:solidFill>
                  <a:srgbClr val="FF0000"/>
                </a:solidFill>
                <a:latin typeface="Calibri"/>
                <a:cs typeface="Calibri"/>
              </a:rPr>
              <a:t>?</a:t>
            </a:r>
            <a:r>
              <a:rPr sz="2700" baseline="-30864" dirty="0">
                <a:solidFill>
                  <a:srgbClr val="FF0000"/>
                </a:solidFill>
                <a:latin typeface="Calibri"/>
                <a:cs typeface="Calibri"/>
              </a:rPr>
              <a:t>	?</a:t>
            </a:r>
            <a:r>
              <a:rPr sz="2700" spc="532" baseline="-3086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spc="-60" dirty="0">
                <a:latin typeface="Courier New"/>
                <a:cs typeface="Courier New"/>
              </a:rPr>
              <a:t>)</a:t>
            </a:r>
            <a:endParaRPr sz="2800">
              <a:latin typeface="Courier New"/>
              <a:cs typeface="Courier New"/>
            </a:endParaRPr>
          </a:p>
          <a:p>
            <a:pPr marL="247650">
              <a:lnSpc>
                <a:spcPct val="100000"/>
              </a:lnSpc>
              <a:spcBef>
                <a:spcPts val="1260"/>
              </a:spcBef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if</a:t>
            </a:r>
            <a:r>
              <a:rPr sz="18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not</a:t>
            </a:r>
            <a:r>
              <a:rPr sz="18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already</a:t>
            </a:r>
            <a:r>
              <a:rPr sz="18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in</a:t>
            </a:r>
            <a:r>
              <a:rPr sz="18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Calibri"/>
                <a:cs typeface="Calibri"/>
              </a:rPr>
              <a:t>words</a:t>
            </a:r>
            <a:endParaRPr sz="1800">
              <a:latin typeface="Calibri"/>
              <a:cs typeface="Calibri"/>
            </a:endParaRPr>
          </a:p>
          <a:p>
            <a:pPr marL="247650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i.e.</a:t>
            </a:r>
            <a:r>
              <a:rPr sz="18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unique</a:t>
            </a:r>
            <a:r>
              <a:rPr sz="18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strings</a:t>
            </a:r>
            <a:r>
              <a:rPr sz="18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from</a:t>
            </a:r>
            <a:r>
              <a:rPr sz="18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aTuple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25" dirty="0"/>
              <a:t>50</a:t>
            </a:fld>
            <a:endParaRPr spc="-25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291845"/>
            <a:ext cx="7340600" cy="1377314"/>
          </a:xfrm>
        </p:spPr>
        <p:txBody>
          <a:bodyPr vert="horz" wrap="square" lIns="0" tIns="12700" rIns="0" bIns="0" rtlCol="0">
            <a:normAutofit/>
          </a:bodyPr>
          <a:lstStyle/>
          <a:p>
            <a:pPr marL="12700">
              <a:spcBef>
                <a:spcPts val="100"/>
              </a:spcBef>
            </a:pPr>
            <a:r>
              <a:rPr spc="-50" dirty="0"/>
              <a:t>LISTS</a:t>
            </a:r>
            <a:endParaRPr lang="en-PK" spc="-5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8143747" y="6575107"/>
            <a:ext cx="224790" cy="221615"/>
          </a:xfrm>
        </p:spPr>
        <p:txBody>
          <a:bodyPr vert="horz" wrap="square" lIns="0" tIns="41910" rIns="0" bIns="0" rtlCol="0">
            <a:normAutofit/>
          </a:bodyPr>
          <a:lstStyle/>
          <a:p>
            <a:pPr marL="12700">
              <a:spcBef>
                <a:spcPts val="330"/>
              </a:spcBef>
            </a:pPr>
            <a:fld id="{81D60167-4931-47E6-BA6A-407CBD079E47}" type="slidenum">
              <a:rPr spc="-25" dirty="0"/>
              <a:pPr marL="12700">
                <a:spcBef>
                  <a:spcPts val="330"/>
                </a:spcBef>
              </a:pPr>
              <a:t>51</a:t>
            </a:fld>
            <a:endParaRPr lang="en-PK" spc="-25"/>
          </a:p>
        </p:txBody>
      </p:sp>
      <p:graphicFrame>
        <p:nvGraphicFramePr>
          <p:cNvPr id="7" name="object 3">
            <a:extLst>
              <a:ext uri="{FF2B5EF4-FFF2-40B4-BE49-F238E27FC236}">
                <a16:creationId xmlns:a16="http://schemas.microsoft.com/office/drawing/2014/main" id="{345FD2D0-C569-33E3-EBC2-91A6A9826A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59777613"/>
              </p:ext>
            </p:extLst>
          </p:nvPr>
        </p:nvGraphicFramePr>
        <p:xfrm>
          <a:off x="457200" y="1577340"/>
          <a:ext cx="3977640" cy="45262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50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INDICES</a:t>
            </a:r>
            <a:r>
              <a:rPr spc="-204" dirty="0"/>
              <a:t> </a:t>
            </a:r>
            <a:r>
              <a:rPr dirty="0"/>
              <a:t>AND</a:t>
            </a:r>
            <a:r>
              <a:rPr spc="-220" dirty="0"/>
              <a:t> </a:t>
            </a:r>
            <a:r>
              <a:rPr spc="-30" dirty="0"/>
              <a:t>ORDERING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06500" y="1810003"/>
            <a:ext cx="161353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dirty="0">
                <a:latin typeface="Courier New"/>
                <a:cs typeface="Courier New"/>
              </a:rPr>
              <a:t>a_list</a:t>
            </a:r>
            <a:r>
              <a:rPr sz="2600" spc="-100" dirty="0">
                <a:latin typeface="Courier New"/>
                <a:cs typeface="Courier New"/>
              </a:rPr>
              <a:t> </a:t>
            </a:r>
            <a:r>
              <a:rPr sz="2600" spc="-50" dirty="0">
                <a:latin typeface="Courier New"/>
                <a:cs typeface="Courier New"/>
              </a:rPr>
              <a:t>=</a:t>
            </a:r>
            <a:endParaRPr sz="26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46273" y="1800986"/>
            <a:ext cx="568960" cy="459105"/>
          </a:xfrm>
          <a:prstGeom prst="rect">
            <a:avLst/>
          </a:prstGeom>
          <a:ln w="16001">
            <a:solidFill>
              <a:srgbClr val="FF0000"/>
            </a:solidFill>
          </a:ln>
        </p:spPr>
        <p:txBody>
          <a:bodyPr vert="horz" wrap="square" lIns="0" tIns="21590" rIns="0" bIns="0" rtlCol="0">
            <a:spAutoFit/>
          </a:bodyPr>
          <a:lstStyle/>
          <a:p>
            <a:pPr marL="58419">
              <a:lnSpc>
                <a:spcPct val="100000"/>
              </a:lnSpc>
              <a:spcBef>
                <a:spcPts val="170"/>
              </a:spcBef>
            </a:pPr>
            <a:r>
              <a:rPr sz="2600" spc="-25" dirty="0">
                <a:latin typeface="Courier New"/>
                <a:cs typeface="Courier New"/>
              </a:rPr>
              <a:t>[]</a:t>
            </a:r>
            <a:endParaRPr sz="26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06500" y="2344674"/>
            <a:ext cx="4389120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dirty="0">
                <a:latin typeface="Courier New"/>
                <a:cs typeface="Courier New"/>
              </a:rPr>
              <a:t>L</a:t>
            </a:r>
            <a:r>
              <a:rPr sz="2600" spc="-35" dirty="0">
                <a:latin typeface="Courier New"/>
                <a:cs typeface="Courier New"/>
              </a:rPr>
              <a:t> </a:t>
            </a:r>
            <a:r>
              <a:rPr sz="2600" dirty="0">
                <a:latin typeface="Courier New"/>
                <a:cs typeface="Courier New"/>
              </a:rPr>
              <a:t>=</a:t>
            </a:r>
            <a:r>
              <a:rPr sz="2600" spc="-40" dirty="0">
                <a:latin typeface="Courier New"/>
                <a:cs typeface="Courier New"/>
              </a:rPr>
              <a:t> </a:t>
            </a:r>
            <a:r>
              <a:rPr sz="2600" dirty="0">
                <a:latin typeface="Courier New"/>
                <a:cs typeface="Courier New"/>
              </a:rPr>
              <a:t>[2,</a:t>
            </a:r>
            <a:r>
              <a:rPr sz="2600" spc="-30" dirty="0">
                <a:latin typeface="Courier New"/>
                <a:cs typeface="Courier New"/>
              </a:rPr>
              <a:t> </a:t>
            </a:r>
            <a:r>
              <a:rPr sz="2600" dirty="0">
                <a:latin typeface="Courier New"/>
                <a:cs typeface="Courier New"/>
              </a:rPr>
              <a:t>'a',</a:t>
            </a:r>
            <a:r>
              <a:rPr sz="2600" spc="-35" dirty="0">
                <a:latin typeface="Courier New"/>
                <a:cs typeface="Courier New"/>
              </a:rPr>
              <a:t> </a:t>
            </a:r>
            <a:r>
              <a:rPr sz="2600" dirty="0">
                <a:latin typeface="Courier New"/>
                <a:cs typeface="Courier New"/>
              </a:rPr>
              <a:t>4,</a:t>
            </a:r>
            <a:r>
              <a:rPr sz="2600" spc="-25" dirty="0">
                <a:latin typeface="Courier New"/>
                <a:cs typeface="Courier New"/>
              </a:rPr>
              <a:t> </a:t>
            </a:r>
            <a:r>
              <a:rPr sz="2600" spc="-10" dirty="0">
                <a:latin typeface="Courier New"/>
                <a:cs typeface="Courier New"/>
              </a:rPr>
              <a:t>[1,2]]</a:t>
            </a:r>
            <a:endParaRPr sz="2600">
              <a:latin typeface="Courier New"/>
              <a:cs typeface="Courier New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187450" y="2931742"/>
          <a:ext cx="3887469" cy="14636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43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41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4820">
                <a:tc>
                  <a:txBody>
                    <a:bodyPr/>
                    <a:lstStyle/>
                    <a:p>
                      <a:pPr marL="31750">
                        <a:lnSpc>
                          <a:spcPts val="2855"/>
                        </a:lnSpc>
                      </a:pPr>
                      <a:r>
                        <a:rPr sz="2600" spc="-10" dirty="0">
                          <a:latin typeface="Courier New"/>
                          <a:cs typeface="Courier New"/>
                        </a:rPr>
                        <a:t>len(L)</a:t>
                      </a:r>
                      <a:endParaRPr sz="2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590" algn="ctr">
                        <a:lnSpc>
                          <a:spcPts val="2855"/>
                        </a:lnSpc>
                      </a:pPr>
                      <a:r>
                        <a:rPr sz="2600" spc="-50" dirty="0">
                          <a:latin typeface="Wingdings"/>
                          <a:cs typeface="Wingdings"/>
                        </a:rPr>
                        <a:t></a:t>
                      </a:r>
                      <a:endParaRPr sz="2600">
                        <a:latin typeface="Wingdings"/>
                        <a:cs typeface="Wingding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 algn="ctr">
                        <a:lnSpc>
                          <a:spcPts val="2855"/>
                        </a:lnSpc>
                      </a:pPr>
                      <a:r>
                        <a:rPr sz="2600" spc="-10" dirty="0">
                          <a:latin typeface="Calibri"/>
                          <a:cs typeface="Calibri"/>
                        </a:rPr>
                        <a:t>evaluates</a:t>
                      </a:r>
                      <a:r>
                        <a:rPr sz="26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26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spc="-50" dirty="0">
                          <a:latin typeface="Calibri"/>
                          <a:cs typeface="Calibri"/>
                        </a:rPr>
                        <a:t>4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403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600" spc="-20" dirty="0">
                          <a:latin typeface="Courier New"/>
                          <a:cs typeface="Courier New"/>
                        </a:rPr>
                        <a:t>L[0]</a:t>
                      </a:r>
                      <a:endParaRPr sz="2600">
                        <a:latin typeface="Courier New"/>
                        <a:cs typeface="Courier New"/>
                      </a:endParaRPr>
                    </a:p>
                  </a:txBody>
                  <a:tcPr marL="0" marR="0" marT="35560" marB="0"/>
                </a:tc>
                <a:tc>
                  <a:txBody>
                    <a:bodyPr/>
                    <a:lstStyle/>
                    <a:p>
                      <a:pPr marL="2159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600" spc="-50" dirty="0">
                          <a:latin typeface="Wingdings"/>
                          <a:cs typeface="Wingdings"/>
                        </a:rPr>
                        <a:t></a:t>
                      </a:r>
                      <a:endParaRPr sz="2600">
                        <a:latin typeface="Wingdings"/>
                        <a:cs typeface="Wingdings"/>
                      </a:endParaRPr>
                    </a:p>
                  </a:txBody>
                  <a:tcPr marL="0" marR="0" marT="35560" marB="0"/>
                </a:tc>
                <a:tc>
                  <a:txBody>
                    <a:bodyPr/>
                    <a:lstStyle/>
                    <a:p>
                      <a:pPr marL="6604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600" spc="-10" dirty="0">
                          <a:latin typeface="Calibri"/>
                          <a:cs typeface="Calibri"/>
                        </a:rPr>
                        <a:t>evaluates</a:t>
                      </a:r>
                      <a:r>
                        <a:rPr sz="26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26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spc="-50" dirty="0">
                          <a:latin typeface="Calibri"/>
                          <a:cs typeface="Calibri"/>
                        </a:rPr>
                        <a:t>2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3556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4820">
                <a:tc>
                  <a:txBody>
                    <a:bodyPr/>
                    <a:lstStyle/>
                    <a:p>
                      <a:pPr marL="32384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600" spc="-10" dirty="0">
                          <a:latin typeface="Courier New"/>
                          <a:cs typeface="Courier New"/>
                        </a:rPr>
                        <a:t>L[2]+1</a:t>
                      </a:r>
                      <a:endParaRPr sz="2600">
                        <a:latin typeface="Courier New"/>
                        <a:cs typeface="Courier New"/>
                      </a:endParaRPr>
                    </a:p>
                  </a:txBody>
                  <a:tcPr marL="0" marR="0" marT="35560" marB="0"/>
                </a:tc>
                <a:tc>
                  <a:txBody>
                    <a:bodyPr/>
                    <a:lstStyle/>
                    <a:p>
                      <a:pPr marL="2159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600" spc="-50" dirty="0">
                          <a:latin typeface="Wingdings"/>
                          <a:cs typeface="Wingdings"/>
                        </a:rPr>
                        <a:t></a:t>
                      </a:r>
                      <a:endParaRPr sz="2600">
                        <a:latin typeface="Wingdings"/>
                        <a:cs typeface="Wingdings"/>
                      </a:endParaRPr>
                    </a:p>
                  </a:txBody>
                  <a:tcPr marL="0" marR="0" marT="35560" marB="0"/>
                </a:tc>
                <a:tc>
                  <a:txBody>
                    <a:bodyPr/>
                    <a:lstStyle/>
                    <a:p>
                      <a:pPr marL="6731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600" spc="-10" dirty="0">
                          <a:latin typeface="Calibri"/>
                          <a:cs typeface="Calibri"/>
                        </a:rPr>
                        <a:t>evaluates</a:t>
                      </a:r>
                      <a:r>
                        <a:rPr sz="26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26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spc="-50" dirty="0">
                          <a:latin typeface="Calibri"/>
                          <a:cs typeface="Calibri"/>
                        </a:rPr>
                        <a:t>5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3556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1206500" y="4350461"/>
            <a:ext cx="1216025" cy="2005964"/>
          </a:xfrm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sz="2600" spc="-20" dirty="0">
                <a:latin typeface="Courier New"/>
                <a:cs typeface="Courier New"/>
              </a:rPr>
              <a:t>L[3]</a:t>
            </a:r>
            <a:endParaRPr sz="2600">
              <a:latin typeface="Courier New"/>
              <a:cs typeface="Courier New"/>
            </a:endParaRPr>
          </a:p>
          <a:p>
            <a:pPr marL="13335">
              <a:lnSpc>
                <a:spcPct val="100000"/>
              </a:lnSpc>
              <a:spcBef>
                <a:spcPts val="1090"/>
              </a:spcBef>
            </a:pPr>
            <a:r>
              <a:rPr sz="2600" spc="-20" dirty="0">
                <a:latin typeface="Courier New"/>
                <a:cs typeface="Courier New"/>
              </a:rPr>
              <a:t>L[4]</a:t>
            </a:r>
            <a:endParaRPr sz="2600">
              <a:latin typeface="Courier New"/>
              <a:cs typeface="Courier New"/>
            </a:endParaRPr>
          </a:p>
          <a:p>
            <a:pPr marL="12700" marR="5080">
              <a:lnSpc>
                <a:spcPts val="3020"/>
              </a:lnSpc>
              <a:spcBef>
                <a:spcPts val="1220"/>
              </a:spcBef>
            </a:pPr>
            <a:r>
              <a:rPr sz="2600" dirty="0">
                <a:latin typeface="Courier New"/>
                <a:cs typeface="Courier New"/>
              </a:rPr>
              <a:t>i</a:t>
            </a:r>
            <a:r>
              <a:rPr sz="2600" spc="-15" dirty="0">
                <a:latin typeface="Courier New"/>
                <a:cs typeface="Courier New"/>
              </a:rPr>
              <a:t> </a:t>
            </a:r>
            <a:r>
              <a:rPr sz="2600" dirty="0">
                <a:latin typeface="Courier New"/>
                <a:cs typeface="Courier New"/>
              </a:rPr>
              <a:t>=</a:t>
            </a:r>
            <a:r>
              <a:rPr sz="2600" spc="-10" dirty="0">
                <a:latin typeface="Courier New"/>
                <a:cs typeface="Courier New"/>
              </a:rPr>
              <a:t> </a:t>
            </a:r>
            <a:r>
              <a:rPr sz="2600" spc="-50" dirty="0">
                <a:latin typeface="Courier New"/>
                <a:cs typeface="Courier New"/>
              </a:rPr>
              <a:t>2 </a:t>
            </a:r>
            <a:r>
              <a:rPr sz="2600" spc="-20" dirty="0">
                <a:latin typeface="Courier New"/>
                <a:cs typeface="Courier New"/>
              </a:rPr>
              <a:t>L[i-</a:t>
            </a:r>
            <a:r>
              <a:rPr sz="2600" spc="-25" dirty="0">
                <a:latin typeface="Courier New"/>
                <a:cs typeface="Courier New"/>
              </a:rPr>
              <a:t>1]</a:t>
            </a:r>
            <a:endParaRPr sz="26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39314" y="4350461"/>
            <a:ext cx="6444615" cy="2011045"/>
          </a:xfrm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sz="2600" dirty="0">
                <a:latin typeface="Wingdings"/>
                <a:cs typeface="Wingdings"/>
              </a:rPr>
              <a:t></a:t>
            </a:r>
            <a:r>
              <a:rPr sz="2600" spc="-13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evaluates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ourier New"/>
                <a:cs typeface="Courier New"/>
              </a:rPr>
              <a:t>[1,2]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another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list!</a:t>
            </a:r>
            <a:endParaRPr sz="2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90"/>
              </a:spcBef>
              <a:tabLst>
                <a:tab pos="534035" algn="l"/>
              </a:tabLst>
            </a:pPr>
            <a:r>
              <a:rPr sz="2600" spc="-50" dirty="0">
                <a:latin typeface="Wingdings"/>
                <a:cs typeface="Wingdings"/>
              </a:rPr>
              <a:t>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dirty="0">
                <a:latin typeface="Calibri"/>
                <a:cs typeface="Calibri"/>
              </a:rPr>
              <a:t>gives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error</a:t>
            </a:r>
            <a:endParaRPr sz="2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80"/>
              </a:spcBef>
            </a:pPr>
            <a:endParaRPr sz="2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tabLst>
                <a:tab pos="572135" algn="l"/>
              </a:tabLst>
            </a:pPr>
            <a:r>
              <a:rPr sz="2800" spc="-50" dirty="0">
                <a:latin typeface="Wingdings"/>
                <a:cs typeface="Wingdings"/>
              </a:rPr>
              <a:t>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dirty="0">
                <a:latin typeface="Calibri"/>
                <a:cs typeface="Calibri"/>
              </a:rPr>
              <a:t>evaluates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‘a’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since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ourier New"/>
                <a:cs typeface="Courier New"/>
              </a:rPr>
              <a:t>L[1]='a'</a:t>
            </a:r>
            <a:r>
              <a:rPr sz="2800" spc="-155" dirty="0">
                <a:latin typeface="Courier New"/>
                <a:cs typeface="Courier New"/>
              </a:rPr>
              <a:t> </a:t>
            </a:r>
            <a:r>
              <a:rPr sz="2800" spc="-10" dirty="0">
                <a:latin typeface="Calibri"/>
                <a:cs typeface="Calibri"/>
              </a:rPr>
              <a:t>above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91001" y="1810511"/>
            <a:ext cx="829437" cy="503427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25" dirty="0"/>
              <a:t>52</a:t>
            </a:fld>
            <a:endParaRPr spc="-25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737808" y="3200400"/>
            <a:ext cx="9144000" cy="2061210"/>
            <a:chOff x="0" y="4515447"/>
            <a:chExt cx="9144000" cy="20612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99508" y="4515447"/>
              <a:ext cx="2061288" cy="200815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584579" y="6088760"/>
              <a:ext cx="559435" cy="323215"/>
            </a:xfrm>
            <a:custGeom>
              <a:avLst/>
              <a:gdLst/>
              <a:ahLst/>
              <a:cxnLst/>
              <a:rect l="l" t="t" r="r" b="b"/>
              <a:pathLst>
                <a:path w="559435" h="323214">
                  <a:moveTo>
                    <a:pt x="505459" y="0"/>
                  </a:moveTo>
                  <a:lnTo>
                    <a:pt x="53848" y="0"/>
                  </a:lnTo>
                  <a:lnTo>
                    <a:pt x="32896" y="4231"/>
                  </a:lnTo>
                  <a:lnTo>
                    <a:pt x="15779" y="15770"/>
                  </a:lnTo>
                  <a:lnTo>
                    <a:pt x="4234" y="32886"/>
                  </a:lnTo>
                  <a:lnTo>
                    <a:pt x="0" y="53848"/>
                  </a:lnTo>
                  <a:lnTo>
                    <a:pt x="0" y="269240"/>
                  </a:lnTo>
                  <a:lnTo>
                    <a:pt x="4234" y="290201"/>
                  </a:lnTo>
                  <a:lnTo>
                    <a:pt x="15779" y="307317"/>
                  </a:lnTo>
                  <a:lnTo>
                    <a:pt x="32896" y="318856"/>
                  </a:lnTo>
                  <a:lnTo>
                    <a:pt x="53848" y="323088"/>
                  </a:lnTo>
                  <a:lnTo>
                    <a:pt x="505459" y="323088"/>
                  </a:lnTo>
                  <a:lnTo>
                    <a:pt x="526411" y="318856"/>
                  </a:lnTo>
                  <a:lnTo>
                    <a:pt x="543528" y="307317"/>
                  </a:lnTo>
                  <a:lnTo>
                    <a:pt x="555073" y="290201"/>
                  </a:lnTo>
                  <a:lnTo>
                    <a:pt x="559308" y="269240"/>
                  </a:lnTo>
                  <a:lnTo>
                    <a:pt x="559308" y="53848"/>
                  </a:lnTo>
                  <a:lnTo>
                    <a:pt x="555073" y="32886"/>
                  </a:lnTo>
                  <a:lnTo>
                    <a:pt x="543528" y="15770"/>
                  </a:lnTo>
                  <a:lnTo>
                    <a:pt x="526411" y="4231"/>
                  </a:lnTo>
                  <a:lnTo>
                    <a:pt x="505459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84579" y="6088760"/>
              <a:ext cx="559435" cy="323215"/>
            </a:xfrm>
            <a:custGeom>
              <a:avLst/>
              <a:gdLst/>
              <a:ahLst/>
              <a:cxnLst/>
              <a:rect l="l" t="t" r="r" b="b"/>
              <a:pathLst>
                <a:path w="559435" h="323214">
                  <a:moveTo>
                    <a:pt x="0" y="53848"/>
                  </a:moveTo>
                  <a:lnTo>
                    <a:pt x="4234" y="32886"/>
                  </a:lnTo>
                  <a:lnTo>
                    <a:pt x="15779" y="15770"/>
                  </a:lnTo>
                  <a:lnTo>
                    <a:pt x="32896" y="4231"/>
                  </a:lnTo>
                  <a:lnTo>
                    <a:pt x="53848" y="0"/>
                  </a:lnTo>
                  <a:lnTo>
                    <a:pt x="505459" y="0"/>
                  </a:lnTo>
                  <a:lnTo>
                    <a:pt x="526411" y="4231"/>
                  </a:lnTo>
                  <a:lnTo>
                    <a:pt x="543528" y="15770"/>
                  </a:lnTo>
                  <a:lnTo>
                    <a:pt x="555073" y="32886"/>
                  </a:lnTo>
                  <a:lnTo>
                    <a:pt x="559308" y="53848"/>
                  </a:lnTo>
                  <a:lnTo>
                    <a:pt x="559308" y="269240"/>
                  </a:lnTo>
                  <a:lnTo>
                    <a:pt x="555073" y="290201"/>
                  </a:lnTo>
                  <a:lnTo>
                    <a:pt x="543528" y="307317"/>
                  </a:lnTo>
                  <a:lnTo>
                    <a:pt x="526411" y="318856"/>
                  </a:lnTo>
                  <a:lnTo>
                    <a:pt x="505459" y="323088"/>
                  </a:lnTo>
                  <a:lnTo>
                    <a:pt x="53848" y="323088"/>
                  </a:lnTo>
                  <a:lnTo>
                    <a:pt x="32896" y="318856"/>
                  </a:lnTo>
                  <a:lnTo>
                    <a:pt x="15779" y="307317"/>
                  </a:lnTo>
                  <a:lnTo>
                    <a:pt x="4234" y="290201"/>
                  </a:lnTo>
                  <a:lnTo>
                    <a:pt x="0" y="269240"/>
                  </a:lnTo>
                  <a:lnTo>
                    <a:pt x="0" y="53848"/>
                  </a:lnTo>
                  <a:close/>
                </a:path>
              </a:pathLst>
            </a:custGeom>
            <a:ln w="16002">
              <a:solidFill>
                <a:srgbClr val="3E3E3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50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CHANGING</a:t>
            </a:r>
            <a:r>
              <a:rPr spc="-215" dirty="0"/>
              <a:t> </a:t>
            </a:r>
            <a:r>
              <a:rPr spc="-30" dirty="0"/>
              <a:t>ELEMENTS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237490" indent="-224790">
              <a:lnSpc>
                <a:spcPct val="100000"/>
              </a:lnSpc>
              <a:spcBef>
                <a:spcPts val="1190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dirty="0"/>
              <a:t>lists</a:t>
            </a:r>
            <a:r>
              <a:rPr spc="-65" dirty="0"/>
              <a:t> </a:t>
            </a:r>
            <a:r>
              <a:rPr dirty="0"/>
              <a:t>are</a:t>
            </a:r>
            <a:r>
              <a:rPr spc="-45" dirty="0"/>
              <a:t> </a:t>
            </a:r>
            <a:r>
              <a:rPr b="1" spc="-10" dirty="0">
                <a:solidFill>
                  <a:srgbClr val="C00000"/>
                </a:solidFill>
                <a:latin typeface="Calibri"/>
                <a:cs typeface="Calibri"/>
              </a:rPr>
              <a:t>mutable</a:t>
            </a:r>
            <a:r>
              <a:rPr spc="-10" dirty="0"/>
              <a:t>!</a:t>
            </a:r>
          </a:p>
          <a:p>
            <a:pPr marL="237490" indent="-224790">
              <a:lnSpc>
                <a:spcPct val="100000"/>
              </a:lnSpc>
              <a:spcBef>
                <a:spcPts val="1085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dirty="0"/>
              <a:t>assigning</a:t>
            </a:r>
            <a:r>
              <a:rPr spc="-45" dirty="0"/>
              <a:t> </a:t>
            </a:r>
            <a:r>
              <a:rPr dirty="0"/>
              <a:t>to</a:t>
            </a:r>
            <a:r>
              <a:rPr spc="-45" dirty="0"/>
              <a:t> </a:t>
            </a:r>
            <a:r>
              <a:rPr dirty="0"/>
              <a:t>an</a:t>
            </a:r>
            <a:r>
              <a:rPr spc="-55" dirty="0"/>
              <a:t> </a:t>
            </a:r>
            <a:r>
              <a:rPr dirty="0"/>
              <a:t>element</a:t>
            </a:r>
            <a:r>
              <a:rPr spc="-55" dirty="0"/>
              <a:t> </a:t>
            </a:r>
            <a:r>
              <a:rPr dirty="0"/>
              <a:t>at</a:t>
            </a:r>
            <a:r>
              <a:rPr spc="-45" dirty="0"/>
              <a:t> </a:t>
            </a:r>
            <a:r>
              <a:rPr dirty="0"/>
              <a:t>an</a:t>
            </a:r>
            <a:r>
              <a:rPr spc="-55" dirty="0"/>
              <a:t> </a:t>
            </a:r>
            <a:r>
              <a:rPr dirty="0"/>
              <a:t>index</a:t>
            </a:r>
            <a:r>
              <a:rPr spc="-55" dirty="0"/>
              <a:t> </a:t>
            </a:r>
            <a:r>
              <a:rPr dirty="0"/>
              <a:t>changes</a:t>
            </a:r>
            <a:r>
              <a:rPr spc="-60" dirty="0"/>
              <a:t> </a:t>
            </a:r>
            <a:r>
              <a:rPr dirty="0"/>
              <a:t>the</a:t>
            </a:r>
            <a:r>
              <a:rPr spc="-50" dirty="0"/>
              <a:t> </a:t>
            </a:r>
            <a:r>
              <a:rPr spc="-10" dirty="0"/>
              <a:t>value</a:t>
            </a:r>
          </a:p>
          <a:p>
            <a:pPr marL="408940">
              <a:lnSpc>
                <a:spcPct val="100000"/>
              </a:lnSpc>
              <a:spcBef>
                <a:spcPts val="1030"/>
              </a:spcBef>
            </a:pPr>
            <a:r>
              <a:rPr dirty="0">
                <a:latin typeface="Courier New"/>
                <a:cs typeface="Courier New"/>
              </a:rPr>
              <a:t>L</a:t>
            </a:r>
            <a:r>
              <a:rPr spc="-35" dirty="0">
                <a:latin typeface="Courier New"/>
                <a:cs typeface="Courier New"/>
              </a:rPr>
              <a:t> </a:t>
            </a:r>
            <a:r>
              <a:rPr dirty="0">
                <a:latin typeface="Courier New"/>
                <a:cs typeface="Courier New"/>
              </a:rPr>
              <a:t>=</a:t>
            </a:r>
            <a:r>
              <a:rPr spc="-30" dirty="0">
                <a:latin typeface="Courier New"/>
                <a:cs typeface="Courier New"/>
              </a:rPr>
              <a:t> </a:t>
            </a:r>
            <a:r>
              <a:rPr dirty="0">
                <a:latin typeface="Courier New"/>
                <a:cs typeface="Courier New"/>
              </a:rPr>
              <a:t>[2,</a:t>
            </a:r>
            <a:r>
              <a:rPr spc="-25" dirty="0">
                <a:latin typeface="Courier New"/>
                <a:cs typeface="Courier New"/>
              </a:rPr>
              <a:t> </a:t>
            </a:r>
            <a:r>
              <a:rPr dirty="0">
                <a:latin typeface="Courier New"/>
                <a:cs typeface="Courier New"/>
              </a:rPr>
              <a:t>1,</a:t>
            </a:r>
            <a:r>
              <a:rPr spc="-25" dirty="0">
                <a:latin typeface="Courier New"/>
                <a:cs typeface="Courier New"/>
              </a:rPr>
              <a:t> 3]</a:t>
            </a:r>
          </a:p>
          <a:p>
            <a:pPr marL="408940">
              <a:lnSpc>
                <a:spcPct val="100000"/>
              </a:lnSpc>
              <a:spcBef>
                <a:spcPts val="1085"/>
              </a:spcBef>
            </a:pPr>
            <a:r>
              <a:rPr dirty="0">
                <a:latin typeface="Courier New"/>
                <a:cs typeface="Courier New"/>
              </a:rPr>
              <a:t>L[1]</a:t>
            </a:r>
            <a:r>
              <a:rPr spc="-45" dirty="0">
                <a:latin typeface="Courier New"/>
                <a:cs typeface="Courier New"/>
              </a:rPr>
              <a:t> </a:t>
            </a:r>
            <a:r>
              <a:rPr dirty="0">
                <a:latin typeface="Courier New"/>
                <a:cs typeface="Courier New"/>
              </a:rPr>
              <a:t>=</a:t>
            </a:r>
            <a:r>
              <a:rPr spc="-40" dirty="0">
                <a:latin typeface="Courier New"/>
                <a:cs typeface="Courier New"/>
              </a:rPr>
              <a:t> </a:t>
            </a:r>
            <a:r>
              <a:rPr spc="-50" dirty="0">
                <a:latin typeface="Courier New"/>
                <a:cs typeface="Courier New"/>
              </a:rPr>
              <a:t>5</a:t>
            </a:r>
          </a:p>
          <a:p>
            <a:pPr marL="237490" indent="-224790">
              <a:lnSpc>
                <a:spcPct val="100000"/>
              </a:lnSpc>
              <a:spcBef>
                <a:spcPts val="1120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spc="-25" dirty="0">
                <a:latin typeface="Courier New"/>
                <a:cs typeface="Courier New"/>
              </a:rPr>
              <a:t>L</a:t>
            </a:r>
            <a:r>
              <a:rPr spc="-975" dirty="0">
                <a:latin typeface="Courier New"/>
                <a:cs typeface="Courier New"/>
              </a:rPr>
              <a:t> </a:t>
            </a:r>
            <a:r>
              <a:rPr dirty="0"/>
              <a:t>is</a:t>
            </a:r>
            <a:r>
              <a:rPr spc="-65" dirty="0"/>
              <a:t> </a:t>
            </a:r>
            <a:r>
              <a:rPr dirty="0"/>
              <a:t>now</a:t>
            </a:r>
            <a:r>
              <a:rPr spc="-30" dirty="0"/>
              <a:t> </a:t>
            </a:r>
            <a:r>
              <a:rPr dirty="0">
                <a:latin typeface="Courier New"/>
                <a:cs typeface="Courier New"/>
              </a:rPr>
              <a:t>[2,</a:t>
            </a:r>
            <a:r>
              <a:rPr spc="-70" dirty="0">
                <a:latin typeface="Courier New"/>
                <a:cs typeface="Courier New"/>
              </a:rPr>
              <a:t> </a:t>
            </a:r>
            <a:r>
              <a:rPr dirty="0">
                <a:latin typeface="Courier New"/>
                <a:cs typeface="Courier New"/>
              </a:rPr>
              <a:t>5,</a:t>
            </a:r>
            <a:r>
              <a:rPr spc="-75" dirty="0">
                <a:latin typeface="Courier New"/>
                <a:cs typeface="Courier New"/>
              </a:rPr>
              <a:t> </a:t>
            </a:r>
            <a:r>
              <a:rPr dirty="0">
                <a:latin typeface="Courier New"/>
                <a:cs typeface="Courier New"/>
              </a:rPr>
              <a:t>3]</a:t>
            </a:r>
            <a:r>
              <a:rPr dirty="0"/>
              <a:t>,</a:t>
            </a:r>
            <a:r>
              <a:rPr spc="-30" dirty="0"/>
              <a:t> </a:t>
            </a:r>
            <a:r>
              <a:rPr dirty="0"/>
              <a:t>note</a:t>
            </a:r>
            <a:r>
              <a:rPr spc="-30" dirty="0"/>
              <a:t> </a:t>
            </a:r>
            <a:r>
              <a:rPr dirty="0"/>
              <a:t>this</a:t>
            </a:r>
            <a:r>
              <a:rPr spc="-35" dirty="0"/>
              <a:t> </a:t>
            </a:r>
            <a:r>
              <a:rPr dirty="0"/>
              <a:t>is</a:t>
            </a:r>
            <a:r>
              <a:rPr spc="-35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b="1" dirty="0">
                <a:solidFill>
                  <a:srgbClr val="C00000"/>
                </a:solidFill>
                <a:latin typeface="Calibri"/>
                <a:cs typeface="Calibri"/>
              </a:rPr>
              <a:t>same</a:t>
            </a:r>
            <a:r>
              <a:rPr b="1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C00000"/>
                </a:solidFill>
                <a:latin typeface="Calibri"/>
                <a:cs typeface="Calibri"/>
              </a:rPr>
              <a:t>object</a:t>
            </a:r>
            <a:r>
              <a:rPr b="1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pc="-50" dirty="0">
                <a:latin typeface="Courier New"/>
                <a:cs typeface="Courier New"/>
              </a:rPr>
              <a:t>L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782572" y="6073902"/>
            <a:ext cx="1631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ourier New"/>
                <a:cs typeface="Courier New"/>
              </a:rPr>
              <a:t>L</a:t>
            </a:r>
            <a:endParaRPr sz="1800" dirty="0">
              <a:latin typeface="Courier New"/>
              <a:cs typeface="Courier New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381187" y="3727881"/>
            <a:ext cx="3148965" cy="1214120"/>
            <a:chOff x="2143505" y="5050535"/>
            <a:chExt cx="3148965" cy="1214120"/>
          </a:xfrm>
        </p:grpSpPr>
        <p:sp>
          <p:nvSpPr>
            <p:cNvPr id="10" name="object 10"/>
            <p:cNvSpPr/>
            <p:nvPr/>
          </p:nvSpPr>
          <p:spPr>
            <a:xfrm>
              <a:off x="3920870" y="5058536"/>
              <a:ext cx="1351280" cy="306070"/>
            </a:xfrm>
            <a:custGeom>
              <a:avLst/>
              <a:gdLst/>
              <a:ahLst/>
              <a:cxnLst/>
              <a:rect l="l" t="t" r="r" b="b"/>
              <a:pathLst>
                <a:path w="1351279" h="306070">
                  <a:moveTo>
                    <a:pt x="1300099" y="0"/>
                  </a:moveTo>
                  <a:lnTo>
                    <a:pt x="50927" y="0"/>
                  </a:lnTo>
                  <a:lnTo>
                    <a:pt x="31128" y="4010"/>
                  </a:lnTo>
                  <a:lnTo>
                    <a:pt x="14938" y="14938"/>
                  </a:lnTo>
                  <a:lnTo>
                    <a:pt x="4010" y="31128"/>
                  </a:lnTo>
                  <a:lnTo>
                    <a:pt x="0" y="50926"/>
                  </a:lnTo>
                  <a:lnTo>
                    <a:pt x="0" y="254634"/>
                  </a:lnTo>
                  <a:lnTo>
                    <a:pt x="4010" y="274433"/>
                  </a:lnTo>
                  <a:lnTo>
                    <a:pt x="14938" y="290623"/>
                  </a:lnTo>
                  <a:lnTo>
                    <a:pt x="31128" y="301551"/>
                  </a:lnTo>
                  <a:lnTo>
                    <a:pt x="50927" y="305561"/>
                  </a:lnTo>
                  <a:lnTo>
                    <a:pt x="1300099" y="305561"/>
                  </a:lnTo>
                  <a:lnTo>
                    <a:pt x="1319897" y="301551"/>
                  </a:lnTo>
                  <a:lnTo>
                    <a:pt x="1336087" y="290623"/>
                  </a:lnTo>
                  <a:lnTo>
                    <a:pt x="1347015" y="274433"/>
                  </a:lnTo>
                  <a:lnTo>
                    <a:pt x="1351026" y="254634"/>
                  </a:lnTo>
                  <a:lnTo>
                    <a:pt x="1351026" y="50926"/>
                  </a:lnTo>
                  <a:lnTo>
                    <a:pt x="1347015" y="31128"/>
                  </a:lnTo>
                  <a:lnTo>
                    <a:pt x="1336087" y="14938"/>
                  </a:lnTo>
                  <a:lnTo>
                    <a:pt x="1319897" y="4010"/>
                  </a:lnTo>
                  <a:lnTo>
                    <a:pt x="1300099" y="0"/>
                  </a:lnTo>
                  <a:close/>
                </a:path>
              </a:pathLst>
            </a:custGeom>
            <a:solidFill>
              <a:srgbClr val="9437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920870" y="5058536"/>
              <a:ext cx="1351280" cy="306070"/>
            </a:xfrm>
            <a:custGeom>
              <a:avLst/>
              <a:gdLst/>
              <a:ahLst/>
              <a:cxnLst/>
              <a:rect l="l" t="t" r="r" b="b"/>
              <a:pathLst>
                <a:path w="1351279" h="306070">
                  <a:moveTo>
                    <a:pt x="0" y="50926"/>
                  </a:moveTo>
                  <a:lnTo>
                    <a:pt x="4010" y="31128"/>
                  </a:lnTo>
                  <a:lnTo>
                    <a:pt x="14938" y="14938"/>
                  </a:lnTo>
                  <a:lnTo>
                    <a:pt x="31128" y="4010"/>
                  </a:lnTo>
                  <a:lnTo>
                    <a:pt x="50927" y="0"/>
                  </a:lnTo>
                  <a:lnTo>
                    <a:pt x="1300099" y="0"/>
                  </a:lnTo>
                  <a:lnTo>
                    <a:pt x="1319897" y="4010"/>
                  </a:lnTo>
                  <a:lnTo>
                    <a:pt x="1336087" y="14938"/>
                  </a:lnTo>
                  <a:lnTo>
                    <a:pt x="1347015" y="31128"/>
                  </a:lnTo>
                  <a:lnTo>
                    <a:pt x="1351026" y="50926"/>
                  </a:lnTo>
                  <a:lnTo>
                    <a:pt x="1351026" y="254634"/>
                  </a:lnTo>
                  <a:lnTo>
                    <a:pt x="1347015" y="274433"/>
                  </a:lnTo>
                  <a:lnTo>
                    <a:pt x="1336087" y="290623"/>
                  </a:lnTo>
                  <a:lnTo>
                    <a:pt x="1319897" y="301551"/>
                  </a:lnTo>
                  <a:lnTo>
                    <a:pt x="1300099" y="305561"/>
                  </a:lnTo>
                  <a:lnTo>
                    <a:pt x="50927" y="305561"/>
                  </a:lnTo>
                  <a:lnTo>
                    <a:pt x="31128" y="301551"/>
                  </a:lnTo>
                  <a:lnTo>
                    <a:pt x="14938" y="290623"/>
                  </a:lnTo>
                  <a:lnTo>
                    <a:pt x="4010" y="274433"/>
                  </a:lnTo>
                  <a:lnTo>
                    <a:pt x="0" y="254634"/>
                  </a:lnTo>
                  <a:lnTo>
                    <a:pt x="0" y="50926"/>
                  </a:lnTo>
                  <a:close/>
                </a:path>
              </a:pathLst>
            </a:custGeom>
            <a:ln w="16001">
              <a:solidFill>
                <a:srgbClr val="6C252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143505" y="5167121"/>
              <a:ext cx="1776730" cy="1097280"/>
            </a:xfrm>
            <a:custGeom>
              <a:avLst/>
              <a:gdLst/>
              <a:ahLst/>
              <a:cxnLst/>
              <a:rect l="l" t="t" r="r" b="b"/>
              <a:pathLst>
                <a:path w="1776729" h="1097279">
                  <a:moveTo>
                    <a:pt x="873760" y="1068019"/>
                  </a:moveTo>
                  <a:lnTo>
                    <a:pt x="0" y="1068019"/>
                  </a:lnTo>
                  <a:lnTo>
                    <a:pt x="0" y="1096975"/>
                  </a:lnTo>
                  <a:lnTo>
                    <a:pt x="896238" y="1096975"/>
                  </a:lnTo>
                  <a:lnTo>
                    <a:pt x="902716" y="1090485"/>
                  </a:lnTo>
                  <a:lnTo>
                    <a:pt x="902716" y="1082497"/>
                  </a:lnTo>
                  <a:lnTo>
                    <a:pt x="873760" y="1082497"/>
                  </a:lnTo>
                  <a:lnTo>
                    <a:pt x="873760" y="1068019"/>
                  </a:lnTo>
                  <a:close/>
                </a:path>
                <a:path w="1776729" h="1097279">
                  <a:moveTo>
                    <a:pt x="1689735" y="28955"/>
                  </a:moveTo>
                  <a:lnTo>
                    <a:pt x="880363" y="28955"/>
                  </a:lnTo>
                  <a:lnTo>
                    <a:pt x="873760" y="35432"/>
                  </a:lnTo>
                  <a:lnTo>
                    <a:pt x="873760" y="1082497"/>
                  </a:lnTo>
                  <a:lnTo>
                    <a:pt x="888238" y="1068019"/>
                  </a:lnTo>
                  <a:lnTo>
                    <a:pt x="902716" y="1068019"/>
                  </a:lnTo>
                  <a:lnTo>
                    <a:pt x="902716" y="57911"/>
                  </a:lnTo>
                  <a:lnTo>
                    <a:pt x="888238" y="57911"/>
                  </a:lnTo>
                  <a:lnTo>
                    <a:pt x="902716" y="43433"/>
                  </a:lnTo>
                  <a:lnTo>
                    <a:pt x="1689735" y="43433"/>
                  </a:lnTo>
                  <a:lnTo>
                    <a:pt x="1689735" y="28955"/>
                  </a:lnTo>
                  <a:close/>
                </a:path>
                <a:path w="1776729" h="1097279">
                  <a:moveTo>
                    <a:pt x="902716" y="1068019"/>
                  </a:moveTo>
                  <a:lnTo>
                    <a:pt x="888238" y="1068019"/>
                  </a:lnTo>
                  <a:lnTo>
                    <a:pt x="873760" y="1082497"/>
                  </a:lnTo>
                  <a:lnTo>
                    <a:pt x="902716" y="1082497"/>
                  </a:lnTo>
                  <a:lnTo>
                    <a:pt x="902716" y="1068019"/>
                  </a:lnTo>
                  <a:close/>
                </a:path>
                <a:path w="1776729" h="1097279">
                  <a:moveTo>
                    <a:pt x="1689735" y="0"/>
                  </a:moveTo>
                  <a:lnTo>
                    <a:pt x="1689735" y="86867"/>
                  </a:lnTo>
                  <a:lnTo>
                    <a:pt x="1747646" y="57911"/>
                  </a:lnTo>
                  <a:lnTo>
                    <a:pt x="1704213" y="57911"/>
                  </a:lnTo>
                  <a:lnTo>
                    <a:pt x="1704213" y="28955"/>
                  </a:lnTo>
                  <a:lnTo>
                    <a:pt x="1747646" y="28955"/>
                  </a:lnTo>
                  <a:lnTo>
                    <a:pt x="1689735" y="0"/>
                  </a:lnTo>
                  <a:close/>
                </a:path>
                <a:path w="1776729" h="1097279">
                  <a:moveTo>
                    <a:pt x="902716" y="43433"/>
                  </a:moveTo>
                  <a:lnTo>
                    <a:pt x="888238" y="57911"/>
                  </a:lnTo>
                  <a:lnTo>
                    <a:pt x="902716" y="57911"/>
                  </a:lnTo>
                  <a:lnTo>
                    <a:pt x="902716" y="43433"/>
                  </a:lnTo>
                  <a:close/>
                </a:path>
                <a:path w="1776729" h="1097279">
                  <a:moveTo>
                    <a:pt x="1689735" y="43433"/>
                  </a:moveTo>
                  <a:lnTo>
                    <a:pt x="902716" y="43433"/>
                  </a:lnTo>
                  <a:lnTo>
                    <a:pt x="902716" y="57911"/>
                  </a:lnTo>
                  <a:lnTo>
                    <a:pt x="1689735" y="57911"/>
                  </a:lnTo>
                  <a:lnTo>
                    <a:pt x="1689735" y="43433"/>
                  </a:lnTo>
                  <a:close/>
                </a:path>
                <a:path w="1776729" h="1097279">
                  <a:moveTo>
                    <a:pt x="1747646" y="28955"/>
                  </a:moveTo>
                  <a:lnTo>
                    <a:pt x="1704213" y="28955"/>
                  </a:lnTo>
                  <a:lnTo>
                    <a:pt x="1704213" y="57911"/>
                  </a:lnTo>
                  <a:lnTo>
                    <a:pt x="1747646" y="57911"/>
                  </a:lnTo>
                  <a:lnTo>
                    <a:pt x="1776602" y="43433"/>
                  </a:lnTo>
                  <a:lnTo>
                    <a:pt x="1747646" y="2895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913251" y="5058536"/>
              <a:ext cx="1370965" cy="306070"/>
            </a:xfrm>
            <a:custGeom>
              <a:avLst/>
              <a:gdLst/>
              <a:ahLst/>
              <a:cxnLst/>
              <a:rect l="l" t="t" r="r" b="b"/>
              <a:pathLst>
                <a:path w="1370964" h="306070">
                  <a:moveTo>
                    <a:pt x="1319911" y="0"/>
                  </a:moveTo>
                  <a:lnTo>
                    <a:pt x="50927" y="0"/>
                  </a:lnTo>
                  <a:lnTo>
                    <a:pt x="31128" y="4010"/>
                  </a:lnTo>
                  <a:lnTo>
                    <a:pt x="14938" y="14938"/>
                  </a:lnTo>
                  <a:lnTo>
                    <a:pt x="4010" y="31128"/>
                  </a:lnTo>
                  <a:lnTo>
                    <a:pt x="0" y="50926"/>
                  </a:lnTo>
                  <a:lnTo>
                    <a:pt x="0" y="254634"/>
                  </a:lnTo>
                  <a:lnTo>
                    <a:pt x="4010" y="274433"/>
                  </a:lnTo>
                  <a:lnTo>
                    <a:pt x="14938" y="290623"/>
                  </a:lnTo>
                  <a:lnTo>
                    <a:pt x="31128" y="301551"/>
                  </a:lnTo>
                  <a:lnTo>
                    <a:pt x="50927" y="305561"/>
                  </a:lnTo>
                  <a:lnTo>
                    <a:pt x="1319911" y="305561"/>
                  </a:lnTo>
                  <a:lnTo>
                    <a:pt x="1339709" y="301551"/>
                  </a:lnTo>
                  <a:lnTo>
                    <a:pt x="1355899" y="290623"/>
                  </a:lnTo>
                  <a:lnTo>
                    <a:pt x="1366827" y="274433"/>
                  </a:lnTo>
                  <a:lnTo>
                    <a:pt x="1370838" y="254634"/>
                  </a:lnTo>
                  <a:lnTo>
                    <a:pt x="1370838" y="50926"/>
                  </a:lnTo>
                  <a:lnTo>
                    <a:pt x="1366827" y="31128"/>
                  </a:lnTo>
                  <a:lnTo>
                    <a:pt x="1355899" y="14938"/>
                  </a:lnTo>
                  <a:lnTo>
                    <a:pt x="1339709" y="4010"/>
                  </a:lnTo>
                  <a:lnTo>
                    <a:pt x="1319911" y="0"/>
                  </a:lnTo>
                  <a:close/>
                </a:path>
              </a:pathLst>
            </a:custGeom>
            <a:solidFill>
              <a:srgbClr val="9437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913251" y="5058536"/>
              <a:ext cx="1370965" cy="306070"/>
            </a:xfrm>
            <a:custGeom>
              <a:avLst/>
              <a:gdLst/>
              <a:ahLst/>
              <a:cxnLst/>
              <a:rect l="l" t="t" r="r" b="b"/>
              <a:pathLst>
                <a:path w="1370964" h="306070">
                  <a:moveTo>
                    <a:pt x="0" y="50926"/>
                  </a:moveTo>
                  <a:lnTo>
                    <a:pt x="4010" y="31128"/>
                  </a:lnTo>
                  <a:lnTo>
                    <a:pt x="14938" y="14938"/>
                  </a:lnTo>
                  <a:lnTo>
                    <a:pt x="31128" y="4010"/>
                  </a:lnTo>
                  <a:lnTo>
                    <a:pt x="50927" y="0"/>
                  </a:lnTo>
                  <a:lnTo>
                    <a:pt x="1319911" y="0"/>
                  </a:lnTo>
                  <a:lnTo>
                    <a:pt x="1339709" y="4010"/>
                  </a:lnTo>
                  <a:lnTo>
                    <a:pt x="1355899" y="14938"/>
                  </a:lnTo>
                  <a:lnTo>
                    <a:pt x="1366827" y="31128"/>
                  </a:lnTo>
                  <a:lnTo>
                    <a:pt x="1370838" y="50926"/>
                  </a:lnTo>
                  <a:lnTo>
                    <a:pt x="1370838" y="254634"/>
                  </a:lnTo>
                  <a:lnTo>
                    <a:pt x="1366827" y="274433"/>
                  </a:lnTo>
                  <a:lnTo>
                    <a:pt x="1355899" y="290623"/>
                  </a:lnTo>
                  <a:lnTo>
                    <a:pt x="1339709" y="301551"/>
                  </a:lnTo>
                  <a:lnTo>
                    <a:pt x="1319911" y="305561"/>
                  </a:lnTo>
                  <a:lnTo>
                    <a:pt x="50927" y="305561"/>
                  </a:lnTo>
                  <a:lnTo>
                    <a:pt x="31128" y="301551"/>
                  </a:lnTo>
                  <a:lnTo>
                    <a:pt x="14938" y="290623"/>
                  </a:lnTo>
                  <a:lnTo>
                    <a:pt x="4010" y="274433"/>
                  </a:lnTo>
                  <a:lnTo>
                    <a:pt x="0" y="254634"/>
                  </a:lnTo>
                  <a:lnTo>
                    <a:pt x="0" y="50926"/>
                  </a:lnTo>
                  <a:close/>
                </a:path>
              </a:pathLst>
            </a:custGeom>
            <a:ln w="16002">
              <a:solidFill>
                <a:srgbClr val="6C252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139559" y="3736990"/>
            <a:ext cx="135128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0970">
              <a:lnSpc>
                <a:spcPct val="100000"/>
              </a:lnSpc>
              <a:spcBef>
                <a:spcPts val="95"/>
              </a:spcBef>
            </a:pPr>
            <a:r>
              <a:rPr sz="2000" spc="114" dirty="0">
                <a:solidFill>
                  <a:srgbClr val="FFFFFF"/>
                </a:solidFill>
                <a:latin typeface="Courier New"/>
                <a:cs typeface="Courier New"/>
              </a:rPr>
              <a:t>[2</a:t>
            </a:r>
            <a:r>
              <a:rPr sz="2000" spc="95" dirty="0">
                <a:solidFill>
                  <a:srgbClr val="FFFFFF"/>
                </a:solidFill>
                <a:latin typeface="Courier New"/>
                <a:cs typeface="Courier New"/>
              </a:rPr>
              <a:t>,</a:t>
            </a:r>
            <a:r>
              <a:rPr sz="2000" spc="-1085" dirty="0">
                <a:solidFill>
                  <a:srgbClr val="FFFFFF"/>
                </a:solidFill>
                <a:latin typeface="Courier New"/>
                <a:cs typeface="Courier New"/>
              </a:rPr>
              <a:t>1</a:t>
            </a:r>
            <a:r>
              <a:rPr lang="en-PK" sz="2000" spc="114" dirty="0">
                <a:solidFill>
                  <a:srgbClr val="FFFFFF"/>
                </a:solidFill>
                <a:latin typeface="Courier New"/>
                <a:cs typeface="Courier New"/>
              </a:rPr>
              <a:t>5</a:t>
            </a:r>
            <a:r>
              <a:rPr sz="2000" spc="114" dirty="0">
                <a:solidFill>
                  <a:srgbClr val="FFFFFF"/>
                </a:solidFill>
                <a:latin typeface="Courier New"/>
                <a:cs typeface="Courier New"/>
              </a:rPr>
              <a:t>,3]</a:t>
            </a:r>
            <a:endParaRPr sz="2000" dirty="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25" dirty="0"/>
              <a:t>53</a:t>
            </a:fld>
            <a:endParaRPr spc="-25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7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5" dirty="0"/>
              <a:t>ITERATING</a:t>
            </a:r>
            <a:r>
              <a:rPr spc="-160" dirty="0"/>
              <a:t> </a:t>
            </a:r>
            <a:r>
              <a:rPr spc="-30" dirty="0"/>
              <a:t>OVER</a:t>
            </a:r>
            <a:r>
              <a:rPr spc="-155" dirty="0"/>
              <a:t> </a:t>
            </a:r>
            <a:r>
              <a:rPr dirty="0"/>
              <a:t>A</a:t>
            </a:r>
            <a:r>
              <a:rPr spc="-150" dirty="0"/>
              <a:t> </a:t>
            </a:r>
            <a:r>
              <a:rPr spc="-20" dirty="0"/>
              <a:t>LIST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0259" y="1679849"/>
            <a:ext cx="5996305" cy="109474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237490" indent="-224790">
              <a:lnSpc>
                <a:spcPct val="100000"/>
              </a:lnSpc>
              <a:spcBef>
                <a:spcPts val="1190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sz="2600" dirty="0">
                <a:latin typeface="Calibri"/>
                <a:cs typeface="Calibri"/>
              </a:rPr>
              <a:t>compute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sum</a:t>
            </a:r>
            <a:r>
              <a:rPr sz="2600" b="1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of</a:t>
            </a:r>
            <a:r>
              <a:rPr sz="2600" b="1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elements</a:t>
            </a:r>
            <a:r>
              <a:rPr sz="2600" b="1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list</a:t>
            </a:r>
            <a:endParaRPr sz="2600">
              <a:latin typeface="Calibri"/>
              <a:cs typeface="Calibri"/>
            </a:endParaRPr>
          </a:p>
          <a:p>
            <a:pPr marL="237490" indent="-224790">
              <a:lnSpc>
                <a:spcPct val="100000"/>
              </a:lnSpc>
              <a:spcBef>
                <a:spcPts val="1085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sz="2600" dirty="0">
                <a:latin typeface="Calibri"/>
                <a:cs typeface="Calibri"/>
              </a:rPr>
              <a:t>common</a:t>
            </a:r>
            <a:r>
              <a:rPr sz="2600" spc="-10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pattern,</a:t>
            </a:r>
            <a:r>
              <a:rPr sz="2600" spc="-11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iterate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over</a:t>
            </a:r>
            <a:r>
              <a:rPr sz="2600" spc="-1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list</a:t>
            </a:r>
            <a:r>
              <a:rPr sz="2600" spc="-10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elements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0259" y="2835096"/>
            <a:ext cx="3927475" cy="285051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04139">
              <a:lnSpc>
                <a:spcPct val="100000"/>
              </a:lnSpc>
              <a:spcBef>
                <a:spcPts val="1300"/>
              </a:spcBef>
            </a:pPr>
            <a:r>
              <a:rPr sz="2000" dirty="0">
                <a:latin typeface="Courier New"/>
                <a:cs typeface="Courier New"/>
              </a:rPr>
              <a:t>total</a:t>
            </a:r>
            <a:r>
              <a:rPr sz="2000" spc="-4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=</a:t>
            </a:r>
            <a:r>
              <a:rPr sz="2000" spc="-35" dirty="0">
                <a:latin typeface="Courier New"/>
                <a:cs typeface="Courier New"/>
              </a:rPr>
              <a:t> </a:t>
            </a:r>
            <a:r>
              <a:rPr sz="2000" spc="-50" dirty="0">
                <a:latin typeface="Courier New"/>
                <a:cs typeface="Courier New"/>
              </a:rPr>
              <a:t>0</a:t>
            </a:r>
            <a:endParaRPr sz="2000">
              <a:latin typeface="Courier New"/>
              <a:cs typeface="Courier New"/>
            </a:endParaRPr>
          </a:p>
          <a:p>
            <a:pPr marL="1018540" marR="5080" indent="-610235">
              <a:lnSpc>
                <a:spcPct val="150000"/>
              </a:lnSpc>
            </a:pPr>
            <a:r>
              <a:rPr sz="2000" dirty="0">
                <a:latin typeface="Courier New"/>
                <a:cs typeface="Courier New"/>
              </a:rPr>
              <a:t>for</a:t>
            </a:r>
            <a:r>
              <a:rPr sz="2000" spc="-2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i</a:t>
            </a:r>
            <a:r>
              <a:rPr sz="2000" spc="-2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in</a:t>
            </a:r>
            <a:r>
              <a:rPr sz="2000" spc="-2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range(len(L)): </a:t>
            </a:r>
            <a:r>
              <a:rPr sz="2000" dirty="0">
                <a:latin typeface="Courier New"/>
                <a:cs typeface="Courier New"/>
              </a:rPr>
              <a:t>total</a:t>
            </a:r>
            <a:r>
              <a:rPr sz="2000" spc="-4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+=</a:t>
            </a:r>
            <a:r>
              <a:rPr sz="2000" spc="-4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L[i]</a:t>
            </a:r>
            <a:endParaRPr sz="2000">
              <a:latin typeface="Courier New"/>
              <a:cs typeface="Courier New"/>
            </a:endParaRPr>
          </a:p>
          <a:p>
            <a:pPr marL="408940">
              <a:lnSpc>
                <a:spcPct val="100000"/>
              </a:lnSpc>
              <a:spcBef>
                <a:spcPts val="1230"/>
              </a:spcBef>
            </a:pPr>
            <a:r>
              <a:rPr sz="2000" dirty="0">
                <a:latin typeface="Courier New"/>
                <a:cs typeface="Courier New"/>
              </a:rPr>
              <a:t>print</a:t>
            </a:r>
            <a:r>
              <a:rPr sz="2000" spc="-6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total</a:t>
            </a:r>
            <a:endParaRPr sz="2000">
              <a:latin typeface="Courier New"/>
              <a:cs typeface="Courier New"/>
            </a:endParaRPr>
          </a:p>
          <a:p>
            <a:pPr marL="237490" indent="-224790">
              <a:lnSpc>
                <a:spcPct val="100000"/>
              </a:lnSpc>
              <a:spcBef>
                <a:spcPts val="1495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sz="2600" spc="-10" dirty="0">
                <a:latin typeface="Calibri"/>
                <a:cs typeface="Calibri"/>
              </a:rPr>
              <a:t>notice</a:t>
            </a:r>
            <a:endParaRPr sz="2600">
              <a:latin typeface="Calibri"/>
              <a:cs typeface="Calibri"/>
            </a:endParaRPr>
          </a:p>
          <a:p>
            <a:pPr marL="464820" lvl="1" indent="-251460">
              <a:lnSpc>
                <a:spcPct val="100000"/>
              </a:lnSpc>
              <a:spcBef>
                <a:spcPts val="315"/>
              </a:spcBef>
              <a:buClr>
                <a:srgbClr val="585858"/>
              </a:buClr>
              <a:buFont typeface="Arial MT"/>
              <a:buChar char="•"/>
              <a:tabLst>
                <a:tab pos="464820" algn="l"/>
              </a:tabLst>
            </a:pPr>
            <a:r>
              <a:rPr sz="2400" dirty="0">
                <a:latin typeface="Calibri"/>
                <a:cs typeface="Calibri"/>
              </a:rPr>
              <a:t>list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elements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indexed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50" dirty="0">
                <a:latin typeface="Courier New"/>
                <a:cs typeface="Courier New"/>
              </a:rPr>
              <a:t>0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81296" y="5293867"/>
            <a:ext cx="18167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to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len(L)-</a:t>
            </a:r>
            <a:r>
              <a:rPr sz="2400" spc="-50" dirty="0">
                <a:latin typeface="Courier New"/>
                <a:cs typeface="Courier New"/>
              </a:rPr>
              <a:t>1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11427" y="5735828"/>
            <a:ext cx="43541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3525" indent="-250825">
              <a:lnSpc>
                <a:spcPct val="100000"/>
              </a:lnSpc>
              <a:spcBef>
                <a:spcPts val="100"/>
              </a:spcBef>
              <a:buClr>
                <a:srgbClr val="585858"/>
              </a:buClr>
              <a:buFont typeface="Arial MT"/>
              <a:buChar char="•"/>
              <a:tabLst>
                <a:tab pos="263525" algn="l"/>
              </a:tabLst>
            </a:pPr>
            <a:r>
              <a:rPr sz="2400" spc="-10" dirty="0">
                <a:latin typeface="Courier New"/>
                <a:cs typeface="Courier New"/>
              </a:rPr>
              <a:t>range(n)</a:t>
            </a:r>
            <a:r>
              <a:rPr sz="2400" spc="-925" dirty="0">
                <a:latin typeface="Courier New"/>
                <a:cs typeface="Courier New"/>
              </a:rPr>
              <a:t> </a:t>
            </a:r>
            <a:r>
              <a:rPr sz="2400" dirty="0">
                <a:latin typeface="Calibri"/>
                <a:cs typeface="Calibri"/>
              </a:rPr>
              <a:t>goes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ourier New"/>
                <a:cs typeface="Courier New"/>
              </a:rPr>
              <a:t>0</a:t>
            </a:r>
            <a:r>
              <a:rPr sz="2400" spc="-50" dirty="0">
                <a:latin typeface="Courier New"/>
                <a:cs typeface="Courier New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n-</a:t>
            </a:r>
            <a:r>
              <a:rPr sz="2400" spc="-50" dirty="0">
                <a:latin typeface="Courier New"/>
                <a:cs typeface="Courier New"/>
              </a:rPr>
              <a:t>1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47435" y="2835096"/>
            <a:ext cx="155003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00" marR="5080" indent="-305435">
              <a:lnSpc>
                <a:spcPct val="150000"/>
              </a:lnSpc>
              <a:spcBef>
                <a:spcPts val="100"/>
              </a:spcBef>
            </a:pPr>
            <a:r>
              <a:rPr sz="2000" dirty="0">
                <a:latin typeface="Courier New"/>
                <a:cs typeface="Courier New"/>
              </a:rPr>
              <a:t>total</a:t>
            </a:r>
            <a:r>
              <a:rPr sz="2000" spc="-4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=</a:t>
            </a:r>
            <a:r>
              <a:rPr sz="2000" spc="-35" dirty="0">
                <a:latin typeface="Courier New"/>
                <a:cs typeface="Courier New"/>
              </a:rPr>
              <a:t> </a:t>
            </a:r>
            <a:r>
              <a:rPr sz="2000" spc="-50" dirty="0">
                <a:latin typeface="Courier New"/>
                <a:cs typeface="Courier New"/>
              </a:rPr>
              <a:t>0 </a:t>
            </a:r>
            <a:r>
              <a:rPr sz="2000" dirty="0">
                <a:latin typeface="Courier New"/>
                <a:cs typeface="Courier New"/>
              </a:rPr>
              <a:t>for</a:t>
            </a:r>
            <a:r>
              <a:rPr sz="2000" spc="-2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i</a:t>
            </a:r>
            <a:r>
              <a:rPr sz="2000" spc="-25" dirty="0">
                <a:latin typeface="Courier New"/>
                <a:cs typeface="Courier New"/>
              </a:rPr>
              <a:t> in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234808" y="3414903"/>
            <a:ext cx="567690" cy="459740"/>
          </a:xfrm>
          <a:prstGeom prst="rect">
            <a:avLst/>
          </a:prstGeom>
          <a:ln w="16001">
            <a:solidFill>
              <a:srgbClr val="FF0000"/>
            </a:solidFill>
          </a:ln>
        </p:spPr>
        <p:txBody>
          <a:bodyPr vert="horz" wrap="square" lIns="0" tIns="42545" rIns="0" bIns="0" rtlCol="0">
            <a:spAutoFit/>
          </a:bodyPr>
          <a:lstStyle/>
          <a:p>
            <a:pPr marL="101600">
              <a:lnSpc>
                <a:spcPct val="100000"/>
              </a:lnSpc>
              <a:spcBef>
                <a:spcPts val="335"/>
              </a:spcBef>
            </a:pPr>
            <a:r>
              <a:rPr sz="2000" spc="-25" dirty="0">
                <a:latin typeface="Courier New"/>
                <a:cs typeface="Courier New"/>
              </a:rPr>
              <a:t>L: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952490" y="3745687"/>
            <a:ext cx="2159000" cy="9474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09600">
              <a:lnSpc>
                <a:spcPct val="151200"/>
              </a:lnSpc>
              <a:spcBef>
                <a:spcPts val="100"/>
              </a:spcBef>
            </a:pPr>
            <a:r>
              <a:rPr sz="2000" dirty="0">
                <a:latin typeface="Courier New"/>
                <a:cs typeface="Courier New"/>
              </a:rPr>
              <a:t>total</a:t>
            </a:r>
            <a:r>
              <a:rPr sz="2000" spc="-4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+=</a:t>
            </a:r>
            <a:r>
              <a:rPr sz="2000" spc="-40" dirty="0">
                <a:latin typeface="Courier New"/>
                <a:cs typeface="Courier New"/>
              </a:rPr>
              <a:t> </a:t>
            </a:r>
            <a:r>
              <a:rPr sz="2000" spc="-50" dirty="0">
                <a:latin typeface="Courier New"/>
                <a:cs typeface="Courier New"/>
              </a:rPr>
              <a:t>i </a:t>
            </a:r>
            <a:r>
              <a:rPr sz="2000" dirty="0">
                <a:latin typeface="Courier New"/>
                <a:cs typeface="Courier New"/>
              </a:rPr>
              <a:t>print</a:t>
            </a:r>
            <a:r>
              <a:rPr sz="2000" spc="-6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total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004435" y="2969132"/>
            <a:ext cx="30480" cy="1840230"/>
          </a:xfrm>
          <a:custGeom>
            <a:avLst/>
            <a:gdLst/>
            <a:ahLst/>
            <a:cxnLst/>
            <a:rect l="l" t="t" r="r" b="b"/>
            <a:pathLst>
              <a:path w="30479" h="1840229">
                <a:moveTo>
                  <a:pt x="0" y="0"/>
                </a:moveTo>
                <a:lnTo>
                  <a:pt x="30099" y="1839849"/>
                </a:lnTo>
              </a:path>
            </a:pathLst>
          </a:custGeom>
          <a:ln w="12954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25817" y="1887854"/>
            <a:ext cx="1178813" cy="1490980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25" dirty="0"/>
              <a:t>54</a:t>
            </a:fld>
            <a:endParaRPr spc="-25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914146"/>
            <a:ext cx="686625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0" dirty="0"/>
              <a:t>OPERATIONS</a:t>
            </a:r>
            <a:r>
              <a:rPr spc="-165" dirty="0"/>
              <a:t> </a:t>
            </a:r>
            <a:r>
              <a:rPr dirty="0"/>
              <a:t>ON</a:t>
            </a:r>
            <a:r>
              <a:rPr spc="-140" dirty="0"/>
              <a:t> </a:t>
            </a:r>
            <a:r>
              <a:rPr spc="-50" dirty="0"/>
              <a:t>LISTS</a:t>
            </a:r>
            <a:r>
              <a:rPr spc="-135" dirty="0"/>
              <a:t> </a:t>
            </a:r>
            <a:r>
              <a:rPr dirty="0"/>
              <a:t>-</a:t>
            </a:r>
            <a:r>
              <a:rPr spc="-135" dirty="0"/>
              <a:t> </a:t>
            </a:r>
            <a:r>
              <a:rPr spc="-25" dirty="0"/>
              <a:t>ADD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0259" y="1564588"/>
            <a:ext cx="7954009" cy="4911725"/>
          </a:xfrm>
          <a:prstGeom prst="rect">
            <a:avLst/>
          </a:prstGeom>
        </p:spPr>
        <p:txBody>
          <a:bodyPr vert="horz" wrap="square" lIns="0" tIns="154305" rIns="0" bIns="0" rtlCol="0">
            <a:spAutoFit/>
          </a:bodyPr>
          <a:lstStyle/>
          <a:p>
            <a:pPr marL="237490" indent="-224790">
              <a:lnSpc>
                <a:spcPct val="100000"/>
              </a:lnSpc>
              <a:spcBef>
                <a:spcPts val="1215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add</a:t>
            </a:r>
            <a:r>
              <a:rPr sz="2600" b="1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elements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end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list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with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ourier New"/>
                <a:cs typeface="Courier New"/>
              </a:rPr>
              <a:t>L.append(element)</a:t>
            </a:r>
            <a:endParaRPr sz="2600">
              <a:latin typeface="Courier New"/>
              <a:cs typeface="Courier New"/>
            </a:endParaRPr>
          </a:p>
          <a:p>
            <a:pPr marL="237490" indent="-224790">
              <a:lnSpc>
                <a:spcPct val="100000"/>
              </a:lnSpc>
              <a:spcBef>
                <a:spcPts val="1115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mutates</a:t>
            </a:r>
            <a:r>
              <a:rPr sz="2600" b="1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list!</a:t>
            </a:r>
            <a:endParaRPr sz="2600">
              <a:latin typeface="Calibri"/>
              <a:cs typeface="Calibri"/>
            </a:endParaRPr>
          </a:p>
          <a:p>
            <a:pPr marL="349250">
              <a:lnSpc>
                <a:spcPct val="100000"/>
              </a:lnSpc>
              <a:spcBef>
                <a:spcPts val="305"/>
              </a:spcBef>
            </a:pPr>
            <a:r>
              <a:rPr sz="2200" dirty="0">
                <a:latin typeface="Courier New"/>
                <a:cs typeface="Courier New"/>
              </a:rPr>
              <a:t>L</a:t>
            </a:r>
            <a:r>
              <a:rPr sz="2200" spc="-1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=</a:t>
            </a:r>
            <a:r>
              <a:rPr sz="2200" spc="-10" dirty="0">
                <a:latin typeface="Courier New"/>
                <a:cs typeface="Courier New"/>
              </a:rPr>
              <a:t> [2,1,3]</a:t>
            </a:r>
            <a:endParaRPr sz="2200">
              <a:latin typeface="Courier New"/>
              <a:cs typeface="Courier New"/>
            </a:endParaRPr>
          </a:p>
          <a:p>
            <a:pPr marL="349250">
              <a:lnSpc>
                <a:spcPct val="100000"/>
              </a:lnSpc>
              <a:spcBef>
                <a:spcPts val="305"/>
              </a:spcBef>
              <a:tabLst>
                <a:tab pos="2755900" algn="l"/>
              </a:tabLst>
            </a:pPr>
            <a:r>
              <a:rPr sz="2200" spc="-10" dirty="0">
                <a:latin typeface="Courier New"/>
                <a:cs typeface="Courier New"/>
              </a:rPr>
              <a:t>L.append(5)</a:t>
            </a:r>
            <a:r>
              <a:rPr sz="2200" dirty="0">
                <a:latin typeface="Courier New"/>
                <a:cs typeface="Courier New"/>
              </a:rPr>
              <a:t>	</a:t>
            </a:r>
            <a:r>
              <a:rPr sz="2200" dirty="0">
                <a:latin typeface="Wingdings"/>
                <a:cs typeface="Wingdings"/>
              </a:rPr>
              <a:t>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Calibri"/>
                <a:cs typeface="Calibri"/>
              </a:rPr>
              <a:t>L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 now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[2,1,3,5]</a:t>
            </a:r>
            <a:endParaRPr sz="2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2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sz="2200">
              <a:latin typeface="Courier New"/>
              <a:cs typeface="Courier New"/>
            </a:endParaRPr>
          </a:p>
          <a:p>
            <a:pPr marL="237490" indent="-224790">
              <a:lnSpc>
                <a:spcPct val="100000"/>
              </a:lnSpc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sz="2600" dirty="0">
                <a:latin typeface="Calibri"/>
                <a:cs typeface="Calibri"/>
              </a:rPr>
              <a:t>what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dot?</a:t>
            </a:r>
            <a:endParaRPr sz="2600">
              <a:latin typeface="Calibri"/>
              <a:cs typeface="Calibri"/>
            </a:endParaRPr>
          </a:p>
          <a:p>
            <a:pPr marL="464820" lvl="1" indent="-251460">
              <a:lnSpc>
                <a:spcPct val="100000"/>
              </a:lnSpc>
              <a:spcBef>
                <a:spcPts val="120"/>
              </a:spcBef>
              <a:buClr>
                <a:srgbClr val="585858"/>
              </a:buClr>
              <a:buFont typeface="Arial MT"/>
              <a:buChar char="•"/>
              <a:tabLst>
                <a:tab pos="464820" algn="l"/>
              </a:tabLst>
            </a:pPr>
            <a:r>
              <a:rPr sz="2400" dirty="0">
                <a:latin typeface="Calibri"/>
                <a:cs typeface="Calibri"/>
              </a:rPr>
              <a:t>lists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Python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objects,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everything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Python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object</a:t>
            </a:r>
            <a:endParaRPr sz="2400">
              <a:latin typeface="Calibri"/>
              <a:cs typeface="Calibri"/>
            </a:endParaRPr>
          </a:p>
          <a:p>
            <a:pPr marL="464820" lvl="1" indent="-251460">
              <a:lnSpc>
                <a:spcPct val="100000"/>
              </a:lnSpc>
              <a:spcBef>
                <a:spcPts val="315"/>
              </a:spcBef>
              <a:buClr>
                <a:srgbClr val="585858"/>
              </a:buClr>
              <a:buFont typeface="Arial MT"/>
              <a:buChar char="•"/>
              <a:tabLst>
                <a:tab pos="464820" algn="l"/>
              </a:tabLst>
            </a:pPr>
            <a:r>
              <a:rPr sz="2400" dirty="0">
                <a:latin typeface="Calibri"/>
                <a:cs typeface="Calibri"/>
              </a:rPr>
              <a:t>objects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data</a:t>
            </a:r>
            <a:endParaRPr sz="2400">
              <a:latin typeface="Calibri"/>
              <a:cs typeface="Calibri"/>
            </a:endParaRPr>
          </a:p>
          <a:p>
            <a:pPr marL="464820" lvl="1" indent="-251460">
              <a:lnSpc>
                <a:spcPct val="100000"/>
              </a:lnSpc>
              <a:spcBef>
                <a:spcPts val="310"/>
              </a:spcBef>
              <a:buClr>
                <a:srgbClr val="585858"/>
              </a:buClr>
              <a:buFont typeface="Arial MT"/>
              <a:buChar char="•"/>
              <a:tabLst>
                <a:tab pos="464820" algn="l"/>
              </a:tabLst>
            </a:pPr>
            <a:r>
              <a:rPr sz="2400" dirty="0">
                <a:latin typeface="Calibri"/>
                <a:cs typeface="Calibri"/>
              </a:rPr>
              <a:t>objects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methods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functions</a:t>
            </a:r>
            <a:endParaRPr sz="2400">
              <a:latin typeface="Calibri"/>
              <a:cs typeface="Calibri"/>
            </a:endParaRPr>
          </a:p>
          <a:p>
            <a:pPr marL="464820" lvl="1" indent="-251460">
              <a:lnSpc>
                <a:spcPct val="100000"/>
              </a:lnSpc>
              <a:spcBef>
                <a:spcPts val="315"/>
              </a:spcBef>
              <a:buClr>
                <a:srgbClr val="585858"/>
              </a:buClr>
              <a:buFont typeface="Arial MT"/>
              <a:buChar char="•"/>
              <a:tabLst>
                <a:tab pos="464820" algn="l"/>
              </a:tabLst>
            </a:pPr>
            <a:r>
              <a:rPr sz="2400" dirty="0">
                <a:latin typeface="Calibri"/>
                <a:cs typeface="Calibri"/>
              </a:rPr>
              <a:t>access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information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object_name.do_something()</a:t>
            </a:r>
            <a:endParaRPr sz="2000">
              <a:latin typeface="Courier New"/>
              <a:cs typeface="Courier New"/>
            </a:endParaRPr>
          </a:p>
          <a:p>
            <a:pPr marL="464820" lvl="1" indent="-251460">
              <a:lnSpc>
                <a:spcPct val="100000"/>
              </a:lnSpc>
              <a:spcBef>
                <a:spcPts val="310"/>
              </a:spcBef>
              <a:buClr>
                <a:srgbClr val="585858"/>
              </a:buClr>
              <a:buFont typeface="Arial MT"/>
              <a:buChar char="•"/>
              <a:tabLst>
                <a:tab pos="464820" algn="l"/>
              </a:tabLst>
            </a:pPr>
            <a:r>
              <a:rPr sz="2400" dirty="0">
                <a:latin typeface="Calibri"/>
                <a:cs typeface="Calibri"/>
              </a:rPr>
              <a:t>will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learn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more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about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these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later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87348" y="3462909"/>
            <a:ext cx="179705" cy="614045"/>
          </a:xfrm>
          <a:custGeom>
            <a:avLst/>
            <a:gdLst/>
            <a:ahLst/>
            <a:cxnLst/>
            <a:rect l="l" t="t" r="r" b="b"/>
            <a:pathLst>
              <a:path w="179705" h="614045">
                <a:moveTo>
                  <a:pt x="36215" y="24979"/>
                </a:moveTo>
                <a:lnTo>
                  <a:pt x="32387" y="37379"/>
                </a:lnTo>
                <a:lnTo>
                  <a:pt x="166878" y="613663"/>
                </a:lnTo>
                <a:lnTo>
                  <a:pt x="179451" y="610615"/>
                </a:lnTo>
                <a:lnTo>
                  <a:pt x="45055" y="34338"/>
                </a:lnTo>
                <a:lnTo>
                  <a:pt x="36215" y="24979"/>
                </a:lnTo>
                <a:close/>
              </a:path>
              <a:path w="179705" h="614045">
                <a:moveTo>
                  <a:pt x="30353" y="0"/>
                </a:moveTo>
                <a:lnTo>
                  <a:pt x="1142" y="94868"/>
                </a:lnTo>
                <a:lnTo>
                  <a:pt x="0" y="98297"/>
                </a:lnTo>
                <a:lnTo>
                  <a:pt x="2102" y="102107"/>
                </a:lnTo>
                <a:lnTo>
                  <a:pt x="2444" y="102107"/>
                </a:lnTo>
                <a:lnTo>
                  <a:pt x="5333" y="102996"/>
                </a:lnTo>
                <a:lnTo>
                  <a:pt x="8763" y="104012"/>
                </a:lnTo>
                <a:lnTo>
                  <a:pt x="12446" y="102107"/>
                </a:lnTo>
                <a:lnTo>
                  <a:pt x="13462" y="98678"/>
                </a:lnTo>
                <a:lnTo>
                  <a:pt x="32387" y="37379"/>
                </a:lnTo>
                <a:lnTo>
                  <a:pt x="27012" y="14350"/>
                </a:lnTo>
                <a:lnTo>
                  <a:pt x="26924" y="13969"/>
                </a:lnTo>
                <a:lnTo>
                  <a:pt x="39624" y="11048"/>
                </a:lnTo>
                <a:lnTo>
                  <a:pt x="40798" y="11048"/>
                </a:lnTo>
                <a:lnTo>
                  <a:pt x="30353" y="0"/>
                </a:lnTo>
                <a:close/>
              </a:path>
              <a:path w="179705" h="614045">
                <a:moveTo>
                  <a:pt x="40798" y="11048"/>
                </a:moveTo>
                <a:lnTo>
                  <a:pt x="39624" y="11048"/>
                </a:lnTo>
                <a:lnTo>
                  <a:pt x="45055" y="34338"/>
                </a:lnTo>
                <a:lnTo>
                  <a:pt x="89154" y="81025"/>
                </a:lnTo>
                <a:lnTo>
                  <a:pt x="91681" y="83819"/>
                </a:lnTo>
                <a:lnTo>
                  <a:pt x="95758" y="83819"/>
                </a:lnTo>
                <a:lnTo>
                  <a:pt x="98298" y="81279"/>
                </a:lnTo>
                <a:lnTo>
                  <a:pt x="100965" y="78866"/>
                </a:lnTo>
                <a:lnTo>
                  <a:pt x="101092" y="74802"/>
                </a:lnTo>
                <a:lnTo>
                  <a:pt x="40798" y="11048"/>
                </a:lnTo>
                <a:close/>
              </a:path>
              <a:path w="179705" h="614045">
                <a:moveTo>
                  <a:pt x="39624" y="11048"/>
                </a:moveTo>
                <a:lnTo>
                  <a:pt x="26924" y="13969"/>
                </a:lnTo>
                <a:lnTo>
                  <a:pt x="32387" y="37379"/>
                </a:lnTo>
                <a:lnTo>
                  <a:pt x="36215" y="24979"/>
                </a:lnTo>
                <a:lnTo>
                  <a:pt x="28575" y="16890"/>
                </a:lnTo>
                <a:lnTo>
                  <a:pt x="39497" y="14350"/>
                </a:lnTo>
                <a:lnTo>
                  <a:pt x="40394" y="14350"/>
                </a:lnTo>
                <a:lnTo>
                  <a:pt x="39624" y="11048"/>
                </a:lnTo>
                <a:close/>
              </a:path>
              <a:path w="179705" h="614045">
                <a:moveTo>
                  <a:pt x="40394" y="14350"/>
                </a:moveTo>
                <a:lnTo>
                  <a:pt x="39497" y="14350"/>
                </a:lnTo>
                <a:lnTo>
                  <a:pt x="36215" y="24979"/>
                </a:lnTo>
                <a:lnTo>
                  <a:pt x="45055" y="34338"/>
                </a:lnTo>
                <a:lnTo>
                  <a:pt x="40394" y="14350"/>
                </a:lnTo>
                <a:close/>
              </a:path>
              <a:path w="179705" h="614045">
                <a:moveTo>
                  <a:pt x="39497" y="14350"/>
                </a:moveTo>
                <a:lnTo>
                  <a:pt x="28575" y="16890"/>
                </a:lnTo>
                <a:lnTo>
                  <a:pt x="36215" y="24979"/>
                </a:lnTo>
                <a:lnTo>
                  <a:pt x="39497" y="1435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25" dirty="0"/>
              <a:t>55</a:t>
            </a:fld>
            <a:endParaRPr spc="-25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50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0" dirty="0"/>
              <a:t>OPERATIONS</a:t>
            </a:r>
            <a:r>
              <a:rPr spc="-165" dirty="0"/>
              <a:t> </a:t>
            </a:r>
            <a:r>
              <a:rPr dirty="0"/>
              <a:t>ON</a:t>
            </a:r>
            <a:r>
              <a:rPr spc="-140" dirty="0"/>
              <a:t> </a:t>
            </a:r>
            <a:r>
              <a:rPr spc="-50" dirty="0"/>
              <a:t>LISTS</a:t>
            </a:r>
            <a:r>
              <a:rPr spc="-130" dirty="0"/>
              <a:t> </a:t>
            </a:r>
            <a:r>
              <a:rPr dirty="0"/>
              <a:t>-</a:t>
            </a:r>
            <a:r>
              <a:rPr spc="-135" dirty="0"/>
              <a:t> </a:t>
            </a:r>
            <a:r>
              <a:rPr spc="-25" dirty="0"/>
              <a:t>ADD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25" dirty="0"/>
              <a:t>56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810259" y="1818385"/>
            <a:ext cx="7787640" cy="1309370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04139" marR="5080" indent="-91440">
              <a:lnSpc>
                <a:spcPts val="2810"/>
              </a:lnSpc>
              <a:spcBef>
                <a:spcPts val="450"/>
              </a:spcBef>
              <a:buClr>
                <a:srgbClr val="585858"/>
              </a:buClr>
              <a:buFont typeface="Wingdings"/>
              <a:buChar char=""/>
              <a:tabLst>
                <a:tab pos="104139" algn="l"/>
                <a:tab pos="237490" algn="l"/>
              </a:tabLst>
            </a:pPr>
            <a:r>
              <a:rPr sz="2600" dirty="0">
                <a:latin typeface="Calibri"/>
                <a:cs typeface="Calibri"/>
              </a:rPr>
              <a:t>	to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combine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lists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together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use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concatenation</a:t>
            </a:r>
            <a:r>
              <a:rPr sz="2600" spc="-10" dirty="0">
                <a:latin typeface="Calibri"/>
                <a:cs typeface="Calibri"/>
              </a:rPr>
              <a:t>,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+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operator,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give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you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new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list</a:t>
            </a:r>
            <a:endParaRPr sz="2600">
              <a:latin typeface="Calibri"/>
              <a:cs typeface="Calibri"/>
            </a:endParaRPr>
          </a:p>
          <a:p>
            <a:pPr marL="237490" indent="-224790">
              <a:lnSpc>
                <a:spcPct val="100000"/>
              </a:lnSpc>
              <a:spcBef>
                <a:spcPts val="1015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mutate</a:t>
            </a:r>
            <a:r>
              <a:rPr sz="2600" b="1" spc="-7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list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with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ourier New"/>
                <a:cs typeface="Courier New"/>
              </a:rPr>
              <a:t>L.extend(some_list)</a:t>
            </a:r>
            <a:endParaRPr sz="2600">
              <a:latin typeface="Courier New"/>
              <a:cs typeface="Courier New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91209" y="3839457"/>
          <a:ext cx="7292340" cy="1691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8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24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41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016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5450">
                <a:tc>
                  <a:txBody>
                    <a:bodyPr/>
                    <a:lstStyle/>
                    <a:p>
                      <a:pPr marL="31750">
                        <a:lnSpc>
                          <a:spcPts val="2480"/>
                        </a:lnSpc>
                      </a:pPr>
                      <a:r>
                        <a:rPr sz="2400" spc="-25" dirty="0">
                          <a:latin typeface="Courier New"/>
                          <a:cs typeface="Courier New"/>
                        </a:rPr>
                        <a:t>L1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480"/>
                        </a:lnSpc>
                      </a:pPr>
                      <a:r>
                        <a:rPr sz="2400" spc="-5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ts val="2480"/>
                        </a:lnSpc>
                      </a:pPr>
                      <a:r>
                        <a:rPr sz="2400" spc="-10" dirty="0">
                          <a:latin typeface="Courier New"/>
                          <a:cs typeface="Courier New"/>
                        </a:rPr>
                        <a:t>[2,1,3]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974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400" spc="-25" dirty="0">
                          <a:latin typeface="Courier New"/>
                          <a:cs typeface="Courier New"/>
                        </a:rPr>
                        <a:t>L2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29209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400" spc="-5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29209" marB="0"/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400" spc="-10" dirty="0">
                          <a:latin typeface="Courier New"/>
                          <a:cs typeface="Courier New"/>
                        </a:rPr>
                        <a:t>[4,5,6]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29209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644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400" spc="-25" dirty="0">
                          <a:latin typeface="Courier New"/>
                          <a:cs typeface="Courier New"/>
                        </a:rPr>
                        <a:t>L3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42545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400" spc="-5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42545" marB="0"/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L1</a:t>
                      </a:r>
                      <a:r>
                        <a:rPr sz="2400" spc="-2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dirty="0">
                          <a:latin typeface="Courier New"/>
                          <a:cs typeface="Courier New"/>
                        </a:rPr>
                        <a:t>+</a:t>
                      </a:r>
                      <a:r>
                        <a:rPr sz="2400" spc="-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spc="-25" dirty="0">
                          <a:latin typeface="Courier New"/>
                          <a:cs typeface="Courier New"/>
                        </a:rPr>
                        <a:t>L2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42545" marB="0"/>
                </a:tc>
                <a:tc>
                  <a:txBody>
                    <a:bodyPr/>
                    <a:lstStyle/>
                    <a:p>
                      <a:pPr marL="73279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400" spc="-50" dirty="0">
                          <a:latin typeface="Wingdings"/>
                          <a:cs typeface="Wingdings"/>
                        </a:rPr>
                        <a:t></a:t>
                      </a:r>
                      <a:endParaRPr sz="2400">
                        <a:latin typeface="Wingdings"/>
                        <a:cs typeface="Wingdings"/>
                      </a:endParaRPr>
                    </a:p>
                  </a:txBody>
                  <a:tcPr marL="0" marR="0" marT="42545" marB="0"/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ts val="2730"/>
                        </a:lnSpc>
                        <a:spcBef>
                          <a:spcPts val="335"/>
                        </a:spcBef>
                      </a:pPr>
                      <a:r>
                        <a:rPr sz="2400" spc="-10" dirty="0">
                          <a:latin typeface="Courier New"/>
                          <a:cs typeface="Courier New"/>
                        </a:rPr>
                        <a:t>L3</a:t>
                      </a:r>
                      <a:r>
                        <a:rPr sz="2400" spc="-90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is </a:t>
                      </a:r>
                      <a:r>
                        <a:rPr sz="2400" spc="-10" dirty="0">
                          <a:latin typeface="Courier New"/>
                          <a:cs typeface="Courier New"/>
                        </a:rPr>
                        <a:t>[2,1,3,4,5,6]</a:t>
                      </a:r>
                      <a:endParaRPr sz="2400">
                        <a:latin typeface="Courier New"/>
                        <a:cs typeface="Courier New"/>
                      </a:endParaRPr>
                    </a:p>
                    <a:p>
                      <a:pPr marL="146685">
                        <a:lnSpc>
                          <a:spcPts val="273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L1,</a:t>
                      </a:r>
                      <a:r>
                        <a:rPr sz="2400" spc="-2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dirty="0">
                          <a:latin typeface="Courier New"/>
                          <a:cs typeface="Courier New"/>
                        </a:rPr>
                        <a:t>L2</a:t>
                      </a:r>
                      <a:r>
                        <a:rPr sz="2400" spc="-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unchanged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4254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810259" y="5631433"/>
            <a:ext cx="29470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ourier New"/>
                <a:cs typeface="Courier New"/>
              </a:rPr>
              <a:t>L1.extend([0,6])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68114" y="5631433"/>
            <a:ext cx="44246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4984" algn="l"/>
              </a:tabLst>
            </a:pPr>
            <a:r>
              <a:rPr sz="2400" spc="-50" dirty="0">
                <a:latin typeface="Wingdings"/>
                <a:cs typeface="Wingdings"/>
              </a:rPr>
              <a:t>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dirty="0">
                <a:latin typeface="Calibri"/>
                <a:cs typeface="Calibri"/>
              </a:rPr>
              <a:t>mutated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L1</a:t>
            </a:r>
            <a:r>
              <a:rPr sz="2400" spc="-910" dirty="0">
                <a:latin typeface="Courier New"/>
                <a:cs typeface="Courier New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[2,1,3,0,6]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12700" marR="5080">
              <a:lnSpc>
                <a:spcPts val="4900"/>
              </a:lnSpc>
              <a:spcBef>
                <a:spcPts val="980"/>
              </a:spcBef>
            </a:pPr>
            <a:r>
              <a:rPr spc="-95" dirty="0"/>
              <a:t>OPERATIONS</a:t>
            </a:r>
            <a:r>
              <a:rPr spc="-165" dirty="0"/>
              <a:t> </a:t>
            </a:r>
            <a:r>
              <a:rPr dirty="0"/>
              <a:t>ON</a:t>
            </a:r>
            <a:r>
              <a:rPr spc="-145" dirty="0"/>
              <a:t> </a:t>
            </a:r>
            <a:r>
              <a:rPr spc="-50" dirty="0"/>
              <a:t>LISTS</a:t>
            </a:r>
            <a:r>
              <a:rPr spc="-125" dirty="0"/>
              <a:t> </a:t>
            </a:r>
            <a:r>
              <a:rPr spc="-50" dirty="0"/>
              <a:t>- </a:t>
            </a:r>
            <a:r>
              <a:rPr spc="-10" dirty="0"/>
              <a:t>REMOVE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0259" y="1677094"/>
            <a:ext cx="7471409" cy="4097654"/>
          </a:xfrm>
          <a:prstGeom prst="rect">
            <a:avLst/>
          </a:prstGeom>
        </p:spPr>
        <p:txBody>
          <a:bodyPr vert="horz" wrap="square" lIns="0" tIns="154940" rIns="0" bIns="0" rtlCol="0">
            <a:spAutoFit/>
          </a:bodyPr>
          <a:lstStyle/>
          <a:p>
            <a:pPr marL="219710" indent="-207010">
              <a:lnSpc>
                <a:spcPct val="100000"/>
              </a:lnSpc>
              <a:spcBef>
                <a:spcPts val="1220"/>
              </a:spcBef>
              <a:buClr>
                <a:srgbClr val="585858"/>
              </a:buClr>
              <a:buFont typeface="Wingdings"/>
              <a:buChar char=""/>
              <a:tabLst>
                <a:tab pos="219710" algn="l"/>
              </a:tabLst>
            </a:pPr>
            <a:r>
              <a:rPr sz="2400" dirty="0">
                <a:latin typeface="Calibri"/>
                <a:cs typeface="Calibri"/>
              </a:rPr>
              <a:t>delete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element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specific</a:t>
            </a:r>
            <a:r>
              <a:rPr sz="2400" b="1" spc="-5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index</a:t>
            </a:r>
            <a:r>
              <a:rPr sz="2400" b="1" spc="-6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del(L[index])</a:t>
            </a:r>
            <a:endParaRPr sz="2400">
              <a:latin typeface="Courier New"/>
              <a:cs typeface="Courier New"/>
            </a:endParaRPr>
          </a:p>
          <a:p>
            <a:pPr marL="104139" marR="75565" indent="-91440">
              <a:lnSpc>
                <a:spcPts val="2620"/>
              </a:lnSpc>
              <a:spcBef>
                <a:spcPts val="1420"/>
              </a:spcBef>
              <a:buClr>
                <a:srgbClr val="585858"/>
              </a:buClr>
              <a:buFont typeface="Wingdings"/>
              <a:buChar char=""/>
              <a:tabLst>
                <a:tab pos="104139" algn="l"/>
                <a:tab pos="220345" algn="l"/>
              </a:tabLst>
            </a:pPr>
            <a:r>
              <a:rPr sz="2400" dirty="0">
                <a:latin typeface="Calibri"/>
                <a:cs typeface="Calibri"/>
              </a:rPr>
              <a:t>	remove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element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end</a:t>
            </a:r>
            <a:r>
              <a:rPr sz="2400" b="1" spc="-6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of</a:t>
            </a:r>
            <a:r>
              <a:rPr sz="2400" b="1" spc="-6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list</a:t>
            </a:r>
            <a:r>
              <a:rPr sz="2400" b="1" spc="-5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ourier New"/>
                <a:cs typeface="Courier New"/>
              </a:rPr>
              <a:t>L.pop()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returns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removed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element</a:t>
            </a:r>
            <a:endParaRPr sz="2400">
              <a:latin typeface="Calibri"/>
              <a:cs typeface="Calibri"/>
            </a:endParaRPr>
          </a:p>
          <a:p>
            <a:pPr marL="220345" indent="-207645">
              <a:lnSpc>
                <a:spcPct val="100000"/>
              </a:lnSpc>
              <a:spcBef>
                <a:spcPts val="1040"/>
              </a:spcBef>
              <a:buClr>
                <a:srgbClr val="585858"/>
              </a:buClr>
              <a:buFont typeface="Wingdings"/>
              <a:buChar char=""/>
              <a:tabLst>
                <a:tab pos="220345" algn="l"/>
              </a:tabLst>
            </a:pPr>
            <a:r>
              <a:rPr sz="2400" dirty="0">
                <a:latin typeface="Calibri"/>
                <a:cs typeface="Calibri"/>
              </a:rPr>
              <a:t>remove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specific</a:t>
            </a:r>
            <a:r>
              <a:rPr sz="2400" b="1" spc="-7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element</a:t>
            </a:r>
            <a:r>
              <a:rPr sz="2400" b="1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L.remove(element)</a:t>
            </a:r>
            <a:endParaRPr sz="2400">
              <a:latin typeface="Courier New"/>
              <a:cs typeface="Courier New"/>
            </a:endParaRPr>
          </a:p>
          <a:p>
            <a:pPr marL="459740" lvl="1" indent="-246379">
              <a:lnSpc>
                <a:spcPct val="100000"/>
              </a:lnSpc>
              <a:spcBef>
                <a:spcPts val="175"/>
              </a:spcBef>
              <a:buClr>
                <a:srgbClr val="585858"/>
              </a:buClr>
              <a:buFont typeface="Arial MT"/>
              <a:buChar char="•"/>
              <a:tabLst>
                <a:tab pos="459740" algn="l"/>
              </a:tabLst>
            </a:pPr>
            <a:r>
              <a:rPr sz="2200" dirty="0">
                <a:latin typeface="Calibri"/>
                <a:cs typeface="Calibri"/>
              </a:rPr>
              <a:t>looks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element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removes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it</a:t>
            </a:r>
            <a:endParaRPr sz="2200">
              <a:latin typeface="Calibri"/>
              <a:cs typeface="Calibri"/>
            </a:endParaRPr>
          </a:p>
          <a:p>
            <a:pPr marL="459740" lvl="1" indent="-246379">
              <a:lnSpc>
                <a:spcPct val="100000"/>
              </a:lnSpc>
              <a:spcBef>
                <a:spcPts val="335"/>
              </a:spcBef>
              <a:buClr>
                <a:srgbClr val="585858"/>
              </a:buClr>
              <a:buFont typeface="Arial MT"/>
              <a:buChar char="•"/>
              <a:tabLst>
                <a:tab pos="459740" algn="l"/>
              </a:tabLst>
            </a:pPr>
            <a:r>
              <a:rPr sz="2200" dirty="0">
                <a:latin typeface="Calibri"/>
                <a:cs typeface="Calibri"/>
              </a:rPr>
              <a:t>if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element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occurs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multiple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times,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removes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first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occurrence</a:t>
            </a:r>
            <a:endParaRPr sz="2200">
              <a:latin typeface="Calibri"/>
              <a:cs typeface="Calibri"/>
            </a:endParaRPr>
          </a:p>
          <a:p>
            <a:pPr marL="459740" lvl="1" indent="-246379">
              <a:lnSpc>
                <a:spcPct val="100000"/>
              </a:lnSpc>
              <a:spcBef>
                <a:spcPts val="315"/>
              </a:spcBef>
              <a:buClr>
                <a:srgbClr val="585858"/>
              </a:buClr>
              <a:buFont typeface="Arial MT"/>
              <a:buChar char="•"/>
              <a:tabLst>
                <a:tab pos="459740" algn="l"/>
              </a:tabLst>
            </a:pPr>
            <a:r>
              <a:rPr sz="2200" dirty="0">
                <a:latin typeface="Calibri"/>
                <a:cs typeface="Calibri"/>
              </a:rPr>
              <a:t>if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element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not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list,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gives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error</a:t>
            </a:r>
            <a:endParaRPr sz="2200">
              <a:latin typeface="Calibri"/>
              <a:cs typeface="Calibri"/>
            </a:endParaRPr>
          </a:p>
          <a:p>
            <a:pPr marL="853440" marR="53340">
              <a:lnSpc>
                <a:spcPct val="90800"/>
              </a:lnSpc>
              <a:spcBef>
                <a:spcPts val="1545"/>
              </a:spcBef>
            </a:pPr>
            <a:r>
              <a:rPr sz="2200" dirty="0">
                <a:latin typeface="Courier New"/>
                <a:cs typeface="Courier New"/>
              </a:rPr>
              <a:t>L</a:t>
            </a:r>
            <a:r>
              <a:rPr sz="2200" spc="-5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=</a:t>
            </a:r>
            <a:r>
              <a:rPr sz="2200" spc="-5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[2,1,3,6,3,7,0]</a:t>
            </a:r>
            <a:r>
              <a:rPr sz="2200" spc="-5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#</a:t>
            </a:r>
            <a:r>
              <a:rPr sz="2200" spc="-5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do</a:t>
            </a:r>
            <a:r>
              <a:rPr sz="2200" spc="-5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below</a:t>
            </a:r>
            <a:r>
              <a:rPr sz="2200" spc="-5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in</a:t>
            </a:r>
            <a:r>
              <a:rPr sz="2200" spc="-5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order </a:t>
            </a:r>
            <a:r>
              <a:rPr sz="2200" spc="-20" dirty="0">
                <a:latin typeface="Courier New"/>
                <a:cs typeface="Courier New"/>
              </a:rPr>
              <a:t>L.remove(2)</a:t>
            </a:r>
            <a:r>
              <a:rPr sz="2200" spc="-905" dirty="0">
                <a:latin typeface="Courier New"/>
                <a:cs typeface="Courier New"/>
              </a:rPr>
              <a:t> </a:t>
            </a:r>
            <a:r>
              <a:rPr sz="2200" dirty="0">
                <a:latin typeface="Wingdings"/>
                <a:cs typeface="Wingdings"/>
              </a:rPr>
              <a:t>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Calibri"/>
                <a:cs typeface="Calibri"/>
              </a:rPr>
              <a:t>mutates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ourier New"/>
                <a:cs typeface="Courier New"/>
              </a:rPr>
              <a:t>L</a:t>
            </a:r>
            <a:r>
              <a:rPr sz="2200" spc="-2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=</a:t>
            </a:r>
            <a:r>
              <a:rPr sz="2200" spc="-10" dirty="0">
                <a:latin typeface="Courier New"/>
                <a:cs typeface="Courier New"/>
              </a:rPr>
              <a:t> [1,3,6,3,7,0] </a:t>
            </a:r>
            <a:r>
              <a:rPr sz="2200" spc="-20" dirty="0">
                <a:latin typeface="Courier New"/>
                <a:cs typeface="Courier New"/>
              </a:rPr>
              <a:t>L.remove(3)</a:t>
            </a:r>
            <a:r>
              <a:rPr sz="2200" spc="-905" dirty="0">
                <a:latin typeface="Courier New"/>
                <a:cs typeface="Courier New"/>
              </a:rPr>
              <a:t> </a:t>
            </a:r>
            <a:r>
              <a:rPr sz="2200" dirty="0">
                <a:latin typeface="Wingdings"/>
                <a:cs typeface="Wingdings"/>
              </a:rPr>
              <a:t>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Calibri"/>
                <a:cs typeface="Calibri"/>
              </a:rPr>
              <a:t>mutates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ourier New"/>
                <a:cs typeface="Courier New"/>
              </a:rPr>
              <a:t>L</a:t>
            </a:r>
            <a:r>
              <a:rPr sz="2200" spc="-2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=</a:t>
            </a:r>
            <a:r>
              <a:rPr sz="2200" spc="-10" dirty="0">
                <a:latin typeface="Courier New"/>
                <a:cs typeface="Courier New"/>
              </a:rPr>
              <a:t> [1,6,3,7,0]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51507" y="5715253"/>
            <a:ext cx="1538605" cy="662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510"/>
              </a:lnSpc>
              <a:spcBef>
                <a:spcPts val="100"/>
              </a:spcBef>
            </a:pPr>
            <a:r>
              <a:rPr sz="2200" spc="-10" dirty="0">
                <a:latin typeface="Courier New"/>
                <a:cs typeface="Courier New"/>
              </a:rPr>
              <a:t>del(L[1])</a:t>
            </a:r>
            <a:endParaRPr sz="2200">
              <a:latin typeface="Courier New"/>
              <a:cs typeface="Courier New"/>
            </a:endParaRPr>
          </a:p>
          <a:p>
            <a:pPr marL="12700">
              <a:lnSpc>
                <a:spcPts val="2510"/>
              </a:lnSpc>
            </a:pPr>
            <a:r>
              <a:rPr sz="2200" spc="-10" dirty="0">
                <a:latin typeface="Courier New"/>
                <a:cs typeface="Courier New"/>
              </a:rPr>
              <a:t>L.pop()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53714" y="5715253"/>
            <a:ext cx="4784090" cy="662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510"/>
              </a:lnSpc>
              <a:spcBef>
                <a:spcPts val="100"/>
              </a:spcBef>
            </a:pPr>
            <a:r>
              <a:rPr sz="2200" dirty="0">
                <a:latin typeface="Wingdings"/>
                <a:cs typeface="Wingdings"/>
              </a:rPr>
              <a:t>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Calibri"/>
                <a:cs typeface="Calibri"/>
              </a:rPr>
              <a:t>mutates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ourier New"/>
                <a:cs typeface="Courier New"/>
              </a:rPr>
              <a:t>L</a:t>
            </a:r>
            <a:r>
              <a:rPr sz="2200" spc="-5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=</a:t>
            </a:r>
            <a:r>
              <a:rPr sz="2200" spc="-3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[1,3,7,0]</a:t>
            </a:r>
            <a:endParaRPr sz="2200">
              <a:latin typeface="Courier New"/>
              <a:cs typeface="Courier New"/>
            </a:endParaRPr>
          </a:p>
          <a:p>
            <a:pPr marL="12700">
              <a:lnSpc>
                <a:spcPts val="2510"/>
              </a:lnSpc>
            </a:pPr>
            <a:r>
              <a:rPr sz="2200" dirty="0">
                <a:latin typeface="Wingdings"/>
                <a:cs typeface="Wingdings"/>
              </a:rPr>
              <a:t>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Calibri"/>
                <a:cs typeface="Calibri"/>
              </a:rPr>
              <a:t>returns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0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mutates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ourier New"/>
                <a:cs typeface="Courier New"/>
              </a:rPr>
              <a:t>L</a:t>
            </a:r>
            <a:r>
              <a:rPr sz="2200" spc="-5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=</a:t>
            </a:r>
            <a:r>
              <a:rPr sz="2200" spc="-5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[1,3,7]</a:t>
            </a:r>
            <a:endParaRPr sz="2200">
              <a:latin typeface="Courier New"/>
              <a:cs typeface="Courier New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70802" y="4985892"/>
            <a:ext cx="1346835" cy="1356360"/>
            <a:chOff x="170802" y="4985892"/>
            <a:chExt cx="1346835" cy="1356360"/>
          </a:xfrm>
        </p:grpSpPr>
        <p:sp>
          <p:nvSpPr>
            <p:cNvPr id="7" name="object 7"/>
            <p:cNvSpPr/>
            <p:nvPr/>
          </p:nvSpPr>
          <p:spPr>
            <a:xfrm>
              <a:off x="1237868" y="5231510"/>
              <a:ext cx="273050" cy="1104265"/>
            </a:xfrm>
            <a:custGeom>
              <a:avLst/>
              <a:gdLst/>
              <a:ahLst/>
              <a:cxnLst/>
              <a:rect l="l" t="t" r="r" b="b"/>
              <a:pathLst>
                <a:path w="273050" h="1104264">
                  <a:moveTo>
                    <a:pt x="272796" y="0"/>
                  </a:moveTo>
                  <a:lnTo>
                    <a:pt x="219711" y="8159"/>
                  </a:lnTo>
                  <a:lnTo>
                    <a:pt x="176355" y="30416"/>
                  </a:lnTo>
                  <a:lnTo>
                    <a:pt x="147119" y="63436"/>
                  </a:lnTo>
                  <a:lnTo>
                    <a:pt x="136398" y="103886"/>
                  </a:lnTo>
                  <a:lnTo>
                    <a:pt x="136398" y="530123"/>
                  </a:lnTo>
                  <a:lnTo>
                    <a:pt x="125676" y="570536"/>
                  </a:lnTo>
                  <a:lnTo>
                    <a:pt x="96440" y="603537"/>
                  </a:lnTo>
                  <a:lnTo>
                    <a:pt x="53084" y="625787"/>
                  </a:lnTo>
                  <a:lnTo>
                    <a:pt x="0" y="633945"/>
                  </a:lnTo>
                  <a:lnTo>
                    <a:pt x="53084" y="642106"/>
                  </a:lnTo>
                  <a:lnTo>
                    <a:pt x="96440" y="664360"/>
                  </a:lnTo>
                  <a:lnTo>
                    <a:pt x="125676" y="697366"/>
                  </a:lnTo>
                  <a:lnTo>
                    <a:pt x="136398" y="737781"/>
                  </a:lnTo>
                  <a:lnTo>
                    <a:pt x="136398" y="1000302"/>
                  </a:lnTo>
                  <a:lnTo>
                    <a:pt x="147119" y="1040717"/>
                  </a:lnTo>
                  <a:lnTo>
                    <a:pt x="176355" y="1073723"/>
                  </a:lnTo>
                  <a:lnTo>
                    <a:pt x="219711" y="1095977"/>
                  </a:lnTo>
                  <a:lnTo>
                    <a:pt x="272796" y="1104138"/>
                  </a:lnTo>
                </a:path>
              </a:pathLst>
            </a:custGeom>
            <a:ln w="1295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0802" y="4985892"/>
              <a:ext cx="1022502" cy="1149400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25" dirty="0"/>
              <a:t>57</a:t>
            </a:fld>
            <a:endParaRPr spc="-25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12700" marR="5080">
              <a:lnSpc>
                <a:spcPts val="4900"/>
              </a:lnSpc>
              <a:spcBef>
                <a:spcPts val="980"/>
              </a:spcBef>
            </a:pPr>
            <a:r>
              <a:rPr spc="-65" dirty="0"/>
              <a:t>CONVERT</a:t>
            </a:r>
            <a:r>
              <a:rPr spc="-190" dirty="0"/>
              <a:t> </a:t>
            </a:r>
            <a:r>
              <a:rPr spc="-50" dirty="0"/>
              <a:t>LISTS</a:t>
            </a:r>
            <a:r>
              <a:rPr spc="-170" dirty="0"/>
              <a:t> </a:t>
            </a:r>
            <a:r>
              <a:rPr spc="-50" dirty="0"/>
              <a:t>TO</a:t>
            </a:r>
            <a:r>
              <a:rPr spc="-195" dirty="0"/>
              <a:t> </a:t>
            </a:r>
            <a:r>
              <a:rPr spc="-25" dirty="0"/>
              <a:t>STRINGS </a:t>
            </a:r>
            <a:r>
              <a:rPr dirty="0"/>
              <a:t>AND</a:t>
            </a:r>
            <a:r>
              <a:rPr spc="-210" dirty="0"/>
              <a:t> </a:t>
            </a:r>
            <a:r>
              <a:rPr spc="-20" dirty="0"/>
              <a:t>BACK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25" dirty="0"/>
              <a:t>58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810259" y="1819148"/>
            <a:ext cx="8183245" cy="239649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04139" marR="440690" indent="-91440">
              <a:lnSpc>
                <a:spcPts val="2590"/>
              </a:lnSpc>
              <a:spcBef>
                <a:spcPts val="430"/>
              </a:spcBef>
              <a:buClr>
                <a:srgbClr val="585858"/>
              </a:buClr>
              <a:buFont typeface="Wingdings"/>
              <a:buChar char=""/>
              <a:tabLst>
                <a:tab pos="104139" algn="l"/>
                <a:tab pos="219710" algn="l"/>
              </a:tabLst>
            </a:pPr>
            <a:r>
              <a:rPr sz="2400" spc="-10" dirty="0">
                <a:latin typeface="Calibri"/>
                <a:cs typeface="Calibri"/>
              </a:rPr>
              <a:t>	convert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string</a:t>
            </a:r>
            <a:r>
              <a:rPr sz="2400" b="1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to</a:t>
            </a:r>
            <a:r>
              <a:rPr sz="2400" b="1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list</a:t>
            </a:r>
            <a:r>
              <a:rPr sz="2400" b="1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ourier New"/>
                <a:cs typeface="Courier New"/>
              </a:rPr>
              <a:t>list(s)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returns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list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every character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ourier New"/>
                <a:cs typeface="Courier New"/>
              </a:rPr>
              <a:t>s</a:t>
            </a:r>
            <a:r>
              <a:rPr sz="2400" spc="-910" dirty="0">
                <a:latin typeface="Courier New"/>
                <a:cs typeface="Courier New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element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50" dirty="0">
                <a:latin typeface="Courier New"/>
                <a:cs typeface="Courier New"/>
              </a:rPr>
              <a:t>L</a:t>
            </a:r>
            <a:endParaRPr sz="2400">
              <a:latin typeface="Courier New"/>
              <a:cs typeface="Courier New"/>
            </a:endParaRPr>
          </a:p>
          <a:p>
            <a:pPr marL="104139" marR="5080" indent="-91440">
              <a:lnSpc>
                <a:spcPts val="2590"/>
              </a:lnSpc>
              <a:spcBef>
                <a:spcPts val="1410"/>
              </a:spcBef>
              <a:buClr>
                <a:srgbClr val="585858"/>
              </a:buClr>
              <a:buFont typeface="Wingdings"/>
              <a:buChar char=""/>
              <a:tabLst>
                <a:tab pos="104139" algn="l"/>
                <a:tab pos="220345" algn="l"/>
              </a:tabLst>
            </a:pPr>
            <a:r>
              <a:rPr sz="2400" dirty="0">
                <a:latin typeface="Calibri"/>
                <a:cs typeface="Calibri"/>
              </a:rPr>
              <a:t>	can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ourier New"/>
                <a:cs typeface="Courier New"/>
              </a:rPr>
              <a:t>s.split()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split</a:t>
            </a:r>
            <a:r>
              <a:rPr sz="2400" b="1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400" b="1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string</a:t>
            </a:r>
            <a:r>
              <a:rPr sz="2400" b="1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on</a:t>
            </a:r>
            <a:r>
              <a:rPr sz="2400" b="1" spc="-5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400" b="1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character</a:t>
            </a:r>
            <a:r>
              <a:rPr sz="2400" b="1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parameter, </a:t>
            </a:r>
            <a:r>
              <a:rPr sz="2400" dirty="0">
                <a:latin typeface="Calibri"/>
                <a:cs typeface="Calibri"/>
              </a:rPr>
              <a:t>splits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spaces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called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without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parameter</a:t>
            </a:r>
            <a:endParaRPr sz="2400">
              <a:latin typeface="Calibri"/>
              <a:cs typeface="Calibri"/>
            </a:endParaRPr>
          </a:p>
          <a:p>
            <a:pPr marL="104139" marR="81915" indent="-91440">
              <a:lnSpc>
                <a:spcPts val="2620"/>
              </a:lnSpc>
              <a:spcBef>
                <a:spcPts val="1375"/>
              </a:spcBef>
              <a:buClr>
                <a:srgbClr val="585858"/>
              </a:buClr>
              <a:buFont typeface="Wingdings"/>
              <a:buChar char=""/>
              <a:tabLst>
                <a:tab pos="104139" algn="l"/>
                <a:tab pos="220345" algn="l"/>
              </a:tabLst>
            </a:pPr>
            <a:r>
              <a:rPr sz="2400" dirty="0">
                <a:latin typeface="Calibri"/>
                <a:cs typeface="Calibri"/>
              </a:rPr>
              <a:t>	use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ourier New"/>
                <a:cs typeface="Courier New"/>
              </a:rPr>
              <a:t>''.join(L)</a:t>
            </a:r>
            <a:r>
              <a:rPr sz="2400" spc="-125" dirty="0">
                <a:latin typeface="Courier New"/>
                <a:cs typeface="Courier New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turn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list</a:t>
            </a:r>
            <a:r>
              <a:rPr sz="2400" b="1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of</a:t>
            </a:r>
            <a:r>
              <a:rPr sz="2400" b="1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characters</a:t>
            </a:r>
            <a:r>
              <a:rPr sz="2400" b="1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into</a:t>
            </a:r>
            <a:r>
              <a:rPr sz="2400" b="1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400" b="1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string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can </a:t>
            </a:r>
            <a:r>
              <a:rPr sz="2400" dirty="0">
                <a:latin typeface="Calibri"/>
                <a:cs typeface="Calibri"/>
              </a:rPr>
              <a:t>give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character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quotes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add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char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between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every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element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4263" y="4297172"/>
            <a:ext cx="2885440" cy="20377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46455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latin typeface="Courier New"/>
                <a:cs typeface="Courier New"/>
              </a:rPr>
              <a:t>s</a:t>
            </a:r>
            <a:r>
              <a:rPr sz="2200" spc="-2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=</a:t>
            </a:r>
            <a:r>
              <a:rPr sz="2200" spc="-2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"I&lt;3</a:t>
            </a:r>
            <a:r>
              <a:rPr sz="2200" spc="-15" dirty="0">
                <a:latin typeface="Courier New"/>
                <a:cs typeface="Courier New"/>
              </a:rPr>
              <a:t> </a:t>
            </a:r>
            <a:r>
              <a:rPr sz="2200" spc="-25" dirty="0">
                <a:latin typeface="Courier New"/>
                <a:cs typeface="Courier New"/>
              </a:rPr>
              <a:t>cs" </a:t>
            </a:r>
            <a:r>
              <a:rPr sz="2200" spc="-10" dirty="0">
                <a:latin typeface="Courier New"/>
                <a:cs typeface="Courier New"/>
              </a:rPr>
              <a:t>list(s) s.split('&lt;')</a:t>
            </a:r>
            <a:endParaRPr sz="2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200" dirty="0">
                <a:latin typeface="Courier New"/>
                <a:cs typeface="Courier New"/>
              </a:rPr>
              <a:t>L</a:t>
            </a:r>
            <a:r>
              <a:rPr sz="2200" spc="-1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=</a:t>
            </a:r>
            <a:r>
              <a:rPr sz="2200" spc="-1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['a','b','c']</a:t>
            </a:r>
            <a:endParaRPr sz="2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200" spc="-10" dirty="0">
                <a:latin typeface="Courier New"/>
                <a:cs typeface="Courier New"/>
              </a:rPr>
              <a:t>''.join(L)</a:t>
            </a:r>
            <a:endParaRPr sz="2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200" spc="-10" dirty="0">
                <a:latin typeface="Courier New"/>
                <a:cs typeface="Courier New"/>
              </a:rPr>
              <a:t>'_'.join(L)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34917" y="4297172"/>
            <a:ext cx="5451475" cy="20377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3390" algn="l"/>
              </a:tabLst>
            </a:pPr>
            <a:r>
              <a:rPr sz="2200" spc="-50" dirty="0">
                <a:latin typeface="Wingdings"/>
                <a:cs typeface="Wingdings"/>
              </a:rPr>
              <a:t>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0" dirty="0">
                <a:latin typeface="Courier New"/>
                <a:cs typeface="Courier New"/>
              </a:rPr>
              <a:t>s</a:t>
            </a:r>
            <a:r>
              <a:rPr sz="2200" spc="-819" dirty="0">
                <a:latin typeface="Courier New"/>
                <a:cs typeface="Courier New"/>
              </a:rPr>
              <a:t> </a:t>
            </a:r>
            <a:r>
              <a:rPr sz="2200" dirty="0">
                <a:latin typeface="Calibri"/>
                <a:cs typeface="Calibri"/>
              </a:rPr>
              <a:t>is a </a:t>
            </a:r>
            <a:r>
              <a:rPr sz="2200" spc="-10" dirty="0">
                <a:latin typeface="Calibri"/>
                <a:cs typeface="Calibri"/>
              </a:rPr>
              <a:t>string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200" dirty="0">
                <a:latin typeface="Wingdings"/>
                <a:cs typeface="Wingdings"/>
              </a:rPr>
              <a:t></a:t>
            </a:r>
            <a:r>
              <a:rPr sz="2200" spc="-1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Calibri"/>
                <a:cs typeface="Calibri"/>
              </a:rPr>
              <a:t>returns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ourier New"/>
                <a:cs typeface="Courier New"/>
              </a:rPr>
              <a:t>['I','&lt;','3','</a:t>
            </a:r>
            <a:r>
              <a:rPr sz="2200" spc="-14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','c','s']</a:t>
            </a:r>
            <a:endParaRPr sz="2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200" dirty="0">
                <a:latin typeface="Wingdings"/>
                <a:cs typeface="Wingdings"/>
              </a:rPr>
              <a:t>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Calibri"/>
                <a:cs typeface="Calibri"/>
              </a:rPr>
              <a:t>returns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ourier New"/>
                <a:cs typeface="Courier New"/>
              </a:rPr>
              <a:t>['I',</a:t>
            </a:r>
            <a:r>
              <a:rPr sz="2200" spc="-5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'3</a:t>
            </a:r>
            <a:r>
              <a:rPr sz="2200" spc="-60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cs']</a:t>
            </a:r>
            <a:endParaRPr sz="2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tabLst>
                <a:tab pos="453390" algn="l"/>
              </a:tabLst>
            </a:pPr>
            <a:r>
              <a:rPr sz="2200" spc="-50" dirty="0">
                <a:latin typeface="Wingdings"/>
                <a:cs typeface="Wingdings"/>
              </a:rPr>
              <a:t>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0" dirty="0">
                <a:latin typeface="Courier New"/>
                <a:cs typeface="Courier New"/>
              </a:rPr>
              <a:t>L</a:t>
            </a:r>
            <a:r>
              <a:rPr sz="2200" spc="-819" dirty="0">
                <a:latin typeface="Courier New"/>
                <a:cs typeface="Courier New"/>
              </a:rPr>
              <a:t> </a:t>
            </a:r>
            <a:r>
              <a:rPr sz="2200" dirty="0">
                <a:latin typeface="Calibri"/>
                <a:cs typeface="Calibri"/>
              </a:rPr>
              <a:t>is a </a:t>
            </a:r>
            <a:r>
              <a:rPr sz="2200" spc="-20" dirty="0">
                <a:latin typeface="Calibri"/>
                <a:cs typeface="Calibri"/>
              </a:rPr>
              <a:t>list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200" dirty="0">
                <a:latin typeface="Wingdings"/>
                <a:cs typeface="Wingdings"/>
              </a:rPr>
              <a:t></a:t>
            </a:r>
            <a:r>
              <a:rPr sz="2200" spc="-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Calibri"/>
                <a:cs typeface="Calibri"/>
              </a:rPr>
              <a:t>returns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"abc"</a:t>
            </a:r>
            <a:endParaRPr sz="2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200" dirty="0">
                <a:latin typeface="Wingdings"/>
                <a:cs typeface="Wingdings"/>
              </a:rPr>
              <a:t></a:t>
            </a:r>
            <a:r>
              <a:rPr sz="2200" spc="-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Calibri"/>
                <a:cs typeface="Calibri"/>
              </a:rPr>
              <a:t>returns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"a_b_c"</a:t>
            </a:r>
            <a:endParaRPr sz="2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3480054"/>
            <a:ext cx="9144000" cy="3096260"/>
            <a:chOff x="0" y="3480054"/>
            <a:chExt cx="9144000" cy="30962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92701" y="3480054"/>
              <a:ext cx="4994148" cy="288569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366759" y="5002530"/>
              <a:ext cx="777240" cy="866775"/>
            </a:xfrm>
            <a:custGeom>
              <a:avLst/>
              <a:gdLst/>
              <a:ahLst/>
              <a:cxnLst/>
              <a:rect l="l" t="t" r="r" b="b"/>
              <a:pathLst>
                <a:path w="777240" h="866775">
                  <a:moveTo>
                    <a:pt x="777240" y="0"/>
                  </a:moveTo>
                  <a:lnTo>
                    <a:pt x="0" y="0"/>
                  </a:lnTo>
                  <a:lnTo>
                    <a:pt x="0" y="866394"/>
                  </a:lnTo>
                  <a:lnTo>
                    <a:pt x="777240" y="866394"/>
                  </a:lnTo>
                  <a:lnTo>
                    <a:pt x="7772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96939" y="5002530"/>
              <a:ext cx="3089910" cy="96773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50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ALIASES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10259" y="1814576"/>
            <a:ext cx="7348855" cy="131318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04139" marR="5080" indent="-91440">
              <a:lnSpc>
                <a:spcPts val="2840"/>
              </a:lnSpc>
              <a:spcBef>
                <a:spcPts val="425"/>
              </a:spcBef>
              <a:buClr>
                <a:srgbClr val="585858"/>
              </a:buClr>
              <a:buFont typeface="Wingdings"/>
              <a:buChar char=""/>
              <a:tabLst>
                <a:tab pos="104139" algn="l"/>
                <a:tab pos="237490" algn="l"/>
              </a:tabLst>
            </a:pPr>
            <a:r>
              <a:rPr sz="2600" spc="-25" dirty="0">
                <a:latin typeface="Courier New"/>
                <a:cs typeface="Courier New"/>
              </a:rPr>
              <a:t>	hot</a:t>
            </a:r>
            <a:r>
              <a:rPr sz="2600" spc="-969" dirty="0">
                <a:latin typeface="Courier New"/>
                <a:cs typeface="Courier New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alias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25" dirty="0">
                <a:latin typeface="Courier New"/>
                <a:cs typeface="Courier New"/>
              </a:rPr>
              <a:t>warm</a:t>
            </a:r>
            <a:r>
              <a:rPr sz="2600" spc="-965" dirty="0">
                <a:latin typeface="Courier New"/>
                <a:cs typeface="Courier New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changing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one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changes</a:t>
            </a:r>
            <a:r>
              <a:rPr sz="2600" spc="-25" dirty="0">
                <a:latin typeface="Calibri"/>
                <a:cs typeface="Calibri"/>
              </a:rPr>
              <a:t> the </a:t>
            </a:r>
            <a:r>
              <a:rPr sz="2600" spc="-10" dirty="0">
                <a:latin typeface="Calibri"/>
                <a:cs typeface="Calibri"/>
              </a:rPr>
              <a:t>other!</a:t>
            </a:r>
            <a:endParaRPr sz="2600">
              <a:latin typeface="Calibri"/>
              <a:cs typeface="Calibri"/>
            </a:endParaRPr>
          </a:p>
          <a:p>
            <a:pPr marL="237490" indent="-224790">
              <a:lnSpc>
                <a:spcPct val="100000"/>
              </a:lnSpc>
              <a:spcBef>
                <a:spcPts val="1010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sz="2600" spc="-25" dirty="0">
                <a:latin typeface="Courier New"/>
                <a:cs typeface="Courier New"/>
              </a:rPr>
              <a:t>append()</a:t>
            </a:r>
            <a:r>
              <a:rPr sz="2600" spc="-944" dirty="0">
                <a:latin typeface="Courier New"/>
                <a:cs typeface="Courier New"/>
              </a:rPr>
              <a:t> </a:t>
            </a:r>
            <a:r>
              <a:rPr sz="2600" dirty="0">
                <a:latin typeface="Calibri"/>
                <a:cs typeface="Calibri"/>
              </a:rPr>
              <a:t>has</a:t>
            </a:r>
            <a:r>
              <a:rPr sz="2600" spc="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side</a:t>
            </a:r>
            <a:r>
              <a:rPr sz="2600" spc="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effect</a:t>
            </a:r>
            <a:endParaRPr sz="26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870" y="3499104"/>
            <a:ext cx="3685795" cy="2533650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25" dirty="0"/>
              <a:t>59</a:t>
            </a:fld>
            <a:endParaRPr spc="-25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3360420"/>
            <a:ext cx="9144000" cy="3215640"/>
            <a:chOff x="0" y="3360420"/>
            <a:chExt cx="9144000" cy="32156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58534" y="3379449"/>
              <a:ext cx="5356920" cy="278782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076444" y="5328666"/>
              <a:ext cx="4067810" cy="1072515"/>
            </a:xfrm>
            <a:custGeom>
              <a:avLst/>
              <a:gdLst/>
              <a:ahLst/>
              <a:cxnLst/>
              <a:rect l="l" t="t" r="r" b="b"/>
              <a:pathLst>
                <a:path w="4067809" h="1072514">
                  <a:moveTo>
                    <a:pt x="4067555" y="0"/>
                  </a:moveTo>
                  <a:lnTo>
                    <a:pt x="0" y="0"/>
                  </a:lnTo>
                  <a:lnTo>
                    <a:pt x="0" y="1072134"/>
                  </a:lnTo>
                  <a:lnTo>
                    <a:pt x="4067555" y="1072134"/>
                  </a:lnTo>
                  <a:lnTo>
                    <a:pt x="406755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29989" y="3360420"/>
              <a:ext cx="5414010" cy="2835401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01700" y="914146"/>
            <a:ext cx="381127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5" dirty="0"/>
              <a:t>CLONING</a:t>
            </a:r>
            <a:r>
              <a:rPr spc="-160" dirty="0"/>
              <a:t> </a:t>
            </a:r>
            <a:r>
              <a:rPr dirty="0"/>
              <a:t>A</a:t>
            </a:r>
            <a:r>
              <a:rPr spc="-155" dirty="0"/>
              <a:t> </a:t>
            </a:r>
            <a:r>
              <a:rPr spc="-20" dirty="0"/>
              <a:t>LIST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10259" y="1818385"/>
            <a:ext cx="6567805" cy="774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7490" indent="-224790">
              <a:lnSpc>
                <a:spcPts val="2950"/>
              </a:lnSpc>
              <a:spcBef>
                <a:spcPts val="100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sz="2600" dirty="0">
                <a:latin typeface="Calibri"/>
                <a:cs typeface="Calibri"/>
              </a:rPr>
              <a:t>create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new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list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copy</a:t>
            </a:r>
            <a:r>
              <a:rPr sz="2600" b="1" spc="-6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every</a:t>
            </a:r>
            <a:r>
              <a:rPr sz="2600" b="1" spc="-6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element</a:t>
            </a:r>
            <a:r>
              <a:rPr sz="2600" b="1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using</a:t>
            </a:r>
            <a:endParaRPr sz="2600">
              <a:latin typeface="Calibri"/>
              <a:cs typeface="Calibri"/>
            </a:endParaRPr>
          </a:p>
          <a:p>
            <a:pPr marL="253365">
              <a:lnSpc>
                <a:spcPts val="2950"/>
              </a:lnSpc>
            </a:pPr>
            <a:r>
              <a:rPr sz="2600" dirty="0">
                <a:latin typeface="Courier New"/>
                <a:cs typeface="Courier New"/>
              </a:rPr>
              <a:t>chill</a:t>
            </a:r>
            <a:r>
              <a:rPr sz="2600" spc="-50" dirty="0">
                <a:latin typeface="Courier New"/>
                <a:cs typeface="Courier New"/>
              </a:rPr>
              <a:t> </a:t>
            </a:r>
            <a:r>
              <a:rPr sz="2600" dirty="0">
                <a:latin typeface="Courier New"/>
                <a:cs typeface="Courier New"/>
              </a:rPr>
              <a:t>=</a:t>
            </a:r>
            <a:r>
              <a:rPr sz="2600" spc="-55" dirty="0">
                <a:latin typeface="Courier New"/>
                <a:cs typeface="Courier New"/>
              </a:rPr>
              <a:t> </a:t>
            </a:r>
            <a:r>
              <a:rPr sz="2600" spc="-10" dirty="0">
                <a:latin typeface="Courier New"/>
                <a:cs typeface="Courier New"/>
              </a:rPr>
              <a:t>cool[:]</a:t>
            </a:r>
            <a:endParaRPr sz="2600">
              <a:latin typeface="Courier New"/>
              <a:cs typeface="Courier New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7066" y="3388995"/>
            <a:ext cx="3419475" cy="1295400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25" dirty="0"/>
              <a:t>60</a:t>
            </a:fld>
            <a:endParaRPr spc="-25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321814"/>
            <a:ext cx="9144000" cy="4254500"/>
            <a:chOff x="0" y="2321814"/>
            <a:chExt cx="9144000" cy="4254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41241" y="2321814"/>
              <a:ext cx="5200650" cy="420090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610605" y="4800600"/>
              <a:ext cx="3510279" cy="1722120"/>
            </a:xfrm>
            <a:custGeom>
              <a:avLst/>
              <a:gdLst/>
              <a:ahLst/>
              <a:cxnLst/>
              <a:rect l="l" t="t" r="r" b="b"/>
              <a:pathLst>
                <a:path w="3510279" h="1722120">
                  <a:moveTo>
                    <a:pt x="3509772" y="0"/>
                  </a:moveTo>
                  <a:lnTo>
                    <a:pt x="0" y="0"/>
                  </a:lnTo>
                  <a:lnTo>
                    <a:pt x="0" y="1722120"/>
                  </a:lnTo>
                  <a:lnTo>
                    <a:pt x="3509772" y="1722120"/>
                  </a:lnTo>
                  <a:lnTo>
                    <a:pt x="35097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01700" y="914146"/>
            <a:ext cx="3542029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SORTING</a:t>
            </a:r>
            <a:r>
              <a:rPr spc="-229" dirty="0"/>
              <a:t> </a:t>
            </a:r>
            <a:r>
              <a:rPr spc="-30" dirty="0"/>
              <a:t>LISTS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10259" y="1676039"/>
            <a:ext cx="6924040" cy="2168525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237490" indent="-224790">
              <a:lnSpc>
                <a:spcPct val="100000"/>
              </a:lnSpc>
              <a:spcBef>
                <a:spcPts val="1190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sz="2600" dirty="0">
                <a:latin typeface="Calibri"/>
                <a:cs typeface="Calibri"/>
              </a:rPr>
              <a:t>calling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ourier New"/>
                <a:cs typeface="Courier New"/>
              </a:rPr>
              <a:t>sort()</a:t>
            </a:r>
            <a:r>
              <a:rPr sz="2600" spc="-150" dirty="0">
                <a:latin typeface="Courier New"/>
                <a:cs typeface="Courier New"/>
              </a:rPr>
              <a:t> 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mutates</a:t>
            </a:r>
            <a:r>
              <a:rPr sz="2600" b="1" spc="-6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list,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returns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nothing</a:t>
            </a:r>
            <a:endParaRPr sz="2600">
              <a:latin typeface="Calibri"/>
              <a:cs typeface="Calibri"/>
            </a:endParaRPr>
          </a:p>
          <a:p>
            <a:pPr marL="104139" marR="4164965" indent="-91440">
              <a:lnSpc>
                <a:spcPct val="90300"/>
              </a:lnSpc>
              <a:spcBef>
                <a:spcPts val="1390"/>
              </a:spcBef>
              <a:buClr>
                <a:srgbClr val="585858"/>
              </a:buClr>
              <a:buFont typeface="Wingdings"/>
              <a:buChar char=""/>
              <a:tabLst>
                <a:tab pos="104139" algn="l"/>
                <a:tab pos="237490" algn="l"/>
              </a:tabLst>
            </a:pPr>
            <a:r>
              <a:rPr sz="2600" dirty="0">
                <a:latin typeface="Calibri"/>
                <a:cs typeface="Calibri"/>
              </a:rPr>
              <a:t>	calling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spc="-10" dirty="0">
                <a:latin typeface="Courier New"/>
                <a:cs typeface="Courier New"/>
              </a:rPr>
              <a:t>sorted()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does</a:t>
            </a:r>
            <a:r>
              <a:rPr sz="2600" b="1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not</a:t>
            </a:r>
            <a:r>
              <a:rPr sz="2600" b="1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mutate </a:t>
            </a:r>
            <a:r>
              <a:rPr sz="2600" dirty="0">
                <a:latin typeface="Calibri"/>
                <a:cs typeface="Calibri"/>
              </a:rPr>
              <a:t>list,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must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assign </a:t>
            </a:r>
            <a:r>
              <a:rPr sz="2600" dirty="0">
                <a:latin typeface="Calibri"/>
                <a:cs typeface="Calibri"/>
              </a:rPr>
              <a:t>result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variable</a:t>
            </a:r>
            <a:endParaRPr sz="26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31064" y="2321051"/>
            <a:ext cx="8944610" cy="4217670"/>
            <a:chOff x="131064" y="2321051"/>
            <a:chExt cx="8944610" cy="421767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1064" y="3915155"/>
              <a:ext cx="3610355" cy="234315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41242" y="2321051"/>
              <a:ext cx="5195316" cy="421462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565647" y="4779264"/>
              <a:ext cx="3510279" cy="1722120"/>
            </a:xfrm>
            <a:custGeom>
              <a:avLst/>
              <a:gdLst/>
              <a:ahLst/>
              <a:cxnLst/>
              <a:rect l="l" t="t" r="r" b="b"/>
              <a:pathLst>
                <a:path w="3510279" h="1722120">
                  <a:moveTo>
                    <a:pt x="3509772" y="0"/>
                  </a:moveTo>
                  <a:lnTo>
                    <a:pt x="0" y="0"/>
                  </a:lnTo>
                  <a:lnTo>
                    <a:pt x="0" y="1722120"/>
                  </a:lnTo>
                  <a:lnTo>
                    <a:pt x="3509772" y="1722120"/>
                  </a:lnTo>
                  <a:lnTo>
                    <a:pt x="35097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39717" y="2324100"/>
              <a:ext cx="5195316" cy="4214622"/>
            </a:xfrm>
            <a:prstGeom prst="rect">
              <a:avLst/>
            </a:prstGeom>
          </p:spPr>
        </p:pic>
      </p:grp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25" dirty="0"/>
              <a:t>61</a:t>
            </a:fld>
            <a:endParaRPr spc="-25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487929"/>
            <a:ext cx="9144000" cy="4088129"/>
            <a:chOff x="0" y="2487929"/>
            <a:chExt cx="9144000" cy="408812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81855" y="2487929"/>
              <a:ext cx="4781549" cy="401269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1510" y="3931540"/>
              <a:ext cx="2934079" cy="2038725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652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LISTS</a:t>
            </a:r>
            <a:r>
              <a:rPr spc="-185" dirty="0"/>
              <a:t> </a:t>
            </a:r>
            <a:r>
              <a:rPr dirty="0"/>
              <a:t>OF</a:t>
            </a:r>
            <a:r>
              <a:rPr spc="-190" dirty="0"/>
              <a:t> </a:t>
            </a:r>
            <a:r>
              <a:rPr spc="-50" dirty="0"/>
              <a:t>LISTS</a:t>
            </a:r>
            <a:r>
              <a:rPr spc="-180" dirty="0"/>
              <a:t> </a:t>
            </a:r>
            <a:r>
              <a:rPr dirty="0"/>
              <a:t>OF</a:t>
            </a:r>
            <a:r>
              <a:rPr spc="-190" dirty="0"/>
              <a:t> </a:t>
            </a:r>
            <a:r>
              <a:rPr spc="-50" dirty="0"/>
              <a:t>LISTS</a:t>
            </a:r>
            <a:r>
              <a:rPr spc="-185" dirty="0"/>
              <a:t> </a:t>
            </a:r>
            <a:r>
              <a:rPr spc="-20" dirty="0"/>
              <a:t>OF….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25" dirty="0"/>
              <a:t>62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810259" y="1679849"/>
            <a:ext cx="3237230" cy="145161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237490" indent="-224790">
              <a:lnSpc>
                <a:spcPct val="100000"/>
              </a:lnSpc>
              <a:spcBef>
                <a:spcPts val="1190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sz="2600" dirty="0">
                <a:latin typeface="Calibri"/>
                <a:cs typeface="Calibri"/>
              </a:rPr>
              <a:t>can</a:t>
            </a:r>
            <a:r>
              <a:rPr sz="2600" spc="-10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have</a:t>
            </a:r>
            <a:r>
              <a:rPr sz="2600" spc="-105" dirty="0"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nested</a:t>
            </a:r>
            <a:r>
              <a:rPr sz="2600" b="1" spc="-9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lists</a:t>
            </a:r>
            <a:endParaRPr sz="2600">
              <a:latin typeface="Calibri"/>
              <a:cs typeface="Calibri"/>
            </a:endParaRPr>
          </a:p>
          <a:p>
            <a:pPr marL="104139" marR="5080" indent="-91440">
              <a:lnSpc>
                <a:spcPts val="2810"/>
              </a:lnSpc>
              <a:spcBef>
                <a:spcPts val="1440"/>
              </a:spcBef>
              <a:buClr>
                <a:srgbClr val="585858"/>
              </a:buClr>
              <a:buFont typeface="Wingdings"/>
              <a:buChar char=""/>
              <a:tabLst>
                <a:tab pos="104139" algn="l"/>
                <a:tab pos="237490" algn="l"/>
              </a:tabLst>
            </a:pPr>
            <a:r>
              <a:rPr sz="2600" dirty="0">
                <a:latin typeface="Calibri"/>
                <a:cs typeface="Calibri"/>
              </a:rPr>
              <a:t>	side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effects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still </a:t>
            </a:r>
            <a:r>
              <a:rPr sz="2600" dirty="0">
                <a:latin typeface="Calibri"/>
                <a:cs typeface="Calibri"/>
              </a:rPr>
              <a:t>possible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after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mutation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33500" y="540124"/>
            <a:ext cx="6328522" cy="1369251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8824" spc="-49" dirty="0"/>
              <a:t>DICTIONARIES</a:t>
            </a:r>
            <a:endParaRPr sz="8824"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xfrm>
            <a:off x="7320130" y="5801565"/>
            <a:ext cx="198344" cy="167240"/>
          </a:xfrm>
          <a:prstGeom prst="rect">
            <a:avLst/>
          </a:prstGeom>
        </p:spPr>
        <p:txBody>
          <a:bodyPr vert="horz" wrap="square" lIns="0" tIns="5603" rIns="0" bIns="0" rtlCol="0">
            <a:spAutoFit/>
          </a:bodyPr>
          <a:lstStyle/>
          <a:p>
            <a:pPr marL="11206">
              <a:spcBef>
                <a:spcPts val="44"/>
              </a:spcBef>
            </a:pPr>
            <a:fld id="{81D60167-4931-47E6-BA6A-407CBD079E47}" type="slidenum">
              <a:rPr spc="-22" dirty="0"/>
              <a:pPr marL="11206">
                <a:spcBef>
                  <a:spcPts val="44"/>
                </a:spcBef>
              </a:pPr>
              <a:t>63</a:t>
            </a:fld>
            <a:endParaRPr spc="-22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33498" y="690732"/>
            <a:ext cx="7429502" cy="1224988"/>
          </a:xfrm>
          <a:prstGeom prst="rect">
            <a:avLst/>
          </a:prstGeom>
        </p:spPr>
        <p:txBody>
          <a:bodyPr vert="horz" wrap="square" lIns="0" tIns="118782" rIns="0" bIns="0" rtlCol="0">
            <a:spAutoFit/>
          </a:bodyPr>
          <a:lstStyle/>
          <a:p>
            <a:pPr marL="11206" marR="4483">
              <a:lnSpc>
                <a:spcPts val="4236"/>
              </a:lnSpc>
              <a:spcBef>
                <a:spcPts val="935"/>
              </a:spcBef>
            </a:pPr>
            <a:r>
              <a:rPr dirty="0"/>
              <a:t>HOW</a:t>
            </a:r>
            <a:r>
              <a:rPr spc="-224" dirty="0"/>
              <a:t> </a:t>
            </a:r>
            <a:r>
              <a:rPr spc="-49" dirty="0"/>
              <a:t>TO</a:t>
            </a:r>
            <a:r>
              <a:rPr spc="-190" dirty="0"/>
              <a:t> </a:t>
            </a:r>
            <a:r>
              <a:rPr spc="-79" dirty="0"/>
              <a:t>STORE </a:t>
            </a:r>
            <a:r>
              <a:rPr spc="-40" dirty="0"/>
              <a:t>STUDENT</a:t>
            </a:r>
            <a:r>
              <a:rPr spc="-202" dirty="0"/>
              <a:t> </a:t>
            </a:r>
            <a:r>
              <a:rPr spc="-18" dirty="0"/>
              <a:t>INFO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2816" y="1877123"/>
            <a:ext cx="6539192" cy="3515869"/>
          </a:xfrm>
          <a:prstGeom prst="rect">
            <a:avLst/>
          </a:prstGeom>
        </p:spPr>
        <p:txBody>
          <a:bodyPr vert="horz" wrap="square" lIns="0" tIns="141194" rIns="0" bIns="0" rtlCol="0">
            <a:spAutoFit/>
          </a:bodyPr>
          <a:lstStyle/>
          <a:p>
            <a:pPr marL="194432" indent="-183226">
              <a:spcBef>
                <a:spcPts val="1112"/>
              </a:spcBef>
              <a:buClr>
                <a:srgbClr val="595959"/>
              </a:buClr>
              <a:buFont typeface="Wingdings"/>
              <a:buChar char=""/>
              <a:tabLst>
                <a:tab pos="194432" algn="l"/>
              </a:tabLst>
            </a:pPr>
            <a:r>
              <a:rPr sz="2118" dirty="0">
                <a:latin typeface="Calibri"/>
                <a:cs typeface="Calibri"/>
              </a:rPr>
              <a:t>so</a:t>
            </a:r>
            <a:r>
              <a:rPr sz="2118" spc="-31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far,</a:t>
            </a:r>
            <a:r>
              <a:rPr sz="2118" spc="-26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can</a:t>
            </a:r>
            <a:r>
              <a:rPr sz="2118" spc="-26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store</a:t>
            </a:r>
            <a:r>
              <a:rPr sz="2118" spc="-22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using</a:t>
            </a:r>
            <a:r>
              <a:rPr sz="2118" spc="-26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separate</a:t>
            </a:r>
            <a:r>
              <a:rPr sz="2118" spc="-22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lists</a:t>
            </a:r>
            <a:r>
              <a:rPr sz="2118" spc="-26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for</a:t>
            </a:r>
            <a:r>
              <a:rPr sz="2118" spc="-22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every</a:t>
            </a:r>
            <a:r>
              <a:rPr sz="2118" spc="-26" dirty="0">
                <a:latin typeface="Calibri"/>
                <a:cs typeface="Calibri"/>
              </a:rPr>
              <a:t> </a:t>
            </a:r>
            <a:r>
              <a:rPr sz="2118" spc="-18" dirty="0">
                <a:latin typeface="Calibri"/>
                <a:cs typeface="Calibri"/>
              </a:rPr>
              <a:t>info</a:t>
            </a:r>
            <a:endParaRPr sz="2118">
              <a:latin typeface="Calibri"/>
              <a:cs typeface="Calibri"/>
            </a:endParaRPr>
          </a:p>
          <a:p>
            <a:pPr marL="11206">
              <a:spcBef>
                <a:spcPts val="811"/>
              </a:spcBef>
            </a:pPr>
            <a:r>
              <a:rPr sz="1677" dirty="0">
                <a:latin typeface="Courier New"/>
                <a:cs typeface="Courier New"/>
              </a:rPr>
              <a:t>names = ['Ana', 'John', 'Denise', </a:t>
            </a:r>
            <a:r>
              <a:rPr sz="1677" spc="-9" dirty="0">
                <a:latin typeface="Courier New"/>
                <a:cs typeface="Courier New"/>
              </a:rPr>
              <a:t>'Katy']</a:t>
            </a:r>
            <a:endParaRPr sz="1677">
              <a:latin typeface="Courier New"/>
              <a:cs typeface="Courier New"/>
            </a:endParaRPr>
          </a:p>
          <a:p>
            <a:pPr marL="11206">
              <a:spcBef>
                <a:spcPts val="811"/>
              </a:spcBef>
            </a:pPr>
            <a:r>
              <a:rPr sz="1677" dirty="0">
                <a:latin typeface="Courier New"/>
                <a:cs typeface="Courier New"/>
              </a:rPr>
              <a:t>grade = ['B', 'A+', 'A', </a:t>
            </a:r>
            <a:r>
              <a:rPr sz="1677" spc="-18" dirty="0">
                <a:latin typeface="Courier New"/>
                <a:cs typeface="Courier New"/>
              </a:rPr>
              <a:t>'A']</a:t>
            </a:r>
            <a:endParaRPr sz="1677">
              <a:latin typeface="Courier New"/>
              <a:cs typeface="Courier New"/>
            </a:endParaRPr>
          </a:p>
          <a:p>
            <a:pPr marL="11206">
              <a:spcBef>
                <a:spcPts val="811"/>
              </a:spcBef>
            </a:pPr>
            <a:r>
              <a:rPr sz="1677" dirty="0">
                <a:latin typeface="Courier New"/>
                <a:cs typeface="Courier New"/>
              </a:rPr>
              <a:t>course = [2.00, 6.0001, 20.002, </a:t>
            </a:r>
            <a:r>
              <a:rPr sz="1677" spc="-9" dirty="0">
                <a:latin typeface="Courier New"/>
                <a:cs typeface="Courier New"/>
              </a:rPr>
              <a:t>9.01]</a:t>
            </a:r>
            <a:endParaRPr sz="1677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677">
              <a:latin typeface="Courier New"/>
              <a:cs typeface="Courier New"/>
            </a:endParaRPr>
          </a:p>
          <a:p>
            <a:pPr>
              <a:spcBef>
                <a:spcPts val="190"/>
              </a:spcBef>
            </a:pPr>
            <a:endParaRPr sz="1677">
              <a:latin typeface="Courier New"/>
              <a:cs typeface="Courier New"/>
            </a:endParaRPr>
          </a:p>
          <a:p>
            <a:pPr marL="194432" indent="-183226">
              <a:buClr>
                <a:srgbClr val="595959"/>
              </a:buClr>
              <a:buFont typeface="Wingdings"/>
              <a:buChar char=""/>
              <a:tabLst>
                <a:tab pos="194432" algn="l"/>
              </a:tabLst>
            </a:pPr>
            <a:r>
              <a:rPr sz="2118" dirty="0">
                <a:latin typeface="Calibri"/>
                <a:cs typeface="Calibri"/>
              </a:rPr>
              <a:t>a</a:t>
            </a:r>
            <a:r>
              <a:rPr sz="2118" spc="-40" dirty="0">
                <a:latin typeface="Calibri"/>
                <a:cs typeface="Calibri"/>
              </a:rPr>
              <a:t> </a:t>
            </a:r>
            <a:r>
              <a:rPr sz="2118" b="1" dirty="0">
                <a:solidFill>
                  <a:srgbClr val="C00000"/>
                </a:solidFill>
                <a:latin typeface="Calibri"/>
                <a:cs typeface="Calibri"/>
              </a:rPr>
              <a:t>separate</a:t>
            </a:r>
            <a:r>
              <a:rPr sz="2118" b="1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18" b="1" dirty="0">
                <a:solidFill>
                  <a:srgbClr val="C00000"/>
                </a:solidFill>
                <a:latin typeface="Calibri"/>
                <a:cs typeface="Calibri"/>
              </a:rPr>
              <a:t>list</a:t>
            </a:r>
            <a:r>
              <a:rPr sz="2118" b="1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for</a:t>
            </a:r>
            <a:r>
              <a:rPr sz="2118" spc="-40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each</a:t>
            </a:r>
            <a:r>
              <a:rPr sz="2118" spc="-40" dirty="0">
                <a:latin typeface="Calibri"/>
                <a:cs typeface="Calibri"/>
              </a:rPr>
              <a:t> </a:t>
            </a:r>
            <a:r>
              <a:rPr sz="2118" spc="-18" dirty="0">
                <a:latin typeface="Calibri"/>
                <a:cs typeface="Calibri"/>
              </a:rPr>
              <a:t>item</a:t>
            </a:r>
            <a:endParaRPr sz="2118">
              <a:latin typeface="Calibri"/>
              <a:cs typeface="Calibri"/>
            </a:endParaRPr>
          </a:p>
          <a:p>
            <a:pPr marL="194432" indent="-183226">
              <a:spcBef>
                <a:spcPts val="723"/>
              </a:spcBef>
              <a:buClr>
                <a:srgbClr val="595959"/>
              </a:buClr>
              <a:buFont typeface="Wingdings"/>
              <a:buChar char=""/>
              <a:tabLst>
                <a:tab pos="194432" algn="l"/>
              </a:tabLst>
            </a:pPr>
            <a:r>
              <a:rPr sz="2118" dirty="0">
                <a:latin typeface="Calibri"/>
                <a:cs typeface="Calibri"/>
              </a:rPr>
              <a:t>each</a:t>
            </a:r>
            <a:r>
              <a:rPr sz="2118" spc="-35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list</a:t>
            </a:r>
            <a:r>
              <a:rPr sz="2118" spc="-35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must</a:t>
            </a:r>
            <a:r>
              <a:rPr sz="2118" spc="-35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have</a:t>
            </a:r>
            <a:r>
              <a:rPr sz="2118" spc="-31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the</a:t>
            </a:r>
            <a:r>
              <a:rPr sz="2118" spc="-26" dirty="0">
                <a:latin typeface="Calibri"/>
                <a:cs typeface="Calibri"/>
              </a:rPr>
              <a:t> </a:t>
            </a:r>
            <a:r>
              <a:rPr sz="2118" b="1" dirty="0">
                <a:solidFill>
                  <a:srgbClr val="C00000"/>
                </a:solidFill>
                <a:latin typeface="Calibri"/>
                <a:cs typeface="Calibri"/>
              </a:rPr>
              <a:t>same</a:t>
            </a:r>
            <a:r>
              <a:rPr sz="2118" b="1" spc="-31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18" b="1" spc="-9" dirty="0">
                <a:solidFill>
                  <a:srgbClr val="C00000"/>
                </a:solidFill>
                <a:latin typeface="Calibri"/>
                <a:cs typeface="Calibri"/>
              </a:rPr>
              <a:t>length</a:t>
            </a:r>
            <a:endParaRPr sz="2118">
              <a:latin typeface="Calibri"/>
              <a:cs typeface="Calibri"/>
            </a:endParaRPr>
          </a:p>
          <a:p>
            <a:pPr marL="89652" marR="4483" indent="-79006">
              <a:lnSpc>
                <a:spcPct val="79800"/>
              </a:lnSpc>
              <a:spcBef>
                <a:spcPts val="1240"/>
              </a:spcBef>
              <a:buClr>
                <a:srgbClr val="595959"/>
              </a:buClr>
              <a:buFont typeface="Wingdings"/>
              <a:buChar char=""/>
              <a:tabLst>
                <a:tab pos="89652" algn="l"/>
                <a:tab pos="193872" algn="l"/>
              </a:tabLst>
            </a:pPr>
            <a:r>
              <a:rPr sz="2118" dirty="0">
                <a:latin typeface="Calibri"/>
                <a:cs typeface="Calibri"/>
              </a:rPr>
              <a:t>	info</a:t>
            </a:r>
            <a:r>
              <a:rPr sz="2118" spc="-49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stored</a:t>
            </a:r>
            <a:r>
              <a:rPr sz="2118" spc="-44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across</a:t>
            </a:r>
            <a:r>
              <a:rPr sz="2118" spc="-44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lists</a:t>
            </a:r>
            <a:r>
              <a:rPr sz="2118" spc="-44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at</a:t>
            </a:r>
            <a:r>
              <a:rPr sz="2118" spc="-44" dirty="0">
                <a:latin typeface="Calibri"/>
                <a:cs typeface="Calibri"/>
              </a:rPr>
              <a:t> </a:t>
            </a:r>
            <a:r>
              <a:rPr sz="2118" b="1" dirty="0">
                <a:solidFill>
                  <a:srgbClr val="C00000"/>
                </a:solidFill>
                <a:latin typeface="Calibri"/>
                <a:cs typeface="Calibri"/>
              </a:rPr>
              <a:t>same</a:t>
            </a:r>
            <a:r>
              <a:rPr sz="2118" b="1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18" b="1" dirty="0">
                <a:solidFill>
                  <a:srgbClr val="C00000"/>
                </a:solidFill>
                <a:latin typeface="Calibri"/>
                <a:cs typeface="Calibri"/>
              </a:rPr>
              <a:t>index</a:t>
            </a:r>
            <a:r>
              <a:rPr sz="2118" dirty="0">
                <a:latin typeface="Calibri"/>
                <a:cs typeface="Calibri"/>
              </a:rPr>
              <a:t>,</a:t>
            </a:r>
            <a:r>
              <a:rPr sz="2118" spc="-44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each</a:t>
            </a:r>
            <a:r>
              <a:rPr sz="2118" spc="-44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index</a:t>
            </a:r>
            <a:r>
              <a:rPr sz="2118" spc="-44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refers</a:t>
            </a:r>
            <a:r>
              <a:rPr sz="2118" spc="-44" dirty="0">
                <a:latin typeface="Calibri"/>
                <a:cs typeface="Calibri"/>
              </a:rPr>
              <a:t> </a:t>
            </a:r>
            <a:r>
              <a:rPr sz="2118" spc="-22" dirty="0">
                <a:latin typeface="Calibri"/>
                <a:cs typeface="Calibri"/>
              </a:rPr>
              <a:t>to </a:t>
            </a:r>
            <a:r>
              <a:rPr sz="2118" dirty="0">
                <a:latin typeface="Calibri"/>
                <a:cs typeface="Calibri"/>
              </a:rPr>
              <a:t>info</a:t>
            </a:r>
            <a:r>
              <a:rPr sz="2118" spc="-44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for</a:t>
            </a:r>
            <a:r>
              <a:rPr sz="2118" spc="-40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a</a:t>
            </a:r>
            <a:r>
              <a:rPr sz="2118" spc="-44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different</a:t>
            </a:r>
            <a:r>
              <a:rPr sz="2118" spc="-44" dirty="0">
                <a:latin typeface="Calibri"/>
                <a:cs typeface="Calibri"/>
              </a:rPr>
              <a:t> </a:t>
            </a:r>
            <a:r>
              <a:rPr sz="2118" spc="-9" dirty="0">
                <a:latin typeface="Calibri"/>
                <a:cs typeface="Calibri"/>
              </a:rPr>
              <a:t>person</a:t>
            </a:r>
            <a:endParaRPr sz="2118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232211" y="2167421"/>
            <a:ext cx="1173816" cy="1745876"/>
            <a:chOff x="2377439" y="2456410"/>
            <a:chExt cx="1330325" cy="197866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77439" y="2456410"/>
              <a:ext cx="1330036" cy="197842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416383" y="2497206"/>
              <a:ext cx="1216025" cy="1863725"/>
            </a:xfrm>
            <a:custGeom>
              <a:avLst/>
              <a:gdLst/>
              <a:ahLst/>
              <a:cxnLst/>
              <a:rect l="l" t="t" r="r" b="b"/>
              <a:pathLst>
                <a:path w="1216025" h="1863725">
                  <a:moveTo>
                    <a:pt x="0" y="931712"/>
                  </a:moveTo>
                  <a:lnTo>
                    <a:pt x="1109" y="874955"/>
                  </a:lnTo>
                  <a:lnTo>
                    <a:pt x="4393" y="819097"/>
                  </a:lnTo>
                  <a:lnTo>
                    <a:pt x="9791" y="764235"/>
                  </a:lnTo>
                  <a:lnTo>
                    <a:pt x="17236" y="710469"/>
                  </a:lnTo>
                  <a:lnTo>
                    <a:pt x="26667" y="657893"/>
                  </a:lnTo>
                  <a:lnTo>
                    <a:pt x="38020" y="606607"/>
                  </a:lnTo>
                  <a:lnTo>
                    <a:pt x="51230" y="556708"/>
                  </a:lnTo>
                  <a:lnTo>
                    <a:pt x="66235" y="508293"/>
                  </a:lnTo>
                  <a:lnTo>
                    <a:pt x="82970" y="461459"/>
                  </a:lnTo>
                  <a:lnTo>
                    <a:pt x="101373" y="416304"/>
                  </a:lnTo>
                  <a:lnTo>
                    <a:pt x="121380" y="372926"/>
                  </a:lnTo>
                  <a:lnTo>
                    <a:pt x="142926" y="331422"/>
                  </a:lnTo>
                  <a:lnTo>
                    <a:pt x="165949" y="291889"/>
                  </a:lnTo>
                  <a:lnTo>
                    <a:pt x="190386" y="254424"/>
                  </a:lnTo>
                  <a:lnTo>
                    <a:pt x="216171" y="219127"/>
                  </a:lnTo>
                  <a:lnTo>
                    <a:pt x="243242" y="186093"/>
                  </a:lnTo>
                  <a:lnTo>
                    <a:pt x="271536" y="155420"/>
                  </a:lnTo>
                  <a:lnTo>
                    <a:pt x="300989" y="127206"/>
                  </a:lnTo>
                  <a:lnTo>
                    <a:pt x="331536" y="101548"/>
                  </a:lnTo>
                  <a:lnTo>
                    <a:pt x="363115" y="78543"/>
                  </a:lnTo>
                  <a:lnTo>
                    <a:pt x="395662" y="58290"/>
                  </a:lnTo>
                  <a:lnTo>
                    <a:pt x="463406" y="26426"/>
                  </a:lnTo>
                  <a:lnTo>
                    <a:pt x="534260" y="6736"/>
                  </a:lnTo>
                  <a:lnTo>
                    <a:pt x="607713" y="0"/>
                  </a:lnTo>
                  <a:lnTo>
                    <a:pt x="644734" y="1700"/>
                  </a:lnTo>
                  <a:lnTo>
                    <a:pt x="716951" y="15011"/>
                  </a:lnTo>
                  <a:lnTo>
                    <a:pt x="786313" y="40885"/>
                  </a:lnTo>
                  <a:lnTo>
                    <a:pt x="852312" y="78543"/>
                  </a:lnTo>
                  <a:lnTo>
                    <a:pt x="883891" y="101548"/>
                  </a:lnTo>
                  <a:lnTo>
                    <a:pt x="914438" y="127206"/>
                  </a:lnTo>
                  <a:lnTo>
                    <a:pt x="943891" y="155420"/>
                  </a:lnTo>
                  <a:lnTo>
                    <a:pt x="972184" y="186093"/>
                  </a:lnTo>
                  <a:lnTo>
                    <a:pt x="999256" y="219127"/>
                  </a:lnTo>
                  <a:lnTo>
                    <a:pt x="1025041" y="254424"/>
                  </a:lnTo>
                  <a:lnTo>
                    <a:pt x="1049477" y="291889"/>
                  </a:lnTo>
                  <a:lnTo>
                    <a:pt x="1072501" y="331422"/>
                  </a:lnTo>
                  <a:lnTo>
                    <a:pt x="1094047" y="372926"/>
                  </a:lnTo>
                  <a:lnTo>
                    <a:pt x="1114054" y="416304"/>
                  </a:lnTo>
                  <a:lnTo>
                    <a:pt x="1132457" y="461459"/>
                  </a:lnTo>
                  <a:lnTo>
                    <a:pt x="1149192" y="508293"/>
                  </a:lnTo>
                  <a:lnTo>
                    <a:pt x="1164197" y="556708"/>
                  </a:lnTo>
                  <a:lnTo>
                    <a:pt x="1177407" y="606607"/>
                  </a:lnTo>
                  <a:lnTo>
                    <a:pt x="1188760" y="657893"/>
                  </a:lnTo>
                  <a:lnTo>
                    <a:pt x="1198190" y="710469"/>
                  </a:lnTo>
                  <a:lnTo>
                    <a:pt x="1205636" y="764235"/>
                  </a:lnTo>
                  <a:lnTo>
                    <a:pt x="1211033" y="819097"/>
                  </a:lnTo>
                  <a:lnTo>
                    <a:pt x="1214318" y="874955"/>
                  </a:lnTo>
                  <a:lnTo>
                    <a:pt x="1215427" y="931712"/>
                  </a:lnTo>
                  <a:lnTo>
                    <a:pt x="1214318" y="988469"/>
                  </a:lnTo>
                  <a:lnTo>
                    <a:pt x="1211033" y="1044327"/>
                  </a:lnTo>
                  <a:lnTo>
                    <a:pt x="1205636" y="1099188"/>
                  </a:lnTo>
                  <a:lnTo>
                    <a:pt x="1198190" y="1152955"/>
                  </a:lnTo>
                  <a:lnTo>
                    <a:pt x="1188760" y="1205531"/>
                  </a:lnTo>
                  <a:lnTo>
                    <a:pt x="1177407" y="1256817"/>
                  </a:lnTo>
                  <a:lnTo>
                    <a:pt x="1164197" y="1306716"/>
                  </a:lnTo>
                  <a:lnTo>
                    <a:pt x="1149192" y="1355131"/>
                  </a:lnTo>
                  <a:lnTo>
                    <a:pt x="1132457" y="1401965"/>
                  </a:lnTo>
                  <a:lnTo>
                    <a:pt x="1114054" y="1447120"/>
                  </a:lnTo>
                  <a:lnTo>
                    <a:pt x="1094047" y="1490498"/>
                  </a:lnTo>
                  <a:lnTo>
                    <a:pt x="1072501" y="1532002"/>
                  </a:lnTo>
                  <a:lnTo>
                    <a:pt x="1049477" y="1571535"/>
                  </a:lnTo>
                  <a:lnTo>
                    <a:pt x="1025041" y="1609000"/>
                  </a:lnTo>
                  <a:lnTo>
                    <a:pt x="999256" y="1644297"/>
                  </a:lnTo>
                  <a:lnTo>
                    <a:pt x="972184" y="1677331"/>
                  </a:lnTo>
                  <a:lnTo>
                    <a:pt x="943891" y="1708004"/>
                  </a:lnTo>
                  <a:lnTo>
                    <a:pt x="914438" y="1736218"/>
                  </a:lnTo>
                  <a:lnTo>
                    <a:pt x="883891" y="1761876"/>
                  </a:lnTo>
                  <a:lnTo>
                    <a:pt x="852312" y="1784881"/>
                  </a:lnTo>
                  <a:lnTo>
                    <a:pt x="819765" y="1805134"/>
                  </a:lnTo>
                  <a:lnTo>
                    <a:pt x="752021" y="1836998"/>
                  </a:lnTo>
                  <a:lnTo>
                    <a:pt x="681167" y="1856688"/>
                  </a:lnTo>
                  <a:lnTo>
                    <a:pt x="607713" y="1863425"/>
                  </a:lnTo>
                  <a:lnTo>
                    <a:pt x="570693" y="1861724"/>
                  </a:lnTo>
                  <a:lnTo>
                    <a:pt x="498476" y="1848413"/>
                  </a:lnTo>
                  <a:lnTo>
                    <a:pt x="429114" y="1822539"/>
                  </a:lnTo>
                  <a:lnTo>
                    <a:pt x="363115" y="1784881"/>
                  </a:lnTo>
                  <a:lnTo>
                    <a:pt x="331536" y="1761876"/>
                  </a:lnTo>
                  <a:lnTo>
                    <a:pt x="300989" y="1736218"/>
                  </a:lnTo>
                  <a:lnTo>
                    <a:pt x="271536" y="1708004"/>
                  </a:lnTo>
                  <a:lnTo>
                    <a:pt x="243242" y="1677331"/>
                  </a:lnTo>
                  <a:lnTo>
                    <a:pt x="216171" y="1644297"/>
                  </a:lnTo>
                  <a:lnTo>
                    <a:pt x="190386" y="1609000"/>
                  </a:lnTo>
                  <a:lnTo>
                    <a:pt x="165949" y="1571535"/>
                  </a:lnTo>
                  <a:lnTo>
                    <a:pt x="142926" y="1532002"/>
                  </a:lnTo>
                  <a:lnTo>
                    <a:pt x="121380" y="1490498"/>
                  </a:lnTo>
                  <a:lnTo>
                    <a:pt x="101373" y="1447120"/>
                  </a:lnTo>
                  <a:lnTo>
                    <a:pt x="82970" y="1401965"/>
                  </a:lnTo>
                  <a:lnTo>
                    <a:pt x="66235" y="1355131"/>
                  </a:lnTo>
                  <a:lnTo>
                    <a:pt x="51230" y="1306716"/>
                  </a:lnTo>
                  <a:lnTo>
                    <a:pt x="38020" y="1256817"/>
                  </a:lnTo>
                  <a:lnTo>
                    <a:pt x="26667" y="1205531"/>
                  </a:lnTo>
                  <a:lnTo>
                    <a:pt x="17236" y="1152955"/>
                  </a:lnTo>
                  <a:lnTo>
                    <a:pt x="9791" y="1099188"/>
                  </a:lnTo>
                  <a:lnTo>
                    <a:pt x="4393" y="1044327"/>
                  </a:lnTo>
                  <a:lnTo>
                    <a:pt x="1109" y="988469"/>
                  </a:lnTo>
                  <a:lnTo>
                    <a:pt x="0" y="931712"/>
                  </a:lnTo>
                  <a:close/>
                </a:path>
              </a:pathLst>
            </a:custGeom>
            <a:ln w="22213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7320130" y="5801565"/>
            <a:ext cx="198344" cy="167240"/>
          </a:xfrm>
          <a:prstGeom prst="rect">
            <a:avLst/>
          </a:prstGeom>
        </p:spPr>
        <p:txBody>
          <a:bodyPr vert="horz" wrap="square" lIns="0" tIns="5603" rIns="0" bIns="0" rtlCol="0">
            <a:spAutoFit/>
          </a:bodyPr>
          <a:lstStyle/>
          <a:p>
            <a:pPr marL="11206">
              <a:spcBef>
                <a:spcPts val="44"/>
              </a:spcBef>
            </a:pPr>
            <a:fld id="{81D60167-4931-47E6-BA6A-407CBD079E47}" type="slidenum">
              <a:rPr spc="-22" dirty="0"/>
              <a:pPr marL="11206">
                <a:spcBef>
                  <a:spcPts val="44"/>
                </a:spcBef>
              </a:pPr>
              <a:t>64</a:t>
            </a:fld>
            <a:endParaRPr spc="-22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30088" y="257511"/>
            <a:ext cx="8518712" cy="1224988"/>
          </a:xfrm>
          <a:prstGeom prst="rect">
            <a:avLst/>
          </a:prstGeom>
        </p:spPr>
        <p:txBody>
          <a:bodyPr vert="horz" wrap="square" lIns="0" tIns="118782" rIns="0" bIns="0" rtlCol="0">
            <a:spAutoFit/>
          </a:bodyPr>
          <a:lstStyle/>
          <a:p>
            <a:pPr marL="11206" marR="4483">
              <a:lnSpc>
                <a:spcPts val="4236"/>
              </a:lnSpc>
              <a:spcBef>
                <a:spcPts val="935"/>
              </a:spcBef>
            </a:pPr>
            <a:r>
              <a:rPr dirty="0"/>
              <a:t>HOW</a:t>
            </a:r>
            <a:r>
              <a:rPr spc="-224" dirty="0"/>
              <a:t> </a:t>
            </a:r>
            <a:r>
              <a:rPr spc="-49" dirty="0"/>
              <a:t>TO</a:t>
            </a:r>
            <a:r>
              <a:rPr spc="-190" dirty="0"/>
              <a:t> </a:t>
            </a:r>
            <a:r>
              <a:rPr spc="-75" dirty="0"/>
              <a:t>UPDATE/RETRIEVE </a:t>
            </a:r>
            <a:r>
              <a:rPr spc="-40" dirty="0"/>
              <a:t>STUDENT</a:t>
            </a:r>
            <a:r>
              <a:rPr spc="-202" dirty="0"/>
              <a:t> </a:t>
            </a:r>
            <a:r>
              <a:rPr spc="-18" dirty="0"/>
              <a:t>INFO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7320130" y="5801565"/>
            <a:ext cx="198344" cy="167240"/>
          </a:xfrm>
          <a:prstGeom prst="rect">
            <a:avLst/>
          </a:prstGeom>
        </p:spPr>
        <p:txBody>
          <a:bodyPr vert="horz" wrap="square" lIns="0" tIns="5603" rIns="0" bIns="0" rtlCol="0">
            <a:spAutoFit/>
          </a:bodyPr>
          <a:lstStyle/>
          <a:p>
            <a:pPr marL="11206">
              <a:spcBef>
                <a:spcPts val="44"/>
              </a:spcBef>
            </a:pPr>
            <a:fld id="{81D60167-4931-47E6-BA6A-407CBD079E47}" type="slidenum">
              <a:rPr spc="-22" dirty="0"/>
              <a:pPr marL="11206">
                <a:spcBef>
                  <a:spcPts val="44"/>
                </a:spcBef>
              </a:pPr>
              <a:t>65</a:t>
            </a:fld>
            <a:endParaRPr spc="-22" dirty="0"/>
          </a:p>
        </p:txBody>
      </p:sp>
      <p:sp>
        <p:nvSpPr>
          <p:cNvPr id="3" name="object 3"/>
          <p:cNvSpPr txBox="1"/>
          <p:nvPr/>
        </p:nvSpPr>
        <p:spPr>
          <a:xfrm>
            <a:off x="1252816" y="1913285"/>
            <a:ext cx="7164481" cy="431897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495326" marR="4483" indent="-484680">
              <a:lnSpc>
                <a:spcPct val="152700"/>
              </a:lnSpc>
              <a:spcBef>
                <a:spcPts val="88"/>
              </a:spcBef>
              <a:tabLst>
                <a:tab pos="495326" algn="l"/>
                <a:tab pos="737386" algn="l"/>
              </a:tabLst>
            </a:pPr>
            <a:r>
              <a:rPr sz="1588" spc="-22" dirty="0">
                <a:solidFill>
                  <a:srgbClr val="3366FF"/>
                </a:solidFill>
                <a:latin typeface="Courier New"/>
                <a:cs typeface="Courier New"/>
              </a:rPr>
              <a:t>def</a:t>
            </a:r>
            <a:r>
              <a:rPr sz="1588" dirty="0">
                <a:solidFill>
                  <a:srgbClr val="3366FF"/>
                </a:solidFill>
                <a:latin typeface="Courier New"/>
                <a:cs typeface="Courier New"/>
              </a:rPr>
              <a:t>	</a:t>
            </a:r>
            <a:r>
              <a:rPr sz="1588" dirty="0">
                <a:latin typeface="Courier New"/>
                <a:cs typeface="Courier New"/>
              </a:rPr>
              <a:t>get_grade(student, name_list, grade_list, </a:t>
            </a:r>
            <a:r>
              <a:rPr sz="1588" spc="-9" dirty="0">
                <a:latin typeface="Courier New"/>
                <a:cs typeface="Courier New"/>
              </a:rPr>
              <a:t>course_list): </a:t>
            </a:r>
            <a:r>
              <a:rPr sz="1588" spc="-44" dirty="0">
                <a:latin typeface="Courier New"/>
                <a:cs typeface="Courier New"/>
              </a:rPr>
              <a:t>i</a:t>
            </a:r>
            <a:r>
              <a:rPr sz="1588" dirty="0">
                <a:latin typeface="Courier New"/>
                <a:cs typeface="Courier New"/>
              </a:rPr>
              <a:t>	=</a:t>
            </a:r>
            <a:r>
              <a:rPr sz="1588" spc="-9" dirty="0">
                <a:latin typeface="Courier New"/>
                <a:cs typeface="Courier New"/>
              </a:rPr>
              <a:t> name_list.index(student)</a:t>
            </a:r>
            <a:endParaRPr sz="1588">
              <a:latin typeface="Courier New"/>
              <a:cs typeface="Courier New"/>
            </a:endParaRPr>
          </a:p>
          <a:p>
            <a:pPr marL="495326">
              <a:spcBef>
                <a:spcPts val="1006"/>
              </a:spcBef>
            </a:pPr>
            <a:r>
              <a:rPr sz="1588" dirty="0">
                <a:latin typeface="Courier New"/>
                <a:cs typeface="Courier New"/>
              </a:rPr>
              <a:t>grade = </a:t>
            </a:r>
            <a:r>
              <a:rPr sz="1588" spc="-9" dirty="0">
                <a:latin typeface="Courier New"/>
                <a:cs typeface="Courier New"/>
              </a:rPr>
              <a:t>grade_list[i]</a:t>
            </a:r>
            <a:endParaRPr sz="1588">
              <a:latin typeface="Courier New"/>
              <a:cs typeface="Courier New"/>
            </a:endParaRPr>
          </a:p>
          <a:p>
            <a:pPr marL="495326" marR="3878002">
              <a:lnSpc>
                <a:spcPct val="152800"/>
              </a:lnSpc>
              <a:spcBef>
                <a:spcPts val="88"/>
              </a:spcBef>
            </a:pPr>
            <a:r>
              <a:rPr sz="1588" dirty="0">
                <a:latin typeface="Courier New"/>
                <a:cs typeface="Courier New"/>
              </a:rPr>
              <a:t>course = </a:t>
            </a:r>
            <a:r>
              <a:rPr sz="1588" spc="-9" dirty="0">
                <a:latin typeface="Courier New"/>
                <a:cs typeface="Courier New"/>
              </a:rPr>
              <a:t>course_list[i] </a:t>
            </a:r>
            <a:r>
              <a:rPr sz="1588" dirty="0">
                <a:latin typeface="Courier New"/>
                <a:cs typeface="Courier New"/>
              </a:rPr>
              <a:t>return (course, </a:t>
            </a:r>
            <a:r>
              <a:rPr sz="1588" spc="-9" dirty="0">
                <a:latin typeface="Courier New"/>
                <a:cs typeface="Courier New"/>
              </a:rPr>
              <a:t>grade)</a:t>
            </a:r>
            <a:endParaRPr sz="1588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588">
              <a:latin typeface="Courier New"/>
              <a:cs typeface="Courier New"/>
            </a:endParaRPr>
          </a:p>
          <a:p>
            <a:pPr>
              <a:spcBef>
                <a:spcPts val="1129"/>
              </a:spcBef>
            </a:pPr>
            <a:endParaRPr sz="1588">
              <a:latin typeface="Courier New"/>
              <a:cs typeface="Courier New"/>
            </a:endParaRPr>
          </a:p>
          <a:p>
            <a:pPr marL="209561" indent="-198355">
              <a:buClr>
                <a:srgbClr val="595959"/>
              </a:buClr>
              <a:buFont typeface="Wingdings"/>
              <a:buChar char=""/>
              <a:tabLst>
                <a:tab pos="209561" algn="l"/>
              </a:tabLst>
            </a:pPr>
            <a:r>
              <a:rPr sz="2294" b="1" dirty="0">
                <a:solidFill>
                  <a:srgbClr val="C00000"/>
                </a:solidFill>
                <a:latin typeface="Calibri"/>
                <a:cs typeface="Calibri"/>
              </a:rPr>
              <a:t>messy</a:t>
            </a:r>
            <a:r>
              <a:rPr sz="2294" b="1" spc="-31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if</a:t>
            </a:r>
            <a:r>
              <a:rPr sz="2294" spc="-31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have</a:t>
            </a:r>
            <a:r>
              <a:rPr sz="2294" spc="-26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a</a:t>
            </a:r>
            <a:r>
              <a:rPr sz="2294" spc="-31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lot</a:t>
            </a:r>
            <a:r>
              <a:rPr sz="2294" spc="-31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of</a:t>
            </a:r>
            <a:r>
              <a:rPr sz="2294" spc="-31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different</a:t>
            </a:r>
            <a:r>
              <a:rPr sz="2294" spc="-31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info</a:t>
            </a:r>
            <a:r>
              <a:rPr sz="2294" spc="-31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to</a:t>
            </a:r>
            <a:r>
              <a:rPr sz="2294" spc="-31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keep</a:t>
            </a:r>
            <a:r>
              <a:rPr sz="2294" spc="-31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track</a:t>
            </a:r>
            <a:r>
              <a:rPr sz="2294" spc="-26" dirty="0">
                <a:latin typeface="Calibri"/>
                <a:cs typeface="Calibri"/>
              </a:rPr>
              <a:t> </a:t>
            </a:r>
            <a:r>
              <a:rPr sz="2294" spc="-22" dirty="0">
                <a:latin typeface="Calibri"/>
                <a:cs typeface="Calibri"/>
              </a:rPr>
              <a:t>of</a:t>
            </a:r>
            <a:endParaRPr sz="2294">
              <a:latin typeface="Calibri"/>
              <a:cs typeface="Calibri"/>
            </a:endParaRPr>
          </a:p>
          <a:p>
            <a:pPr marL="209561" indent="-198355">
              <a:spcBef>
                <a:spcPts val="953"/>
              </a:spcBef>
              <a:buClr>
                <a:srgbClr val="595959"/>
              </a:buClr>
              <a:buFont typeface="Wingdings"/>
              <a:buChar char=""/>
              <a:tabLst>
                <a:tab pos="209561" algn="l"/>
              </a:tabLst>
            </a:pPr>
            <a:r>
              <a:rPr sz="2294" dirty="0">
                <a:latin typeface="Calibri"/>
                <a:cs typeface="Calibri"/>
              </a:rPr>
              <a:t>must</a:t>
            </a:r>
            <a:r>
              <a:rPr sz="2294" spc="-35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maintain</a:t>
            </a:r>
            <a:r>
              <a:rPr sz="2294" spc="-35" dirty="0">
                <a:latin typeface="Calibri"/>
                <a:cs typeface="Calibri"/>
              </a:rPr>
              <a:t> </a:t>
            </a:r>
            <a:r>
              <a:rPr sz="2294" b="1" dirty="0">
                <a:solidFill>
                  <a:srgbClr val="C00000"/>
                </a:solidFill>
                <a:latin typeface="Calibri"/>
                <a:cs typeface="Calibri"/>
              </a:rPr>
              <a:t>many</a:t>
            </a:r>
            <a:r>
              <a:rPr sz="2294" b="1" spc="-31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94" b="1" dirty="0">
                <a:solidFill>
                  <a:srgbClr val="C00000"/>
                </a:solidFill>
                <a:latin typeface="Calibri"/>
                <a:cs typeface="Calibri"/>
              </a:rPr>
              <a:t>lists</a:t>
            </a:r>
            <a:r>
              <a:rPr sz="2294" b="1" spc="-26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and</a:t>
            </a:r>
            <a:r>
              <a:rPr sz="2294" spc="-31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pass</a:t>
            </a:r>
            <a:r>
              <a:rPr sz="2294" spc="-35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them</a:t>
            </a:r>
            <a:r>
              <a:rPr sz="2294" spc="-31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as</a:t>
            </a:r>
            <a:r>
              <a:rPr sz="2294" spc="-31" dirty="0">
                <a:latin typeface="Calibri"/>
                <a:cs typeface="Calibri"/>
              </a:rPr>
              <a:t> </a:t>
            </a:r>
            <a:r>
              <a:rPr sz="2294" spc="-9" dirty="0">
                <a:latin typeface="Calibri"/>
                <a:cs typeface="Calibri"/>
              </a:rPr>
              <a:t>arguments</a:t>
            </a:r>
            <a:endParaRPr sz="2294">
              <a:latin typeface="Calibri"/>
              <a:cs typeface="Calibri"/>
            </a:endParaRPr>
          </a:p>
          <a:p>
            <a:pPr marL="209561" indent="-198355">
              <a:spcBef>
                <a:spcPts val="953"/>
              </a:spcBef>
              <a:buClr>
                <a:srgbClr val="595959"/>
              </a:buClr>
              <a:buFont typeface="Wingdings"/>
              <a:buChar char=""/>
              <a:tabLst>
                <a:tab pos="209561" algn="l"/>
              </a:tabLst>
            </a:pPr>
            <a:r>
              <a:rPr sz="2294" dirty="0">
                <a:latin typeface="Calibri"/>
                <a:cs typeface="Calibri"/>
              </a:rPr>
              <a:t>must</a:t>
            </a:r>
            <a:r>
              <a:rPr sz="2294" spc="-44" dirty="0">
                <a:latin typeface="Calibri"/>
                <a:cs typeface="Calibri"/>
              </a:rPr>
              <a:t> </a:t>
            </a:r>
            <a:r>
              <a:rPr sz="2294" b="1" dirty="0">
                <a:solidFill>
                  <a:srgbClr val="C00000"/>
                </a:solidFill>
                <a:latin typeface="Calibri"/>
                <a:cs typeface="Calibri"/>
              </a:rPr>
              <a:t>always</a:t>
            </a:r>
            <a:r>
              <a:rPr sz="2294" b="1" spc="-44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94" b="1" dirty="0">
                <a:solidFill>
                  <a:srgbClr val="C00000"/>
                </a:solidFill>
                <a:latin typeface="Calibri"/>
                <a:cs typeface="Calibri"/>
              </a:rPr>
              <a:t>index</a:t>
            </a:r>
            <a:r>
              <a:rPr sz="2294" b="1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using</a:t>
            </a:r>
            <a:r>
              <a:rPr sz="2294" spc="-40" dirty="0">
                <a:latin typeface="Calibri"/>
                <a:cs typeface="Calibri"/>
              </a:rPr>
              <a:t> </a:t>
            </a:r>
            <a:r>
              <a:rPr sz="2294" spc="-9" dirty="0">
                <a:latin typeface="Calibri"/>
                <a:cs typeface="Calibri"/>
              </a:rPr>
              <a:t>integers</a:t>
            </a:r>
            <a:endParaRPr sz="2294">
              <a:latin typeface="Calibri"/>
              <a:cs typeface="Calibri"/>
            </a:endParaRPr>
          </a:p>
          <a:p>
            <a:pPr marL="209561" indent="-198355">
              <a:spcBef>
                <a:spcPts val="953"/>
              </a:spcBef>
              <a:buClr>
                <a:srgbClr val="595959"/>
              </a:buClr>
              <a:buFont typeface="Wingdings"/>
              <a:buChar char=""/>
              <a:tabLst>
                <a:tab pos="209561" algn="l"/>
              </a:tabLst>
            </a:pPr>
            <a:r>
              <a:rPr sz="2294" dirty="0">
                <a:latin typeface="Calibri"/>
                <a:cs typeface="Calibri"/>
              </a:rPr>
              <a:t>must</a:t>
            </a:r>
            <a:r>
              <a:rPr sz="2294" spc="-26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remember</a:t>
            </a:r>
            <a:r>
              <a:rPr sz="2294" spc="-22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to</a:t>
            </a:r>
            <a:r>
              <a:rPr sz="2294" spc="-22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change</a:t>
            </a:r>
            <a:r>
              <a:rPr sz="2294" spc="-22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multiple</a:t>
            </a:r>
            <a:r>
              <a:rPr sz="2294" spc="-22" dirty="0">
                <a:latin typeface="Calibri"/>
                <a:cs typeface="Calibri"/>
              </a:rPr>
              <a:t> </a:t>
            </a:r>
            <a:r>
              <a:rPr sz="2294" spc="-9" dirty="0">
                <a:latin typeface="Calibri"/>
                <a:cs typeface="Calibri"/>
              </a:rPr>
              <a:t>lists</a:t>
            </a:r>
            <a:endParaRPr sz="2294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25163" y="5024336"/>
            <a:ext cx="2264709" cy="430306"/>
          </a:xfrm>
          <a:custGeom>
            <a:avLst/>
            <a:gdLst/>
            <a:ahLst/>
            <a:cxnLst/>
            <a:rect l="l" t="t" r="r" b="b"/>
            <a:pathLst>
              <a:path w="2566670" h="487679">
                <a:moveTo>
                  <a:pt x="2566416" y="0"/>
                </a:moveTo>
                <a:lnTo>
                  <a:pt x="816864" y="0"/>
                </a:lnTo>
                <a:lnTo>
                  <a:pt x="0" y="0"/>
                </a:lnTo>
                <a:lnTo>
                  <a:pt x="0" y="487680"/>
                </a:lnTo>
                <a:lnTo>
                  <a:pt x="816864" y="487680"/>
                </a:lnTo>
                <a:lnTo>
                  <a:pt x="2566416" y="487680"/>
                </a:lnTo>
                <a:lnTo>
                  <a:pt x="256641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30088" y="257511"/>
            <a:ext cx="6477000" cy="1224988"/>
          </a:xfrm>
          <a:prstGeom prst="rect">
            <a:avLst/>
          </a:prstGeom>
        </p:spPr>
        <p:txBody>
          <a:bodyPr vert="horz" wrap="square" lIns="0" tIns="118782" rIns="0" bIns="0" rtlCol="0">
            <a:spAutoFit/>
          </a:bodyPr>
          <a:lstStyle/>
          <a:p>
            <a:pPr marL="11206" marR="4483">
              <a:lnSpc>
                <a:spcPts val="4236"/>
              </a:lnSpc>
              <a:spcBef>
                <a:spcPts val="935"/>
              </a:spcBef>
            </a:pPr>
            <a:r>
              <a:rPr dirty="0"/>
              <a:t>A</a:t>
            </a:r>
            <a:r>
              <a:rPr spc="-207" dirty="0"/>
              <a:t> </a:t>
            </a:r>
            <a:r>
              <a:rPr spc="-26" dirty="0"/>
              <a:t>BETTER</a:t>
            </a:r>
            <a:r>
              <a:rPr spc="-150" dirty="0"/>
              <a:t> </a:t>
            </a:r>
            <a:r>
              <a:rPr dirty="0"/>
              <a:t>AND</a:t>
            </a:r>
            <a:r>
              <a:rPr spc="-146" dirty="0"/>
              <a:t> </a:t>
            </a:r>
            <a:r>
              <a:rPr spc="-40" dirty="0"/>
              <a:t>CLEANER</a:t>
            </a:r>
            <a:r>
              <a:rPr spc="-146" dirty="0"/>
              <a:t> </a:t>
            </a:r>
            <a:r>
              <a:rPr spc="-194" dirty="0"/>
              <a:t>WAY</a:t>
            </a:r>
            <a:r>
              <a:rPr spc="-88" dirty="0"/>
              <a:t> </a:t>
            </a:r>
            <a:r>
              <a:rPr spc="-44" dirty="0"/>
              <a:t>– </a:t>
            </a:r>
            <a:r>
              <a:rPr dirty="0"/>
              <a:t>A</a:t>
            </a:r>
            <a:r>
              <a:rPr spc="-88" dirty="0"/>
              <a:t> </a:t>
            </a:r>
            <a:r>
              <a:rPr spc="-9" dirty="0"/>
              <a:t>DICTIONARY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52816" y="1911090"/>
            <a:ext cx="6576172" cy="1448571"/>
          </a:xfrm>
          <a:prstGeom prst="rect">
            <a:avLst/>
          </a:prstGeom>
        </p:spPr>
        <p:txBody>
          <a:bodyPr vert="horz" wrap="square" lIns="0" tIns="131669" rIns="0" bIns="0" rtlCol="0">
            <a:spAutoFit/>
          </a:bodyPr>
          <a:lstStyle/>
          <a:p>
            <a:pPr marL="209561" indent="-198355">
              <a:spcBef>
                <a:spcPts val="1037"/>
              </a:spcBef>
              <a:buClr>
                <a:srgbClr val="595959"/>
              </a:buClr>
              <a:buFont typeface="Wingdings"/>
              <a:buChar char=""/>
              <a:tabLst>
                <a:tab pos="209561" algn="l"/>
              </a:tabLst>
            </a:pPr>
            <a:r>
              <a:rPr sz="2294" dirty="0">
                <a:latin typeface="Calibri"/>
                <a:cs typeface="Calibri"/>
              </a:rPr>
              <a:t>nice</a:t>
            </a:r>
            <a:r>
              <a:rPr sz="2294" spc="-49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to</a:t>
            </a:r>
            <a:r>
              <a:rPr sz="2294" spc="-53" dirty="0">
                <a:latin typeface="Calibri"/>
                <a:cs typeface="Calibri"/>
              </a:rPr>
              <a:t> </a:t>
            </a:r>
            <a:r>
              <a:rPr sz="2294" b="1" dirty="0">
                <a:solidFill>
                  <a:srgbClr val="C00000"/>
                </a:solidFill>
                <a:latin typeface="Calibri"/>
                <a:cs typeface="Calibri"/>
              </a:rPr>
              <a:t>index</a:t>
            </a:r>
            <a:r>
              <a:rPr sz="2294" b="1" spc="-49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94" b="1" dirty="0">
                <a:solidFill>
                  <a:srgbClr val="C00000"/>
                </a:solidFill>
                <a:latin typeface="Calibri"/>
                <a:cs typeface="Calibri"/>
              </a:rPr>
              <a:t>item</a:t>
            </a:r>
            <a:r>
              <a:rPr sz="2294" b="1" spc="-44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94" b="1" dirty="0">
                <a:solidFill>
                  <a:srgbClr val="C00000"/>
                </a:solidFill>
                <a:latin typeface="Calibri"/>
                <a:cs typeface="Calibri"/>
              </a:rPr>
              <a:t>of</a:t>
            </a:r>
            <a:r>
              <a:rPr sz="2294" b="1" spc="-49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94" b="1" dirty="0">
                <a:solidFill>
                  <a:srgbClr val="C00000"/>
                </a:solidFill>
                <a:latin typeface="Calibri"/>
                <a:cs typeface="Calibri"/>
              </a:rPr>
              <a:t>interest</a:t>
            </a:r>
            <a:r>
              <a:rPr sz="2294" b="1" spc="-49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94" b="1" dirty="0">
                <a:solidFill>
                  <a:srgbClr val="C00000"/>
                </a:solidFill>
                <a:latin typeface="Calibri"/>
                <a:cs typeface="Calibri"/>
              </a:rPr>
              <a:t>directly</a:t>
            </a:r>
            <a:r>
              <a:rPr sz="2294" b="1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(not</a:t>
            </a:r>
            <a:r>
              <a:rPr sz="2294" spc="-53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always</a:t>
            </a:r>
            <a:r>
              <a:rPr sz="2294" spc="-49" dirty="0">
                <a:latin typeface="Calibri"/>
                <a:cs typeface="Calibri"/>
              </a:rPr>
              <a:t> </a:t>
            </a:r>
            <a:r>
              <a:rPr sz="2294" spc="-18" dirty="0">
                <a:latin typeface="Calibri"/>
                <a:cs typeface="Calibri"/>
              </a:rPr>
              <a:t>int)</a:t>
            </a:r>
            <a:endParaRPr sz="2294">
              <a:latin typeface="Calibri"/>
              <a:cs typeface="Calibri"/>
            </a:endParaRPr>
          </a:p>
          <a:p>
            <a:pPr marL="209561" indent="-198355">
              <a:spcBef>
                <a:spcPts val="953"/>
              </a:spcBef>
              <a:buClr>
                <a:srgbClr val="595959"/>
              </a:buClr>
              <a:buFont typeface="Wingdings"/>
              <a:buChar char=""/>
              <a:tabLst>
                <a:tab pos="209561" algn="l"/>
              </a:tabLst>
            </a:pPr>
            <a:r>
              <a:rPr sz="2294" dirty="0">
                <a:latin typeface="Calibri"/>
                <a:cs typeface="Calibri"/>
              </a:rPr>
              <a:t>nice</a:t>
            </a:r>
            <a:r>
              <a:rPr sz="2294" spc="-35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to</a:t>
            </a:r>
            <a:r>
              <a:rPr sz="2294" spc="-35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use</a:t>
            </a:r>
            <a:r>
              <a:rPr sz="2294" spc="-31" dirty="0">
                <a:latin typeface="Calibri"/>
                <a:cs typeface="Calibri"/>
              </a:rPr>
              <a:t> </a:t>
            </a:r>
            <a:r>
              <a:rPr sz="2294" b="1" dirty="0">
                <a:solidFill>
                  <a:srgbClr val="C00000"/>
                </a:solidFill>
                <a:latin typeface="Calibri"/>
                <a:cs typeface="Calibri"/>
              </a:rPr>
              <a:t>one</a:t>
            </a:r>
            <a:r>
              <a:rPr sz="2294" b="1" spc="-31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94" b="1" dirty="0">
                <a:solidFill>
                  <a:srgbClr val="C00000"/>
                </a:solidFill>
                <a:latin typeface="Calibri"/>
                <a:cs typeface="Calibri"/>
              </a:rPr>
              <a:t>data</a:t>
            </a:r>
            <a:r>
              <a:rPr sz="2294" b="1" spc="-31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94" b="1" dirty="0">
                <a:solidFill>
                  <a:srgbClr val="C00000"/>
                </a:solidFill>
                <a:latin typeface="Calibri"/>
                <a:cs typeface="Calibri"/>
              </a:rPr>
              <a:t>structure</a:t>
            </a:r>
            <a:r>
              <a:rPr sz="2294" dirty="0">
                <a:latin typeface="Calibri"/>
                <a:cs typeface="Calibri"/>
              </a:rPr>
              <a:t>,</a:t>
            </a:r>
            <a:r>
              <a:rPr sz="2294" spc="-35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no</a:t>
            </a:r>
            <a:r>
              <a:rPr sz="2294" spc="-35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separate</a:t>
            </a:r>
            <a:r>
              <a:rPr sz="2294" spc="-31" dirty="0">
                <a:latin typeface="Calibri"/>
                <a:cs typeface="Calibri"/>
              </a:rPr>
              <a:t> </a:t>
            </a:r>
            <a:r>
              <a:rPr sz="2294" spc="-9" dirty="0">
                <a:latin typeface="Calibri"/>
                <a:cs typeface="Calibri"/>
              </a:rPr>
              <a:t>lists</a:t>
            </a:r>
            <a:endParaRPr sz="2294">
              <a:latin typeface="Calibri"/>
              <a:cs typeface="Calibri"/>
            </a:endParaRPr>
          </a:p>
          <a:p>
            <a:pPr marL="818073">
              <a:spcBef>
                <a:spcPts val="953"/>
              </a:spcBef>
              <a:tabLst>
                <a:tab pos="4045539" algn="l"/>
              </a:tabLst>
            </a:pPr>
            <a:r>
              <a:rPr sz="2294" b="1" dirty="0">
                <a:latin typeface="Calibri"/>
                <a:cs typeface="Calibri"/>
              </a:rPr>
              <a:t>A</a:t>
            </a:r>
            <a:r>
              <a:rPr sz="2294" b="1" spc="-4" dirty="0">
                <a:latin typeface="Calibri"/>
                <a:cs typeface="Calibri"/>
              </a:rPr>
              <a:t> </a:t>
            </a:r>
            <a:r>
              <a:rPr sz="2294" b="1" spc="-18" dirty="0">
                <a:latin typeface="Calibri"/>
                <a:cs typeface="Calibri"/>
              </a:rPr>
              <a:t>list</a:t>
            </a:r>
            <a:r>
              <a:rPr sz="2294" b="1" dirty="0">
                <a:latin typeface="Calibri"/>
                <a:cs typeface="Calibri"/>
              </a:rPr>
              <a:t>	A</a:t>
            </a:r>
            <a:r>
              <a:rPr sz="2294" b="1" spc="-13" dirty="0">
                <a:latin typeface="Calibri"/>
                <a:cs typeface="Calibri"/>
              </a:rPr>
              <a:t> </a:t>
            </a:r>
            <a:r>
              <a:rPr sz="2294" b="1" spc="-9" dirty="0">
                <a:latin typeface="Calibri"/>
                <a:cs typeface="Calibri"/>
              </a:rPr>
              <a:t>dictionary</a:t>
            </a:r>
            <a:endParaRPr sz="2294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825171" y="3310345"/>
            <a:ext cx="2264709" cy="430866"/>
            <a:chOff x="5316127" y="3751724"/>
            <a:chExt cx="2566670" cy="488315"/>
          </a:xfrm>
        </p:grpSpPr>
        <p:sp>
          <p:nvSpPr>
            <p:cNvPr id="6" name="object 6"/>
            <p:cNvSpPr/>
            <p:nvPr/>
          </p:nvSpPr>
          <p:spPr>
            <a:xfrm>
              <a:off x="5316127" y="3751977"/>
              <a:ext cx="817244" cy="487680"/>
            </a:xfrm>
            <a:custGeom>
              <a:avLst/>
              <a:gdLst/>
              <a:ahLst/>
              <a:cxnLst/>
              <a:rect l="l" t="t" r="r" b="b"/>
              <a:pathLst>
                <a:path w="817245" h="487679">
                  <a:moveTo>
                    <a:pt x="816863" y="0"/>
                  </a:moveTo>
                  <a:lnTo>
                    <a:pt x="0" y="0"/>
                  </a:lnTo>
                  <a:lnTo>
                    <a:pt x="0" y="487680"/>
                  </a:lnTo>
                  <a:lnTo>
                    <a:pt x="816863" y="487680"/>
                  </a:lnTo>
                  <a:lnTo>
                    <a:pt x="81686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132991" y="3751724"/>
              <a:ext cx="1750060" cy="487680"/>
            </a:xfrm>
            <a:custGeom>
              <a:avLst/>
              <a:gdLst/>
              <a:ahLst/>
              <a:cxnLst/>
              <a:rect l="l" t="t" r="r" b="b"/>
              <a:pathLst>
                <a:path w="1750059" h="487679">
                  <a:moveTo>
                    <a:pt x="1749552" y="0"/>
                  </a:moveTo>
                  <a:lnTo>
                    <a:pt x="0" y="0"/>
                  </a:lnTo>
                  <a:lnTo>
                    <a:pt x="0" y="487680"/>
                  </a:lnTo>
                  <a:lnTo>
                    <a:pt x="1749552" y="487680"/>
                  </a:lnTo>
                  <a:lnTo>
                    <a:pt x="17495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5545933" y="4169088"/>
            <a:ext cx="1544171" cy="430306"/>
          </a:xfrm>
          <a:custGeom>
            <a:avLst/>
            <a:gdLst/>
            <a:ahLst/>
            <a:cxnLst/>
            <a:rect l="l" t="t" r="r" b="b"/>
            <a:pathLst>
              <a:path w="1750059" h="487679">
                <a:moveTo>
                  <a:pt x="1749552" y="0"/>
                </a:moveTo>
                <a:lnTo>
                  <a:pt x="0" y="0"/>
                </a:lnTo>
                <a:lnTo>
                  <a:pt x="0" y="487679"/>
                </a:lnTo>
                <a:lnTo>
                  <a:pt x="1749552" y="487679"/>
                </a:lnTo>
                <a:lnTo>
                  <a:pt x="174955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4818171" y="3303345"/>
          <a:ext cx="2263587" cy="21431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05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30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0866"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Key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1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9412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Val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1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9412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7504"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Key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2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9356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Val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2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9468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866"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Key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3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958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Val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3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9412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4143"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Key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4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952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Val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4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9468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46"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1600" spc="-50" dirty="0">
                          <a:latin typeface="Calibri"/>
                          <a:cs typeface="Calibri"/>
                        </a:rPr>
                        <a:t>…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9412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1600" spc="-50" dirty="0">
                          <a:latin typeface="Calibri"/>
                          <a:cs typeface="Calibri"/>
                        </a:rPr>
                        <a:t>…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9412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0" name="object 10"/>
          <p:cNvGrpSpPr/>
          <p:nvPr/>
        </p:nvGrpSpPr>
        <p:grpSpPr>
          <a:xfrm>
            <a:off x="1839924" y="3306384"/>
            <a:ext cx="1441637" cy="430306"/>
            <a:chOff x="1932847" y="3747235"/>
            <a:chExt cx="1633855" cy="487680"/>
          </a:xfrm>
        </p:grpSpPr>
        <p:sp>
          <p:nvSpPr>
            <p:cNvPr id="11" name="object 11"/>
            <p:cNvSpPr/>
            <p:nvPr/>
          </p:nvSpPr>
          <p:spPr>
            <a:xfrm>
              <a:off x="2749711" y="3747235"/>
              <a:ext cx="817244" cy="487680"/>
            </a:xfrm>
            <a:custGeom>
              <a:avLst/>
              <a:gdLst/>
              <a:ahLst/>
              <a:cxnLst/>
              <a:rect l="l" t="t" r="r" b="b"/>
              <a:pathLst>
                <a:path w="817245" h="487679">
                  <a:moveTo>
                    <a:pt x="816863" y="0"/>
                  </a:moveTo>
                  <a:lnTo>
                    <a:pt x="0" y="0"/>
                  </a:lnTo>
                  <a:lnTo>
                    <a:pt x="0" y="487680"/>
                  </a:lnTo>
                  <a:lnTo>
                    <a:pt x="816863" y="487680"/>
                  </a:lnTo>
                  <a:lnTo>
                    <a:pt x="81686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932847" y="3747235"/>
              <a:ext cx="817244" cy="487680"/>
            </a:xfrm>
            <a:custGeom>
              <a:avLst/>
              <a:gdLst/>
              <a:ahLst/>
              <a:cxnLst/>
              <a:rect l="l" t="t" r="r" b="b"/>
              <a:pathLst>
                <a:path w="817244" h="487679">
                  <a:moveTo>
                    <a:pt x="816863" y="0"/>
                  </a:moveTo>
                  <a:lnTo>
                    <a:pt x="0" y="0"/>
                  </a:lnTo>
                  <a:lnTo>
                    <a:pt x="0" y="487680"/>
                  </a:lnTo>
                  <a:lnTo>
                    <a:pt x="816863" y="487680"/>
                  </a:lnTo>
                  <a:lnTo>
                    <a:pt x="81686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1832923" y="3299384"/>
          <a:ext cx="1441076" cy="21487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05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5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9746"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1600" spc="-50" dirty="0">
                          <a:latin typeface="Calibri"/>
                          <a:cs typeface="Calibri"/>
                        </a:rPr>
                        <a:t>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9412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Elem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1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9412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46"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1600" spc="-50" dirty="0">
                          <a:latin typeface="Calibri"/>
                          <a:cs typeface="Calibri"/>
                        </a:rPr>
                        <a:t>1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9412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Elem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2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9412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46"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1600" spc="-50" dirty="0">
                          <a:latin typeface="Calibri"/>
                          <a:cs typeface="Calibri"/>
                        </a:rPr>
                        <a:t>2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9412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Elem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3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9412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46"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1600" spc="-50" dirty="0">
                          <a:latin typeface="Calibri"/>
                          <a:cs typeface="Calibri"/>
                        </a:rPr>
                        <a:t>3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9412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Elem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4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9412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46"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1600" spc="-50" dirty="0">
                          <a:latin typeface="Calibri"/>
                          <a:cs typeface="Calibri"/>
                        </a:rPr>
                        <a:t>…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9412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1600" spc="-50" dirty="0">
                          <a:latin typeface="Calibri"/>
                          <a:cs typeface="Calibri"/>
                        </a:rPr>
                        <a:t>…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9412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object 14"/>
          <p:cNvSpPr/>
          <p:nvPr/>
        </p:nvSpPr>
        <p:spPr>
          <a:xfrm>
            <a:off x="2040207" y="5571998"/>
            <a:ext cx="438150" cy="276785"/>
          </a:xfrm>
          <a:custGeom>
            <a:avLst/>
            <a:gdLst/>
            <a:ahLst/>
            <a:cxnLst/>
            <a:rect l="l" t="t" r="r" b="b"/>
            <a:pathLst>
              <a:path w="496569" h="313690">
                <a:moveTo>
                  <a:pt x="36563" y="214630"/>
                </a:moveTo>
                <a:lnTo>
                  <a:pt x="29756" y="214630"/>
                </a:lnTo>
                <a:lnTo>
                  <a:pt x="28359" y="215900"/>
                </a:lnTo>
                <a:lnTo>
                  <a:pt x="25107" y="217170"/>
                </a:lnTo>
                <a:lnTo>
                  <a:pt x="23812" y="218440"/>
                </a:lnTo>
                <a:lnTo>
                  <a:pt x="21818" y="219710"/>
                </a:lnTo>
                <a:lnTo>
                  <a:pt x="21081" y="219710"/>
                </a:lnTo>
                <a:lnTo>
                  <a:pt x="20091" y="220980"/>
                </a:lnTo>
                <a:lnTo>
                  <a:pt x="19824" y="222250"/>
                </a:lnTo>
                <a:lnTo>
                  <a:pt x="19875" y="223520"/>
                </a:lnTo>
                <a:lnTo>
                  <a:pt x="66611" y="313690"/>
                </a:lnTo>
                <a:lnTo>
                  <a:pt x="73151" y="313690"/>
                </a:lnTo>
                <a:lnTo>
                  <a:pt x="74510" y="312420"/>
                </a:lnTo>
                <a:lnTo>
                  <a:pt x="77762" y="311150"/>
                </a:lnTo>
                <a:lnTo>
                  <a:pt x="79095" y="309880"/>
                </a:lnTo>
                <a:lnTo>
                  <a:pt x="81089" y="308610"/>
                </a:lnTo>
                <a:lnTo>
                  <a:pt x="81813" y="308610"/>
                </a:lnTo>
                <a:lnTo>
                  <a:pt x="82740" y="307340"/>
                </a:lnTo>
                <a:lnTo>
                  <a:pt x="83007" y="306070"/>
                </a:lnTo>
                <a:lnTo>
                  <a:pt x="83057" y="304800"/>
                </a:lnTo>
                <a:lnTo>
                  <a:pt x="36563" y="214630"/>
                </a:lnTo>
                <a:close/>
              </a:path>
              <a:path w="496569" h="313690">
                <a:moveTo>
                  <a:pt x="116522" y="289560"/>
                </a:moveTo>
                <a:lnTo>
                  <a:pt x="113550" y="289560"/>
                </a:lnTo>
                <a:lnTo>
                  <a:pt x="114388" y="290830"/>
                </a:lnTo>
                <a:lnTo>
                  <a:pt x="116522" y="289560"/>
                </a:lnTo>
                <a:close/>
              </a:path>
              <a:path w="496569" h="313690">
                <a:moveTo>
                  <a:pt x="80937" y="190500"/>
                </a:moveTo>
                <a:lnTo>
                  <a:pt x="77317" y="190500"/>
                </a:lnTo>
                <a:lnTo>
                  <a:pt x="75285" y="191770"/>
                </a:lnTo>
                <a:lnTo>
                  <a:pt x="74053" y="191770"/>
                </a:lnTo>
                <a:lnTo>
                  <a:pt x="71056" y="193040"/>
                </a:lnTo>
                <a:lnTo>
                  <a:pt x="69862" y="194310"/>
                </a:lnTo>
                <a:lnTo>
                  <a:pt x="68097" y="195580"/>
                </a:lnTo>
                <a:lnTo>
                  <a:pt x="67436" y="195580"/>
                </a:lnTo>
                <a:lnTo>
                  <a:pt x="66547" y="196850"/>
                </a:lnTo>
                <a:lnTo>
                  <a:pt x="66433" y="199390"/>
                </a:lnTo>
                <a:lnTo>
                  <a:pt x="113207" y="289560"/>
                </a:lnTo>
                <a:lnTo>
                  <a:pt x="119735" y="289560"/>
                </a:lnTo>
                <a:lnTo>
                  <a:pt x="121094" y="288290"/>
                </a:lnTo>
                <a:lnTo>
                  <a:pt x="124358" y="287020"/>
                </a:lnTo>
                <a:lnTo>
                  <a:pt x="125679" y="285750"/>
                </a:lnTo>
                <a:lnTo>
                  <a:pt x="127673" y="284480"/>
                </a:lnTo>
                <a:lnTo>
                  <a:pt x="128396" y="284480"/>
                </a:lnTo>
                <a:lnTo>
                  <a:pt x="129324" y="283210"/>
                </a:lnTo>
                <a:lnTo>
                  <a:pt x="129590" y="281940"/>
                </a:lnTo>
                <a:lnTo>
                  <a:pt x="129641" y="280670"/>
                </a:lnTo>
                <a:lnTo>
                  <a:pt x="97066" y="218440"/>
                </a:lnTo>
                <a:lnTo>
                  <a:pt x="98628" y="209550"/>
                </a:lnTo>
                <a:lnTo>
                  <a:pt x="100685" y="203200"/>
                </a:lnTo>
                <a:lnTo>
                  <a:pt x="87668" y="203200"/>
                </a:lnTo>
                <a:lnTo>
                  <a:pt x="81279" y="191770"/>
                </a:lnTo>
                <a:lnTo>
                  <a:pt x="80937" y="190500"/>
                </a:lnTo>
                <a:close/>
              </a:path>
              <a:path w="496569" h="313690">
                <a:moveTo>
                  <a:pt x="156489" y="185420"/>
                </a:moveTo>
                <a:lnTo>
                  <a:pt x="128320" y="185420"/>
                </a:lnTo>
                <a:lnTo>
                  <a:pt x="133667" y="189230"/>
                </a:lnTo>
                <a:lnTo>
                  <a:pt x="136207" y="190500"/>
                </a:lnTo>
                <a:lnTo>
                  <a:pt x="140995" y="196850"/>
                </a:lnTo>
                <a:lnTo>
                  <a:pt x="143509" y="200660"/>
                </a:lnTo>
                <a:lnTo>
                  <a:pt x="173494" y="257810"/>
                </a:lnTo>
                <a:lnTo>
                  <a:pt x="173862" y="259080"/>
                </a:lnTo>
                <a:lnTo>
                  <a:pt x="177761" y="259080"/>
                </a:lnTo>
                <a:lnTo>
                  <a:pt x="180022" y="257810"/>
                </a:lnTo>
                <a:lnTo>
                  <a:pt x="181419" y="257810"/>
                </a:lnTo>
                <a:lnTo>
                  <a:pt x="184683" y="255270"/>
                </a:lnTo>
                <a:lnTo>
                  <a:pt x="185978" y="255270"/>
                </a:lnTo>
                <a:lnTo>
                  <a:pt x="187959" y="254000"/>
                </a:lnTo>
                <a:lnTo>
                  <a:pt x="188683" y="252730"/>
                </a:lnTo>
                <a:lnTo>
                  <a:pt x="189610" y="251460"/>
                </a:lnTo>
                <a:lnTo>
                  <a:pt x="189877" y="251460"/>
                </a:lnTo>
                <a:lnTo>
                  <a:pt x="189941" y="250190"/>
                </a:lnTo>
                <a:lnTo>
                  <a:pt x="161455" y="194310"/>
                </a:lnTo>
                <a:lnTo>
                  <a:pt x="158165" y="187960"/>
                </a:lnTo>
                <a:lnTo>
                  <a:pt x="156489" y="185420"/>
                </a:lnTo>
                <a:close/>
              </a:path>
              <a:path w="496569" h="313690">
                <a:moveTo>
                  <a:pt x="225361" y="119380"/>
                </a:moveTo>
                <a:lnTo>
                  <a:pt x="214350" y="119380"/>
                </a:lnTo>
                <a:lnTo>
                  <a:pt x="208991" y="120650"/>
                </a:lnTo>
                <a:lnTo>
                  <a:pt x="181216" y="157480"/>
                </a:lnTo>
                <a:lnTo>
                  <a:pt x="181328" y="160020"/>
                </a:lnTo>
                <a:lnTo>
                  <a:pt x="181439" y="162560"/>
                </a:lnTo>
                <a:lnTo>
                  <a:pt x="194678" y="199390"/>
                </a:lnTo>
                <a:lnTo>
                  <a:pt x="227723" y="227330"/>
                </a:lnTo>
                <a:lnTo>
                  <a:pt x="239598" y="227330"/>
                </a:lnTo>
                <a:lnTo>
                  <a:pt x="245833" y="224790"/>
                </a:lnTo>
                <a:lnTo>
                  <a:pt x="258381" y="218440"/>
                </a:lnTo>
                <a:lnTo>
                  <a:pt x="263182" y="214630"/>
                </a:lnTo>
                <a:lnTo>
                  <a:pt x="266359" y="209550"/>
                </a:lnTo>
                <a:lnTo>
                  <a:pt x="239687" y="209550"/>
                </a:lnTo>
                <a:lnTo>
                  <a:pt x="231940" y="208280"/>
                </a:lnTo>
                <a:lnTo>
                  <a:pt x="228282" y="207010"/>
                </a:lnTo>
                <a:lnTo>
                  <a:pt x="221399" y="201930"/>
                </a:lnTo>
                <a:lnTo>
                  <a:pt x="218211" y="199390"/>
                </a:lnTo>
                <a:lnTo>
                  <a:pt x="212382" y="190500"/>
                </a:lnTo>
                <a:lnTo>
                  <a:pt x="209753" y="186690"/>
                </a:lnTo>
                <a:lnTo>
                  <a:pt x="205231" y="177800"/>
                </a:lnTo>
                <a:lnTo>
                  <a:pt x="203492" y="173990"/>
                </a:lnTo>
                <a:lnTo>
                  <a:pt x="200888" y="165100"/>
                </a:lnTo>
                <a:lnTo>
                  <a:pt x="200304" y="160020"/>
                </a:lnTo>
                <a:lnTo>
                  <a:pt x="200526" y="153670"/>
                </a:lnTo>
                <a:lnTo>
                  <a:pt x="200571" y="152400"/>
                </a:lnTo>
                <a:lnTo>
                  <a:pt x="201574" y="148590"/>
                </a:lnTo>
                <a:lnTo>
                  <a:pt x="205320" y="140970"/>
                </a:lnTo>
                <a:lnTo>
                  <a:pt x="208330" y="138430"/>
                </a:lnTo>
                <a:lnTo>
                  <a:pt x="216954" y="133350"/>
                </a:lnTo>
                <a:lnTo>
                  <a:pt x="264513" y="133350"/>
                </a:lnTo>
                <a:lnTo>
                  <a:pt x="258574" y="121920"/>
                </a:lnTo>
                <a:lnTo>
                  <a:pt x="237896" y="121920"/>
                </a:lnTo>
                <a:lnTo>
                  <a:pt x="231381" y="120650"/>
                </a:lnTo>
                <a:lnTo>
                  <a:pt x="225361" y="119380"/>
                </a:lnTo>
                <a:close/>
              </a:path>
              <a:path w="496569" h="313690">
                <a:moveTo>
                  <a:pt x="35026" y="213360"/>
                </a:moveTo>
                <a:lnTo>
                  <a:pt x="32956" y="213360"/>
                </a:lnTo>
                <a:lnTo>
                  <a:pt x="32016" y="214630"/>
                </a:lnTo>
                <a:lnTo>
                  <a:pt x="35966" y="214630"/>
                </a:lnTo>
                <a:lnTo>
                  <a:pt x="35026" y="213360"/>
                </a:lnTo>
                <a:close/>
              </a:path>
              <a:path w="496569" h="313690">
                <a:moveTo>
                  <a:pt x="264513" y="133350"/>
                </a:moveTo>
                <a:lnTo>
                  <a:pt x="222008" y="133350"/>
                </a:lnTo>
                <a:lnTo>
                  <a:pt x="233235" y="134620"/>
                </a:lnTo>
                <a:lnTo>
                  <a:pt x="239674" y="135890"/>
                </a:lnTo>
                <a:lnTo>
                  <a:pt x="246926" y="139700"/>
                </a:lnTo>
                <a:lnTo>
                  <a:pt x="265417" y="175260"/>
                </a:lnTo>
                <a:lnTo>
                  <a:pt x="264515" y="180340"/>
                </a:lnTo>
                <a:lnTo>
                  <a:pt x="263486" y="184150"/>
                </a:lnTo>
                <a:lnTo>
                  <a:pt x="261175" y="190500"/>
                </a:lnTo>
                <a:lnTo>
                  <a:pt x="259892" y="194310"/>
                </a:lnTo>
                <a:lnTo>
                  <a:pt x="257111" y="198120"/>
                </a:lnTo>
                <a:lnTo>
                  <a:pt x="255574" y="200660"/>
                </a:lnTo>
                <a:lnTo>
                  <a:pt x="252171" y="204470"/>
                </a:lnTo>
                <a:lnTo>
                  <a:pt x="250228" y="205740"/>
                </a:lnTo>
                <a:lnTo>
                  <a:pt x="243776" y="208280"/>
                </a:lnTo>
                <a:lnTo>
                  <a:pt x="239687" y="209550"/>
                </a:lnTo>
                <a:lnTo>
                  <a:pt x="266359" y="209550"/>
                </a:lnTo>
                <a:lnTo>
                  <a:pt x="270332" y="203200"/>
                </a:lnTo>
                <a:lnTo>
                  <a:pt x="273151" y="196850"/>
                </a:lnTo>
                <a:lnTo>
                  <a:pt x="275208" y="189230"/>
                </a:lnTo>
                <a:lnTo>
                  <a:pt x="293549" y="189230"/>
                </a:lnTo>
                <a:lnTo>
                  <a:pt x="264513" y="133350"/>
                </a:lnTo>
                <a:close/>
              </a:path>
              <a:path w="496569" h="313690">
                <a:moveTo>
                  <a:pt x="130924" y="166370"/>
                </a:moveTo>
                <a:lnTo>
                  <a:pt x="125831" y="167640"/>
                </a:lnTo>
                <a:lnTo>
                  <a:pt x="120726" y="167640"/>
                </a:lnTo>
                <a:lnTo>
                  <a:pt x="115214" y="168910"/>
                </a:lnTo>
                <a:lnTo>
                  <a:pt x="87668" y="203200"/>
                </a:lnTo>
                <a:lnTo>
                  <a:pt x="100685" y="203200"/>
                </a:lnTo>
                <a:lnTo>
                  <a:pt x="105816" y="193040"/>
                </a:lnTo>
                <a:lnTo>
                  <a:pt x="109143" y="190500"/>
                </a:lnTo>
                <a:lnTo>
                  <a:pt x="116357" y="186690"/>
                </a:lnTo>
                <a:lnTo>
                  <a:pt x="119443" y="185420"/>
                </a:lnTo>
                <a:lnTo>
                  <a:pt x="156489" y="185420"/>
                </a:lnTo>
                <a:lnTo>
                  <a:pt x="154812" y="182880"/>
                </a:lnTo>
                <a:lnTo>
                  <a:pt x="147942" y="175260"/>
                </a:lnTo>
                <a:lnTo>
                  <a:pt x="144094" y="172720"/>
                </a:lnTo>
                <a:lnTo>
                  <a:pt x="135597" y="167640"/>
                </a:lnTo>
                <a:lnTo>
                  <a:pt x="130924" y="166370"/>
                </a:lnTo>
                <a:close/>
              </a:path>
              <a:path w="496569" h="313690">
                <a:moveTo>
                  <a:pt x="287794" y="201930"/>
                </a:moveTo>
                <a:lnTo>
                  <a:pt x="281990" y="201930"/>
                </a:lnTo>
                <a:lnTo>
                  <a:pt x="282930" y="203200"/>
                </a:lnTo>
                <a:lnTo>
                  <a:pt x="285813" y="203200"/>
                </a:lnTo>
                <a:lnTo>
                  <a:pt x="287794" y="201930"/>
                </a:lnTo>
                <a:close/>
              </a:path>
              <a:path w="496569" h="313690">
                <a:moveTo>
                  <a:pt x="14554" y="176530"/>
                </a:moveTo>
                <a:lnTo>
                  <a:pt x="11569" y="177800"/>
                </a:lnTo>
                <a:lnTo>
                  <a:pt x="3809" y="181610"/>
                </a:lnTo>
                <a:lnTo>
                  <a:pt x="1485" y="184150"/>
                </a:lnTo>
                <a:lnTo>
                  <a:pt x="0" y="187960"/>
                </a:lnTo>
                <a:lnTo>
                  <a:pt x="634" y="190500"/>
                </a:lnTo>
                <a:lnTo>
                  <a:pt x="4584" y="198120"/>
                </a:lnTo>
                <a:lnTo>
                  <a:pt x="6629" y="200660"/>
                </a:lnTo>
                <a:lnTo>
                  <a:pt x="10883" y="201930"/>
                </a:lnTo>
                <a:lnTo>
                  <a:pt x="13868" y="201930"/>
                </a:lnTo>
                <a:lnTo>
                  <a:pt x="21640" y="196850"/>
                </a:lnTo>
                <a:lnTo>
                  <a:pt x="23964" y="195580"/>
                </a:lnTo>
                <a:lnTo>
                  <a:pt x="25438" y="190500"/>
                </a:lnTo>
                <a:lnTo>
                  <a:pt x="24815" y="187960"/>
                </a:lnTo>
                <a:lnTo>
                  <a:pt x="22821" y="184150"/>
                </a:lnTo>
                <a:lnTo>
                  <a:pt x="20866" y="180340"/>
                </a:lnTo>
                <a:lnTo>
                  <a:pt x="18821" y="177800"/>
                </a:lnTo>
                <a:lnTo>
                  <a:pt x="14554" y="176530"/>
                </a:lnTo>
                <a:close/>
              </a:path>
              <a:path w="496569" h="313690">
                <a:moveTo>
                  <a:pt x="293549" y="189230"/>
                </a:moveTo>
                <a:lnTo>
                  <a:pt x="275208" y="189230"/>
                </a:lnTo>
                <a:lnTo>
                  <a:pt x="281622" y="201930"/>
                </a:lnTo>
                <a:lnTo>
                  <a:pt x="288988" y="201930"/>
                </a:lnTo>
                <a:lnTo>
                  <a:pt x="291693" y="200660"/>
                </a:lnTo>
                <a:lnTo>
                  <a:pt x="292773" y="199390"/>
                </a:lnTo>
                <a:lnTo>
                  <a:pt x="294487" y="198120"/>
                </a:lnTo>
                <a:lnTo>
                  <a:pt x="295135" y="198120"/>
                </a:lnTo>
                <a:lnTo>
                  <a:pt x="296024" y="196850"/>
                </a:lnTo>
                <a:lnTo>
                  <a:pt x="296252" y="195580"/>
                </a:lnTo>
                <a:lnTo>
                  <a:pt x="296189" y="194310"/>
                </a:lnTo>
                <a:lnTo>
                  <a:pt x="293549" y="189230"/>
                </a:lnTo>
                <a:close/>
              </a:path>
              <a:path w="496569" h="313690">
                <a:moveTo>
                  <a:pt x="340093" y="59690"/>
                </a:moveTo>
                <a:lnTo>
                  <a:pt x="327926" y="59690"/>
                </a:lnTo>
                <a:lnTo>
                  <a:pt x="321386" y="62230"/>
                </a:lnTo>
                <a:lnTo>
                  <a:pt x="291515" y="88900"/>
                </a:lnTo>
                <a:lnTo>
                  <a:pt x="288302" y="107950"/>
                </a:lnTo>
                <a:lnTo>
                  <a:pt x="290664" y="121920"/>
                </a:lnTo>
                <a:lnTo>
                  <a:pt x="316128" y="162560"/>
                </a:lnTo>
                <a:lnTo>
                  <a:pt x="333273" y="170180"/>
                </a:lnTo>
                <a:lnTo>
                  <a:pt x="339483" y="170180"/>
                </a:lnTo>
                <a:lnTo>
                  <a:pt x="352615" y="168910"/>
                </a:lnTo>
                <a:lnTo>
                  <a:pt x="359562" y="166370"/>
                </a:lnTo>
                <a:lnTo>
                  <a:pt x="371106" y="160020"/>
                </a:lnTo>
                <a:lnTo>
                  <a:pt x="374916" y="158750"/>
                </a:lnTo>
                <a:lnTo>
                  <a:pt x="381723" y="153670"/>
                </a:lnTo>
                <a:lnTo>
                  <a:pt x="338251" y="153670"/>
                </a:lnTo>
                <a:lnTo>
                  <a:pt x="330669" y="149860"/>
                </a:lnTo>
                <a:lnTo>
                  <a:pt x="327253" y="147320"/>
                </a:lnTo>
                <a:lnTo>
                  <a:pt x="321157" y="140970"/>
                </a:lnTo>
                <a:lnTo>
                  <a:pt x="318338" y="135890"/>
                </a:lnTo>
                <a:lnTo>
                  <a:pt x="315772" y="130810"/>
                </a:lnTo>
                <a:lnTo>
                  <a:pt x="338366" y="119380"/>
                </a:lnTo>
                <a:lnTo>
                  <a:pt x="309562" y="119380"/>
                </a:lnTo>
                <a:lnTo>
                  <a:pt x="307809" y="115570"/>
                </a:lnTo>
                <a:lnTo>
                  <a:pt x="306641" y="111760"/>
                </a:lnTo>
                <a:lnTo>
                  <a:pt x="305422" y="104140"/>
                </a:lnTo>
                <a:lnTo>
                  <a:pt x="305498" y="100330"/>
                </a:lnTo>
                <a:lnTo>
                  <a:pt x="335330" y="73660"/>
                </a:lnTo>
                <a:lnTo>
                  <a:pt x="366531" y="73660"/>
                </a:lnTo>
                <a:lnTo>
                  <a:pt x="360616" y="67310"/>
                </a:lnTo>
                <a:lnTo>
                  <a:pt x="355980" y="64770"/>
                </a:lnTo>
                <a:lnTo>
                  <a:pt x="345706" y="60960"/>
                </a:lnTo>
                <a:lnTo>
                  <a:pt x="340093" y="59690"/>
                </a:lnTo>
                <a:close/>
              </a:path>
              <a:path w="496569" h="313690">
                <a:moveTo>
                  <a:pt x="390778" y="127000"/>
                </a:moveTo>
                <a:lnTo>
                  <a:pt x="386753" y="127000"/>
                </a:lnTo>
                <a:lnTo>
                  <a:pt x="385749" y="128270"/>
                </a:lnTo>
                <a:lnTo>
                  <a:pt x="383362" y="130810"/>
                </a:lnTo>
                <a:lnTo>
                  <a:pt x="381774" y="133350"/>
                </a:lnTo>
                <a:lnTo>
                  <a:pt x="377837" y="137160"/>
                </a:lnTo>
                <a:lnTo>
                  <a:pt x="375373" y="139700"/>
                </a:lnTo>
                <a:lnTo>
                  <a:pt x="369468" y="144780"/>
                </a:lnTo>
                <a:lnTo>
                  <a:pt x="365886" y="146050"/>
                </a:lnTo>
                <a:lnTo>
                  <a:pt x="356298" y="151130"/>
                </a:lnTo>
                <a:lnTo>
                  <a:pt x="351370" y="153670"/>
                </a:lnTo>
                <a:lnTo>
                  <a:pt x="381723" y="153670"/>
                </a:lnTo>
                <a:lnTo>
                  <a:pt x="384644" y="151130"/>
                </a:lnTo>
                <a:lnTo>
                  <a:pt x="389496" y="146050"/>
                </a:lnTo>
                <a:lnTo>
                  <a:pt x="391388" y="144780"/>
                </a:lnTo>
                <a:lnTo>
                  <a:pt x="394106" y="140970"/>
                </a:lnTo>
                <a:lnTo>
                  <a:pt x="394868" y="139700"/>
                </a:lnTo>
                <a:lnTo>
                  <a:pt x="395223" y="138430"/>
                </a:lnTo>
                <a:lnTo>
                  <a:pt x="395312" y="135890"/>
                </a:lnTo>
                <a:lnTo>
                  <a:pt x="394995" y="134620"/>
                </a:lnTo>
                <a:lnTo>
                  <a:pt x="394792" y="134620"/>
                </a:lnTo>
                <a:lnTo>
                  <a:pt x="394271" y="133350"/>
                </a:lnTo>
                <a:lnTo>
                  <a:pt x="393928" y="132080"/>
                </a:lnTo>
                <a:lnTo>
                  <a:pt x="392874" y="130810"/>
                </a:lnTo>
                <a:lnTo>
                  <a:pt x="392302" y="129540"/>
                </a:lnTo>
                <a:lnTo>
                  <a:pt x="391261" y="128270"/>
                </a:lnTo>
                <a:lnTo>
                  <a:pt x="390778" y="127000"/>
                </a:lnTo>
                <a:close/>
              </a:path>
              <a:path w="496569" h="313690">
                <a:moveTo>
                  <a:pt x="389737" y="31750"/>
                </a:moveTo>
                <a:lnTo>
                  <a:pt x="382168" y="31750"/>
                </a:lnTo>
                <a:lnTo>
                  <a:pt x="380606" y="33020"/>
                </a:lnTo>
                <a:lnTo>
                  <a:pt x="376580" y="35560"/>
                </a:lnTo>
                <a:lnTo>
                  <a:pt x="374916" y="35560"/>
                </a:lnTo>
                <a:lnTo>
                  <a:pt x="372478" y="38100"/>
                </a:lnTo>
                <a:lnTo>
                  <a:pt x="371665" y="38100"/>
                </a:lnTo>
                <a:lnTo>
                  <a:pt x="370852" y="40640"/>
                </a:lnTo>
                <a:lnTo>
                  <a:pt x="371551" y="41910"/>
                </a:lnTo>
                <a:lnTo>
                  <a:pt x="372224" y="41910"/>
                </a:lnTo>
                <a:lnTo>
                  <a:pt x="373240" y="43180"/>
                </a:lnTo>
                <a:lnTo>
                  <a:pt x="421220" y="71120"/>
                </a:lnTo>
                <a:lnTo>
                  <a:pt x="416919" y="119380"/>
                </a:lnTo>
                <a:lnTo>
                  <a:pt x="416806" y="120650"/>
                </a:lnTo>
                <a:lnTo>
                  <a:pt x="416693" y="121920"/>
                </a:lnTo>
                <a:lnTo>
                  <a:pt x="416579" y="123190"/>
                </a:lnTo>
                <a:lnTo>
                  <a:pt x="416466" y="124460"/>
                </a:lnTo>
                <a:lnTo>
                  <a:pt x="416353" y="125730"/>
                </a:lnTo>
                <a:lnTo>
                  <a:pt x="416240" y="127000"/>
                </a:lnTo>
                <a:lnTo>
                  <a:pt x="416127" y="128270"/>
                </a:lnTo>
                <a:lnTo>
                  <a:pt x="416013" y="129540"/>
                </a:lnTo>
                <a:lnTo>
                  <a:pt x="415988" y="132080"/>
                </a:lnTo>
                <a:lnTo>
                  <a:pt x="416572" y="133350"/>
                </a:lnTo>
                <a:lnTo>
                  <a:pt x="419684" y="133350"/>
                </a:lnTo>
                <a:lnTo>
                  <a:pt x="422287" y="132080"/>
                </a:lnTo>
                <a:lnTo>
                  <a:pt x="423900" y="132080"/>
                </a:lnTo>
                <a:lnTo>
                  <a:pt x="427672" y="129540"/>
                </a:lnTo>
                <a:lnTo>
                  <a:pt x="429132" y="128270"/>
                </a:lnTo>
                <a:lnTo>
                  <a:pt x="431279" y="127000"/>
                </a:lnTo>
                <a:lnTo>
                  <a:pt x="432104" y="127000"/>
                </a:lnTo>
                <a:lnTo>
                  <a:pt x="433247" y="125730"/>
                </a:lnTo>
                <a:lnTo>
                  <a:pt x="433616" y="125730"/>
                </a:lnTo>
                <a:lnTo>
                  <a:pt x="433971" y="124460"/>
                </a:lnTo>
                <a:lnTo>
                  <a:pt x="434098" y="123190"/>
                </a:lnTo>
                <a:lnTo>
                  <a:pt x="437070" y="76200"/>
                </a:lnTo>
                <a:lnTo>
                  <a:pt x="471831" y="76200"/>
                </a:lnTo>
                <a:lnTo>
                  <a:pt x="443369" y="59690"/>
                </a:lnTo>
                <a:lnTo>
                  <a:pt x="443797" y="54610"/>
                </a:lnTo>
                <a:lnTo>
                  <a:pt x="427266" y="54610"/>
                </a:lnTo>
                <a:lnTo>
                  <a:pt x="389737" y="31750"/>
                </a:lnTo>
                <a:close/>
              </a:path>
              <a:path w="496569" h="313690">
                <a:moveTo>
                  <a:pt x="227317" y="60960"/>
                </a:moveTo>
                <a:lnTo>
                  <a:pt x="222923" y="60960"/>
                </a:lnTo>
                <a:lnTo>
                  <a:pt x="220637" y="62230"/>
                </a:lnTo>
                <a:lnTo>
                  <a:pt x="219240" y="62230"/>
                </a:lnTo>
                <a:lnTo>
                  <a:pt x="216014" y="63500"/>
                </a:lnTo>
                <a:lnTo>
                  <a:pt x="214744" y="64770"/>
                </a:lnTo>
                <a:lnTo>
                  <a:pt x="212877" y="66040"/>
                </a:lnTo>
                <a:lnTo>
                  <a:pt x="212128" y="67310"/>
                </a:lnTo>
                <a:lnTo>
                  <a:pt x="211048" y="67310"/>
                </a:lnTo>
                <a:lnTo>
                  <a:pt x="210781" y="68580"/>
                </a:lnTo>
                <a:lnTo>
                  <a:pt x="210870" y="69850"/>
                </a:lnTo>
                <a:lnTo>
                  <a:pt x="237896" y="121920"/>
                </a:lnTo>
                <a:lnTo>
                  <a:pt x="258574" y="121920"/>
                </a:lnTo>
                <a:lnTo>
                  <a:pt x="227558" y="62230"/>
                </a:lnTo>
                <a:lnTo>
                  <a:pt x="227317" y="60960"/>
                </a:lnTo>
                <a:close/>
              </a:path>
              <a:path w="496569" h="313690">
                <a:moveTo>
                  <a:pt x="366531" y="73660"/>
                </a:moveTo>
                <a:lnTo>
                  <a:pt x="335330" y="73660"/>
                </a:lnTo>
                <a:lnTo>
                  <a:pt x="348424" y="80010"/>
                </a:lnTo>
                <a:lnTo>
                  <a:pt x="353821" y="85090"/>
                </a:lnTo>
                <a:lnTo>
                  <a:pt x="358089" y="93980"/>
                </a:lnTo>
                <a:lnTo>
                  <a:pt x="309562" y="119380"/>
                </a:lnTo>
                <a:lnTo>
                  <a:pt x="338366" y="119380"/>
                </a:lnTo>
                <a:lnTo>
                  <a:pt x="376021" y="100330"/>
                </a:lnTo>
                <a:lnTo>
                  <a:pt x="377215" y="99060"/>
                </a:lnTo>
                <a:lnTo>
                  <a:pt x="378663" y="95250"/>
                </a:lnTo>
                <a:lnTo>
                  <a:pt x="378371" y="92710"/>
                </a:lnTo>
                <a:lnTo>
                  <a:pt x="375488" y="87630"/>
                </a:lnTo>
                <a:lnTo>
                  <a:pt x="372478" y="81280"/>
                </a:lnTo>
                <a:lnTo>
                  <a:pt x="368896" y="76200"/>
                </a:lnTo>
                <a:lnTo>
                  <a:pt x="366531" y="73660"/>
                </a:lnTo>
                <a:close/>
              </a:path>
              <a:path w="496569" h="313690">
                <a:moveTo>
                  <a:pt x="471831" y="76200"/>
                </a:moveTo>
                <a:lnTo>
                  <a:pt x="437070" y="76200"/>
                </a:lnTo>
                <a:lnTo>
                  <a:pt x="477316" y="101600"/>
                </a:lnTo>
                <a:lnTo>
                  <a:pt x="482269" y="101600"/>
                </a:lnTo>
                <a:lnTo>
                  <a:pt x="484682" y="100330"/>
                </a:lnTo>
                <a:lnTo>
                  <a:pt x="486282" y="99060"/>
                </a:lnTo>
                <a:lnTo>
                  <a:pt x="490308" y="97790"/>
                </a:lnTo>
                <a:lnTo>
                  <a:pt x="491934" y="96520"/>
                </a:lnTo>
                <a:lnTo>
                  <a:pt x="494347" y="95250"/>
                </a:lnTo>
                <a:lnTo>
                  <a:pt x="495998" y="92710"/>
                </a:lnTo>
                <a:lnTo>
                  <a:pt x="496049" y="91440"/>
                </a:lnTo>
                <a:lnTo>
                  <a:pt x="495401" y="90170"/>
                </a:lnTo>
                <a:lnTo>
                  <a:pt x="494741" y="90170"/>
                </a:lnTo>
                <a:lnTo>
                  <a:pt x="493725" y="88900"/>
                </a:lnTo>
                <a:lnTo>
                  <a:pt x="471831" y="76200"/>
                </a:lnTo>
                <a:close/>
              </a:path>
              <a:path w="496569" h="313690">
                <a:moveTo>
                  <a:pt x="446874" y="0"/>
                </a:moveTo>
                <a:lnTo>
                  <a:pt x="444271" y="0"/>
                </a:lnTo>
                <a:lnTo>
                  <a:pt x="441693" y="1270"/>
                </a:lnTo>
                <a:lnTo>
                  <a:pt x="440080" y="2540"/>
                </a:lnTo>
                <a:lnTo>
                  <a:pt x="436384" y="3810"/>
                </a:lnTo>
                <a:lnTo>
                  <a:pt x="435000" y="5080"/>
                </a:lnTo>
                <a:lnTo>
                  <a:pt x="433057" y="6350"/>
                </a:lnTo>
                <a:lnTo>
                  <a:pt x="432346" y="6350"/>
                </a:lnTo>
                <a:lnTo>
                  <a:pt x="431469" y="7620"/>
                </a:lnTo>
                <a:lnTo>
                  <a:pt x="431164" y="8890"/>
                </a:lnTo>
                <a:lnTo>
                  <a:pt x="430847" y="8890"/>
                </a:lnTo>
                <a:lnTo>
                  <a:pt x="427266" y="54610"/>
                </a:lnTo>
                <a:lnTo>
                  <a:pt x="443797" y="54610"/>
                </a:lnTo>
                <a:lnTo>
                  <a:pt x="447539" y="10160"/>
                </a:lnTo>
                <a:lnTo>
                  <a:pt x="447646" y="8890"/>
                </a:lnTo>
                <a:lnTo>
                  <a:pt x="447753" y="7620"/>
                </a:lnTo>
                <a:lnTo>
                  <a:pt x="447860" y="6350"/>
                </a:lnTo>
                <a:lnTo>
                  <a:pt x="447954" y="2540"/>
                </a:lnTo>
                <a:lnTo>
                  <a:pt x="446874" y="0"/>
                </a:lnTo>
                <a:close/>
              </a:path>
              <a:path w="496569" h="313690">
                <a:moveTo>
                  <a:pt x="388734" y="30480"/>
                </a:moveTo>
                <a:lnTo>
                  <a:pt x="385571" y="30480"/>
                </a:lnTo>
                <a:lnTo>
                  <a:pt x="384594" y="31750"/>
                </a:lnTo>
                <a:lnTo>
                  <a:pt x="389242" y="31750"/>
                </a:lnTo>
                <a:lnTo>
                  <a:pt x="388734" y="30480"/>
                </a:lnTo>
                <a:close/>
              </a:path>
            </a:pathLst>
          </a:custGeom>
          <a:solidFill>
            <a:srgbClr val="FF2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5" name="object 15"/>
          <p:cNvGrpSpPr/>
          <p:nvPr/>
        </p:nvGrpSpPr>
        <p:grpSpPr>
          <a:xfrm>
            <a:off x="2702364" y="5449487"/>
            <a:ext cx="4061572" cy="765921"/>
            <a:chOff x="2910279" y="6176085"/>
            <a:chExt cx="4603115" cy="868044"/>
          </a:xfrm>
        </p:grpSpPr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10279" y="6256128"/>
              <a:ext cx="701509" cy="43688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250154" y="6176086"/>
              <a:ext cx="2263140" cy="868044"/>
            </a:xfrm>
            <a:custGeom>
              <a:avLst/>
              <a:gdLst/>
              <a:ahLst/>
              <a:cxnLst/>
              <a:rect l="l" t="t" r="r" b="b"/>
              <a:pathLst>
                <a:path w="2263140" h="868045">
                  <a:moveTo>
                    <a:pt x="97790" y="342900"/>
                  </a:moveTo>
                  <a:lnTo>
                    <a:pt x="97751" y="341630"/>
                  </a:lnTo>
                  <a:lnTo>
                    <a:pt x="97624" y="340360"/>
                  </a:lnTo>
                  <a:lnTo>
                    <a:pt x="97497" y="340360"/>
                  </a:lnTo>
                  <a:lnTo>
                    <a:pt x="97256" y="339090"/>
                  </a:lnTo>
                  <a:lnTo>
                    <a:pt x="96532" y="337820"/>
                  </a:lnTo>
                  <a:lnTo>
                    <a:pt x="96062" y="336550"/>
                  </a:lnTo>
                  <a:lnTo>
                    <a:pt x="95478" y="335280"/>
                  </a:lnTo>
                  <a:lnTo>
                    <a:pt x="94792" y="334010"/>
                  </a:lnTo>
                  <a:lnTo>
                    <a:pt x="94157" y="332740"/>
                  </a:lnTo>
                  <a:lnTo>
                    <a:pt x="92964" y="331470"/>
                  </a:lnTo>
                  <a:lnTo>
                    <a:pt x="92379" y="330200"/>
                  </a:lnTo>
                  <a:lnTo>
                    <a:pt x="91262" y="328930"/>
                  </a:lnTo>
                  <a:lnTo>
                    <a:pt x="88099" y="328930"/>
                  </a:lnTo>
                  <a:lnTo>
                    <a:pt x="87287" y="330200"/>
                  </a:lnTo>
                  <a:lnTo>
                    <a:pt x="84569" y="336550"/>
                  </a:lnTo>
                  <a:lnTo>
                    <a:pt x="81876" y="341630"/>
                  </a:lnTo>
                  <a:lnTo>
                    <a:pt x="61023" y="356870"/>
                  </a:lnTo>
                  <a:lnTo>
                    <a:pt x="49682" y="356870"/>
                  </a:lnTo>
                  <a:lnTo>
                    <a:pt x="22402" y="323850"/>
                  </a:lnTo>
                  <a:lnTo>
                    <a:pt x="18745" y="308610"/>
                  </a:lnTo>
                  <a:lnTo>
                    <a:pt x="18872" y="303530"/>
                  </a:lnTo>
                  <a:lnTo>
                    <a:pt x="18897" y="302260"/>
                  </a:lnTo>
                  <a:lnTo>
                    <a:pt x="19977" y="294640"/>
                  </a:lnTo>
                  <a:lnTo>
                    <a:pt x="24447" y="288290"/>
                  </a:lnTo>
                  <a:lnTo>
                    <a:pt x="36156" y="281940"/>
                  </a:lnTo>
                  <a:lnTo>
                    <a:pt x="39763" y="280670"/>
                  </a:lnTo>
                  <a:lnTo>
                    <a:pt x="57162" y="280670"/>
                  </a:lnTo>
                  <a:lnTo>
                    <a:pt x="60871" y="281940"/>
                  </a:lnTo>
                  <a:lnTo>
                    <a:pt x="62293" y="281940"/>
                  </a:lnTo>
                  <a:lnTo>
                    <a:pt x="64147" y="280670"/>
                  </a:lnTo>
                  <a:lnTo>
                    <a:pt x="64617" y="280670"/>
                  </a:lnTo>
                  <a:lnTo>
                    <a:pt x="64681" y="279400"/>
                  </a:lnTo>
                  <a:lnTo>
                    <a:pt x="64744" y="278130"/>
                  </a:lnTo>
                  <a:lnTo>
                    <a:pt x="64109" y="275590"/>
                  </a:lnTo>
                  <a:lnTo>
                    <a:pt x="62153" y="271780"/>
                  </a:lnTo>
                  <a:lnTo>
                    <a:pt x="61607" y="270510"/>
                  </a:lnTo>
                  <a:lnTo>
                    <a:pt x="60655" y="269240"/>
                  </a:lnTo>
                  <a:lnTo>
                    <a:pt x="60159" y="269240"/>
                  </a:lnTo>
                  <a:lnTo>
                    <a:pt x="59105" y="267970"/>
                  </a:lnTo>
                  <a:lnTo>
                    <a:pt x="58572" y="266700"/>
                  </a:lnTo>
                  <a:lnTo>
                    <a:pt x="56629" y="266700"/>
                  </a:lnTo>
                  <a:lnTo>
                    <a:pt x="54216" y="265430"/>
                  </a:lnTo>
                  <a:lnTo>
                    <a:pt x="52438" y="265430"/>
                  </a:lnTo>
                  <a:lnTo>
                    <a:pt x="47764" y="264160"/>
                  </a:lnTo>
                  <a:lnTo>
                    <a:pt x="45250" y="265430"/>
                  </a:lnTo>
                  <a:lnTo>
                    <a:pt x="37033" y="265430"/>
                  </a:lnTo>
                  <a:lnTo>
                    <a:pt x="19494" y="273050"/>
                  </a:lnTo>
                  <a:lnTo>
                    <a:pt x="215" y="304800"/>
                  </a:lnTo>
                  <a:lnTo>
                    <a:pt x="101" y="307340"/>
                  </a:lnTo>
                  <a:lnTo>
                    <a:pt x="13601" y="349250"/>
                  </a:lnTo>
                  <a:lnTo>
                    <a:pt x="43649" y="374650"/>
                  </a:lnTo>
                  <a:lnTo>
                    <a:pt x="61506" y="374650"/>
                  </a:lnTo>
                  <a:lnTo>
                    <a:pt x="67741" y="372110"/>
                  </a:lnTo>
                  <a:lnTo>
                    <a:pt x="77266" y="367030"/>
                  </a:lnTo>
                  <a:lnTo>
                    <a:pt x="80124" y="365760"/>
                  </a:lnTo>
                  <a:lnTo>
                    <a:pt x="85318" y="361950"/>
                  </a:lnTo>
                  <a:lnTo>
                    <a:pt x="87617" y="359410"/>
                  </a:lnTo>
                  <a:lnTo>
                    <a:pt x="89598" y="356870"/>
                  </a:lnTo>
                  <a:lnTo>
                    <a:pt x="91579" y="354330"/>
                  </a:lnTo>
                  <a:lnTo>
                    <a:pt x="93243" y="353060"/>
                  </a:lnTo>
                  <a:lnTo>
                    <a:pt x="95935" y="347980"/>
                  </a:lnTo>
                  <a:lnTo>
                    <a:pt x="96799" y="346710"/>
                  </a:lnTo>
                  <a:lnTo>
                    <a:pt x="97599" y="344170"/>
                  </a:lnTo>
                  <a:lnTo>
                    <a:pt x="97790" y="342900"/>
                  </a:lnTo>
                  <a:close/>
                </a:path>
                <a:path w="2263140" h="868045">
                  <a:moveTo>
                    <a:pt x="120180" y="496620"/>
                  </a:moveTo>
                  <a:lnTo>
                    <a:pt x="119557" y="494080"/>
                  </a:lnTo>
                  <a:lnTo>
                    <a:pt x="117563" y="490270"/>
                  </a:lnTo>
                  <a:lnTo>
                    <a:pt x="115608" y="486460"/>
                  </a:lnTo>
                  <a:lnTo>
                    <a:pt x="113563" y="483920"/>
                  </a:lnTo>
                  <a:lnTo>
                    <a:pt x="109296" y="482650"/>
                  </a:lnTo>
                  <a:lnTo>
                    <a:pt x="106311" y="483920"/>
                  </a:lnTo>
                  <a:lnTo>
                    <a:pt x="98552" y="487730"/>
                  </a:lnTo>
                  <a:lnTo>
                    <a:pt x="96227" y="490270"/>
                  </a:lnTo>
                  <a:lnTo>
                    <a:pt x="94742" y="494080"/>
                  </a:lnTo>
                  <a:lnTo>
                    <a:pt x="95377" y="496620"/>
                  </a:lnTo>
                  <a:lnTo>
                    <a:pt x="99326" y="504240"/>
                  </a:lnTo>
                  <a:lnTo>
                    <a:pt x="101371" y="506780"/>
                  </a:lnTo>
                  <a:lnTo>
                    <a:pt x="105625" y="508050"/>
                  </a:lnTo>
                  <a:lnTo>
                    <a:pt x="108610" y="508050"/>
                  </a:lnTo>
                  <a:lnTo>
                    <a:pt x="116382" y="502970"/>
                  </a:lnTo>
                  <a:lnTo>
                    <a:pt x="118706" y="501700"/>
                  </a:lnTo>
                  <a:lnTo>
                    <a:pt x="120180" y="496620"/>
                  </a:lnTo>
                  <a:close/>
                </a:path>
                <a:path w="2263140" h="868045">
                  <a:moveTo>
                    <a:pt x="177800" y="610920"/>
                  </a:moveTo>
                  <a:lnTo>
                    <a:pt x="131305" y="520750"/>
                  </a:lnTo>
                  <a:lnTo>
                    <a:pt x="130708" y="520750"/>
                  </a:lnTo>
                  <a:lnTo>
                    <a:pt x="129768" y="519480"/>
                  </a:lnTo>
                  <a:lnTo>
                    <a:pt x="127698" y="519480"/>
                  </a:lnTo>
                  <a:lnTo>
                    <a:pt x="126758" y="520750"/>
                  </a:lnTo>
                  <a:lnTo>
                    <a:pt x="124498" y="520750"/>
                  </a:lnTo>
                  <a:lnTo>
                    <a:pt x="123101" y="522020"/>
                  </a:lnTo>
                  <a:lnTo>
                    <a:pt x="119849" y="523290"/>
                  </a:lnTo>
                  <a:lnTo>
                    <a:pt x="118554" y="524560"/>
                  </a:lnTo>
                  <a:lnTo>
                    <a:pt x="116560" y="525830"/>
                  </a:lnTo>
                  <a:lnTo>
                    <a:pt x="115824" y="525830"/>
                  </a:lnTo>
                  <a:lnTo>
                    <a:pt x="114833" y="527100"/>
                  </a:lnTo>
                  <a:lnTo>
                    <a:pt x="114566" y="528370"/>
                  </a:lnTo>
                  <a:lnTo>
                    <a:pt x="114617" y="529640"/>
                  </a:lnTo>
                  <a:lnTo>
                    <a:pt x="161353" y="619810"/>
                  </a:lnTo>
                  <a:lnTo>
                    <a:pt x="167894" y="619810"/>
                  </a:lnTo>
                  <a:lnTo>
                    <a:pt x="169252" y="618540"/>
                  </a:lnTo>
                  <a:lnTo>
                    <a:pt x="172504" y="617270"/>
                  </a:lnTo>
                  <a:lnTo>
                    <a:pt x="173837" y="616000"/>
                  </a:lnTo>
                  <a:lnTo>
                    <a:pt x="175831" y="614730"/>
                  </a:lnTo>
                  <a:lnTo>
                    <a:pt x="176555" y="614730"/>
                  </a:lnTo>
                  <a:lnTo>
                    <a:pt x="177469" y="613460"/>
                  </a:lnTo>
                  <a:lnTo>
                    <a:pt x="177749" y="612190"/>
                  </a:lnTo>
                  <a:lnTo>
                    <a:pt x="177800" y="610920"/>
                  </a:lnTo>
                  <a:close/>
                </a:path>
                <a:path w="2263140" h="868045">
                  <a:moveTo>
                    <a:pt x="200914" y="299720"/>
                  </a:moveTo>
                  <a:lnTo>
                    <a:pt x="200888" y="298450"/>
                  </a:lnTo>
                  <a:lnTo>
                    <a:pt x="198894" y="294640"/>
                  </a:lnTo>
                  <a:lnTo>
                    <a:pt x="154393" y="209550"/>
                  </a:lnTo>
                  <a:lnTo>
                    <a:pt x="154114" y="208280"/>
                  </a:lnTo>
                  <a:lnTo>
                    <a:pt x="152768" y="208280"/>
                  </a:lnTo>
                  <a:lnTo>
                    <a:pt x="150647" y="207010"/>
                  </a:lnTo>
                  <a:lnTo>
                    <a:pt x="149720" y="208280"/>
                  </a:lnTo>
                  <a:lnTo>
                    <a:pt x="147510" y="208280"/>
                  </a:lnTo>
                  <a:lnTo>
                    <a:pt x="146164" y="209550"/>
                  </a:lnTo>
                  <a:lnTo>
                    <a:pt x="142925" y="210820"/>
                  </a:lnTo>
                  <a:lnTo>
                    <a:pt x="141617" y="212090"/>
                  </a:lnTo>
                  <a:lnTo>
                    <a:pt x="139674" y="213360"/>
                  </a:lnTo>
                  <a:lnTo>
                    <a:pt x="138925" y="213360"/>
                  </a:lnTo>
                  <a:lnTo>
                    <a:pt x="137922" y="214630"/>
                  </a:lnTo>
                  <a:lnTo>
                    <a:pt x="137642" y="215900"/>
                  </a:lnTo>
                  <a:lnTo>
                    <a:pt x="137668" y="217170"/>
                  </a:lnTo>
                  <a:lnTo>
                    <a:pt x="170256" y="279400"/>
                  </a:lnTo>
                  <a:lnTo>
                    <a:pt x="168605" y="288290"/>
                  </a:lnTo>
                  <a:lnTo>
                    <a:pt x="147675" y="312420"/>
                  </a:lnTo>
                  <a:lnTo>
                    <a:pt x="138785" y="312420"/>
                  </a:lnTo>
                  <a:lnTo>
                    <a:pt x="133375" y="308610"/>
                  </a:lnTo>
                  <a:lnTo>
                    <a:pt x="130835" y="307340"/>
                  </a:lnTo>
                  <a:lnTo>
                    <a:pt x="126060" y="300990"/>
                  </a:lnTo>
                  <a:lnTo>
                    <a:pt x="123520" y="297180"/>
                  </a:lnTo>
                  <a:lnTo>
                    <a:pt x="93624" y="240030"/>
                  </a:lnTo>
                  <a:lnTo>
                    <a:pt x="93256" y="238760"/>
                  </a:lnTo>
                  <a:lnTo>
                    <a:pt x="89230" y="238760"/>
                  </a:lnTo>
                  <a:lnTo>
                    <a:pt x="87007" y="240030"/>
                  </a:lnTo>
                  <a:lnTo>
                    <a:pt x="85661" y="240030"/>
                  </a:lnTo>
                  <a:lnTo>
                    <a:pt x="82499" y="242570"/>
                  </a:lnTo>
                  <a:lnTo>
                    <a:pt x="81203" y="242570"/>
                  </a:lnTo>
                  <a:lnTo>
                    <a:pt x="79197" y="243840"/>
                  </a:lnTo>
                  <a:lnTo>
                    <a:pt x="78435" y="245110"/>
                  </a:lnTo>
                  <a:lnTo>
                    <a:pt x="77431" y="246380"/>
                  </a:lnTo>
                  <a:lnTo>
                    <a:pt x="77152" y="246380"/>
                  </a:lnTo>
                  <a:lnTo>
                    <a:pt x="77177" y="247650"/>
                  </a:lnTo>
                  <a:lnTo>
                    <a:pt x="108826" y="309880"/>
                  </a:lnTo>
                  <a:lnTo>
                    <a:pt x="131495" y="330200"/>
                  </a:lnTo>
                  <a:lnTo>
                    <a:pt x="146367" y="330200"/>
                  </a:lnTo>
                  <a:lnTo>
                    <a:pt x="177444" y="302260"/>
                  </a:lnTo>
                  <a:lnTo>
                    <a:pt x="179641" y="294640"/>
                  </a:lnTo>
                  <a:lnTo>
                    <a:pt x="186029" y="306070"/>
                  </a:lnTo>
                  <a:lnTo>
                    <a:pt x="186359" y="307340"/>
                  </a:lnTo>
                  <a:lnTo>
                    <a:pt x="189928" y="307340"/>
                  </a:lnTo>
                  <a:lnTo>
                    <a:pt x="191985" y="306070"/>
                  </a:lnTo>
                  <a:lnTo>
                    <a:pt x="193255" y="306070"/>
                  </a:lnTo>
                  <a:lnTo>
                    <a:pt x="196164" y="304800"/>
                  </a:lnTo>
                  <a:lnTo>
                    <a:pt x="197294" y="303530"/>
                  </a:lnTo>
                  <a:lnTo>
                    <a:pt x="199072" y="302260"/>
                  </a:lnTo>
                  <a:lnTo>
                    <a:pt x="199745" y="302260"/>
                  </a:lnTo>
                  <a:lnTo>
                    <a:pt x="200660" y="300990"/>
                  </a:lnTo>
                  <a:lnTo>
                    <a:pt x="200914" y="299720"/>
                  </a:lnTo>
                  <a:close/>
                </a:path>
                <a:path w="2263140" h="868045">
                  <a:moveTo>
                    <a:pt x="278295" y="247650"/>
                  </a:moveTo>
                  <a:lnTo>
                    <a:pt x="278206" y="245110"/>
                  </a:lnTo>
                  <a:lnTo>
                    <a:pt x="278117" y="242570"/>
                  </a:lnTo>
                  <a:lnTo>
                    <a:pt x="278015" y="240030"/>
                  </a:lnTo>
                  <a:lnTo>
                    <a:pt x="277977" y="238760"/>
                  </a:lnTo>
                  <a:lnTo>
                    <a:pt x="276707" y="233680"/>
                  </a:lnTo>
                  <a:lnTo>
                    <a:pt x="275526" y="231140"/>
                  </a:lnTo>
                  <a:lnTo>
                    <a:pt x="274345" y="228600"/>
                  </a:lnTo>
                  <a:lnTo>
                    <a:pt x="258483" y="215900"/>
                  </a:lnTo>
                  <a:lnTo>
                    <a:pt x="255346" y="214630"/>
                  </a:lnTo>
                  <a:lnTo>
                    <a:pt x="241706" y="214630"/>
                  </a:lnTo>
                  <a:lnTo>
                    <a:pt x="231609" y="215900"/>
                  </a:lnTo>
                  <a:lnTo>
                    <a:pt x="213969" y="215900"/>
                  </a:lnTo>
                  <a:lnTo>
                    <a:pt x="204660" y="200660"/>
                  </a:lnTo>
                  <a:lnTo>
                    <a:pt x="204990" y="199390"/>
                  </a:lnTo>
                  <a:lnTo>
                    <a:pt x="206514" y="195580"/>
                  </a:lnTo>
                  <a:lnTo>
                    <a:pt x="207797" y="194310"/>
                  </a:lnTo>
                  <a:lnTo>
                    <a:pt x="211378" y="190500"/>
                  </a:lnTo>
                  <a:lnTo>
                    <a:pt x="213664" y="189230"/>
                  </a:lnTo>
                  <a:lnTo>
                    <a:pt x="219557" y="185420"/>
                  </a:lnTo>
                  <a:lnTo>
                    <a:pt x="222516" y="184150"/>
                  </a:lnTo>
                  <a:lnTo>
                    <a:pt x="228104" y="184150"/>
                  </a:lnTo>
                  <a:lnTo>
                    <a:pt x="230606" y="182880"/>
                  </a:lnTo>
                  <a:lnTo>
                    <a:pt x="242265" y="182880"/>
                  </a:lnTo>
                  <a:lnTo>
                    <a:pt x="242697" y="181610"/>
                  </a:lnTo>
                  <a:lnTo>
                    <a:pt x="242697" y="180340"/>
                  </a:lnTo>
                  <a:lnTo>
                    <a:pt x="242519" y="179070"/>
                  </a:lnTo>
                  <a:lnTo>
                    <a:pt x="241858" y="177800"/>
                  </a:lnTo>
                  <a:lnTo>
                    <a:pt x="241414" y="176530"/>
                  </a:lnTo>
                  <a:lnTo>
                    <a:pt x="240296" y="173990"/>
                  </a:lnTo>
                  <a:lnTo>
                    <a:pt x="239788" y="173990"/>
                  </a:lnTo>
                  <a:lnTo>
                    <a:pt x="238429" y="171450"/>
                  </a:lnTo>
                  <a:lnTo>
                    <a:pt x="237718" y="170180"/>
                  </a:lnTo>
                  <a:lnTo>
                    <a:pt x="235750" y="170180"/>
                  </a:lnTo>
                  <a:lnTo>
                    <a:pt x="233781" y="168910"/>
                  </a:lnTo>
                  <a:lnTo>
                    <a:pt x="226987" y="168910"/>
                  </a:lnTo>
                  <a:lnTo>
                    <a:pt x="222516" y="170180"/>
                  </a:lnTo>
                  <a:lnTo>
                    <a:pt x="220103" y="170180"/>
                  </a:lnTo>
                  <a:lnTo>
                    <a:pt x="214909" y="172720"/>
                  </a:lnTo>
                  <a:lnTo>
                    <a:pt x="212432" y="172720"/>
                  </a:lnTo>
                  <a:lnTo>
                    <a:pt x="204622" y="177800"/>
                  </a:lnTo>
                  <a:lnTo>
                    <a:pt x="187744" y="203200"/>
                  </a:lnTo>
                  <a:lnTo>
                    <a:pt x="187845" y="204470"/>
                  </a:lnTo>
                  <a:lnTo>
                    <a:pt x="187947" y="205740"/>
                  </a:lnTo>
                  <a:lnTo>
                    <a:pt x="188048" y="207010"/>
                  </a:lnTo>
                  <a:lnTo>
                    <a:pt x="188150" y="208280"/>
                  </a:lnTo>
                  <a:lnTo>
                    <a:pt x="188252" y="209550"/>
                  </a:lnTo>
                  <a:lnTo>
                    <a:pt x="188353" y="210820"/>
                  </a:lnTo>
                  <a:lnTo>
                    <a:pt x="189407" y="214630"/>
                  </a:lnTo>
                  <a:lnTo>
                    <a:pt x="193281" y="222250"/>
                  </a:lnTo>
                  <a:lnTo>
                    <a:pt x="195681" y="224790"/>
                  </a:lnTo>
                  <a:lnTo>
                    <a:pt x="201193" y="228600"/>
                  </a:lnTo>
                  <a:lnTo>
                    <a:pt x="204152" y="231140"/>
                  </a:lnTo>
                  <a:lnTo>
                    <a:pt x="210489" y="232410"/>
                  </a:lnTo>
                  <a:lnTo>
                    <a:pt x="213779" y="233680"/>
                  </a:lnTo>
                  <a:lnTo>
                    <a:pt x="223977" y="233680"/>
                  </a:lnTo>
                  <a:lnTo>
                    <a:pt x="230746" y="232410"/>
                  </a:lnTo>
                  <a:lnTo>
                    <a:pt x="240347" y="231140"/>
                  </a:lnTo>
                  <a:lnTo>
                    <a:pt x="243332" y="231140"/>
                  </a:lnTo>
                  <a:lnTo>
                    <a:pt x="248907" y="232410"/>
                  </a:lnTo>
                  <a:lnTo>
                    <a:pt x="251396" y="232410"/>
                  </a:lnTo>
                  <a:lnTo>
                    <a:pt x="260794" y="247650"/>
                  </a:lnTo>
                  <a:lnTo>
                    <a:pt x="260286" y="250190"/>
                  </a:lnTo>
                  <a:lnTo>
                    <a:pt x="233934" y="266700"/>
                  </a:lnTo>
                  <a:lnTo>
                    <a:pt x="230974" y="267970"/>
                  </a:lnTo>
                  <a:lnTo>
                    <a:pt x="223469" y="267970"/>
                  </a:lnTo>
                  <a:lnTo>
                    <a:pt x="219710" y="266700"/>
                  </a:lnTo>
                  <a:lnTo>
                    <a:pt x="218401" y="266700"/>
                  </a:lnTo>
                  <a:lnTo>
                    <a:pt x="217220" y="267970"/>
                  </a:lnTo>
                  <a:lnTo>
                    <a:pt x="216865" y="267970"/>
                  </a:lnTo>
                  <a:lnTo>
                    <a:pt x="216382" y="269240"/>
                  </a:lnTo>
                  <a:lnTo>
                    <a:pt x="216458" y="270510"/>
                  </a:lnTo>
                  <a:lnTo>
                    <a:pt x="216649" y="271780"/>
                  </a:lnTo>
                  <a:lnTo>
                    <a:pt x="217271" y="273050"/>
                  </a:lnTo>
                  <a:lnTo>
                    <a:pt x="217754" y="274320"/>
                  </a:lnTo>
                  <a:lnTo>
                    <a:pt x="219468" y="278130"/>
                  </a:lnTo>
                  <a:lnTo>
                    <a:pt x="220472" y="279400"/>
                  </a:lnTo>
                  <a:lnTo>
                    <a:pt x="222364" y="281940"/>
                  </a:lnTo>
                  <a:lnTo>
                    <a:pt x="225501" y="281940"/>
                  </a:lnTo>
                  <a:lnTo>
                    <a:pt x="227037" y="283210"/>
                  </a:lnTo>
                  <a:lnTo>
                    <a:pt x="231051" y="283210"/>
                  </a:lnTo>
                  <a:lnTo>
                    <a:pt x="233387" y="281940"/>
                  </a:lnTo>
                  <a:lnTo>
                    <a:pt x="238734" y="281940"/>
                  </a:lnTo>
                  <a:lnTo>
                    <a:pt x="241630" y="280670"/>
                  </a:lnTo>
                  <a:lnTo>
                    <a:pt x="247878" y="279400"/>
                  </a:lnTo>
                  <a:lnTo>
                    <a:pt x="251028" y="278130"/>
                  </a:lnTo>
                  <a:lnTo>
                    <a:pt x="259359" y="273050"/>
                  </a:lnTo>
                  <a:lnTo>
                    <a:pt x="263753" y="270510"/>
                  </a:lnTo>
                  <a:lnTo>
                    <a:pt x="271043" y="262890"/>
                  </a:lnTo>
                  <a:lnTo>
                    <a:pt x="273786" y="259080"/>
                  </a:lnTo>
                  <a:lnTo>
                    <a:pt x="277456" y="251460"/>
                  </a:lnTo>
                  <a:lnTo>
                    <a:pt x="278295" y="247650"/>
                  </a:lnTo>
                  <a:close/>
                </a:path>
                <a:path w="2263140" h="868045">
                  <a:moveTo>
                    <a:pt x="284683" y="556310"/>
                  </a:moveTo>
                  <a:lnTo>
                    <a:pt x="256197" y="500430"/>
                  </a:lnTo>
                  <a:lnTo>
                    <a:pt x="252907" y="494080"/>
                  </a:lnTo>
                  <a:lnTo>
                    <a:pt x="251231" y="491540"/>
                  </a:lnTo>
                  <a:lnTo>
                    <a:pt x="249555" y="489000"/>
                  </a:lnTo>
                  <a:lnTo>
                    <a:pt x="242684" y="481380"/>
                  </a:lnTo>
                  <a:lnTo>
                    <a:pt x="238836" y="478840"/>
                  </a:lnTo>
                  <a:lnTo>
                    <a:pt x="230339" y="473760"/>
                  </a:lnTo>
                  <a:lnTo>
                    <a:pt x="225666" y="472490"/>
                  </a:lnTo>
                  <a:lnTo>
                    <a:pt x="220560" y="473760"/>
                  </a:lnTo>
                  <a:lnTo>
                    <a:pt x="215468" y="473760"/>
                  </a:lnTo>
                  <a:lnTo>
                    <a:pt x="184505" y="501700"/>
                  </a:lnTo>
                  <a:lnTo>
                    <a:pt x="182410" y="509320"/>
                  </a:lnTo>
                  <a:lnTo>
                    <a:pt x="176022" y="497890"/>
                  </a:lnTo>
                  <a:lnTo>
                    <a:pt x="175679" y="496620"/>
                  </a:lnTo>
                  <a:lnTo>
                    <a:pt x="172059" y="496620"/>
                  </a:lnTo>
                  <a:lnTo>
                    <a:pt x="170027" y="497890"/>
                  </a:lnTo>
                  <a:lnTo>
                    <a:pt x="168795" y="497890"/>
                  </a:lnTo>
                  <a:lnTo>
                    <a:pt x="165798" y="499160"/>
                  </a:lnTo>
                  <a:lnTo>
                    <a:pt x="164604" y="500430"/>
                  </a:lnTo>
                  <a:lnTo>
                    <a:pt x="162839" y="501700"/>
                  </a:lnTo>
                  <a:lnTo>
                    <a:pt x="162179" y="501700"/>
                  </a:lnTo>
                  <a:lnTo>
                    <a:pt x="161290" y="502970"/>
                  </a:lnTo>
                  <a:lnTo>
                    <a:pt x="161175" y="505510"/>
                  </a:lnTo>
                  <a:lnTo>
                    <a:pt x="207949" y="595680"/>
                  </a:lnTo>
                  <a:lnTo>
                    <a:pt x="208292" y="595680"/>
                  </a:lnTo>
                  <a:lnTo>
                    <a:pt x="209130" y="596950"/>
                  </a:lnTo>
                  <a:lnTo>
                    <a:pt x="211264" y="595680"/>
                  </a:lnTo>
                  <a:lnTo>
                    <a:pt x="214477" y="595680"/>
                  </a:lnTo>
                  <a:lnTo>
                    <a:pt x="215836" y="594410"/>
                  </a:lnTo>
                  <a:lnTo>
                    <a:pt x="219100" y="593140"/>
                  </a:lnTo>
                  <a:lnTo>
                    <a:pt x="220421" y="591870"/>
                  </a:lnTo>
                  <a:lnTo>
                    <a:pt x="222415" y="590600"/>
                  </a:lnTo>
                  <a:lnTo>
                    <a:pt x="223139" y="590600"/>
                  </a:lnTo>
                  <a:lnTo>
                    <a:pt x="224066" y="589330"/>
                  </a:lnTo>
                  <a:lnTo>
                    <a:pt x="224332" y="588060"/>
                  </a:lnTo>
                  <a:lnTo>
                    <a:pt x="224383" y="586790"/>
                  </a:lnTo>
                  <a:lnTo>
                    <a:pt x="191808" y="524560"/>
                  </a:lnTo>
                  <a:lnTo>
                    <a:pt x="193370" y="515670"/>
                  </a:lnTo>
                  <a:lnTo>
                    <a:pt x="214185" y="491540"/>
                  </a:lnTo>
                  <a:lnTo>
                    <a:pt x="223062" y="491540"/>
                  </a:lnTo>
                  <a:lnTo>
                    <a:pt x="228409" y="495350"/>
                  </a:lnTo>
                  <a:lnTo>
                    <a:pt x="230949" y="496620"/>
                  </a:lnTo>
                  <a:lnTo>
                    <a:pt x="235737" y="502970"/>
                  </a:lnTo>
                  <a:lnTo>
                    <a:pt x="238252" y="506780"/>
                  </a:lnTo>
                  <a:lnTo>
                    <a:pt x="268236" y="563930"/>
                  </a:lnTo>
                  <a:lnTo>
                    <a:pt x="268605" y="565200"/>
                  </a:lnTo>
                  <a:lnTo>
                    <a:pt x="272503" y="565200"/>
                  </a:lnTo>
                  <a:lnTo>
                    <a:pt x="274764" y="563930"/>
                  </a:lnTo>
                  <a:lnTo>
                    <a:pt x="276161" y="563930"/>
                  </a:lnTo>
                  <a:lnTo>
                    <a:pt x="279425" y="561390"/>
                  </a:lnTo>
                  <a:lnTo>
                    <a:pt x="280720" y="561390"/>
                  </a:lnTo>
                  <a:lnTo>
                    <a:pt x="282702" y="560120"/>
                  </a:lnTo>
                  <a:lnTo>
                    <a:pt x="283425" y="558850"/>
                  </a:lnTo>
                  <a:lnTo>
                    <a:pt x="284353" y="557580"/>
                  </a:lnTo>
                  <a:lnTo>
                    <a:pt x="284619" y="557580"/>
                  </a:lnTo>
                  <a:lnTo>
                    <a:pt x="284683" y="556310"/>
                  </a:lnTo>
                  <a:close/>
                </a:path>
                <a:path w="2263140" h="868045">
                  <a:moveTo>
                    <a:pt x="306273" y="858545"/>
                  </a:moveTo>
                  <a:lnTo>
                    <a:pt x="237248" y="725220"/>
                  </a:lnTo>
                  <a:lnTo>
                    <a:pt x="237032" y="724928"/>
                  </a:lnTo>
                  <a:lnTo>
                    <a:pt x="236791" y="724687"/>
                  </a:lnTo>
                  <a:lnTo>
                    <a:pt x="235851" y="724179"/>
                  </a:lnTo>
                  <a:lnTo>
                    <a:pt x="233680" y="724179"/>
                  </a:lnTo>
                  <a:lnTo>
                    <a:pt x="220649" y="732040"/>
                  </a:lnTo>
                  <a:lnTo>
                    <a:pt x="220726" y="733602"/>
                  </a:lnTo>
                  <a:lnTo>
                    <a:pt x="289712" y="866825"/>
                  </a:lnTo>
                  <a:lnTo>
                    <a:pt x="289826" y="867054"/>
                  </a:lnTo>
                  <a:lnTo>
                    <a:pt x="290182" y="867448"/>
                  </a:lnTo>
                  <a:lnTo>
                    <a:pt x="291020" y="867930"/>
                  </a:lnTo>
                  <a:lnTo>
                    <a:pt x="293001" y="867930"/>
                  </a:lnTo>
                  <a:lnTo>
                    <a:pt x="306222" y="860056"/>
                  </a:lnTo>
                  <a:lnTo>
                    <a:pt x="306273" y="858545"/>
                  </a:lnTo>
                  <a:close/>
                </a:path>
                <a:path w="2263140" h="868045">
                  <a:moveTo>
                    <a:pt x="355498" y="218440"/>
                  </a:moveTo>
                  <a:lnTo>
                    <a:pt x="355473" y="217170"/>
                  </a:lnTo>
                  <a:lnTo>
                    <a:pt x="354825" y="214630"/>
                  </a:lnTo>
                  <a:lnTo>
                    <a:pt x="354177" y="213360"/>
                  </a:lnTo>
                  <a:lnTo>
                    <a:pt x="353174" y="210820"/>
                  </a:lnTo>
                  <a:lnTo>
                    <a:pt x="351980" y="208280"/>
                  </a:lnTo>
                  <a:lnTo>
                    <a:pt x="350901" y="207010"/>
                  </a:lnTo>
                  <a:lnTo>
                    <a:pt x="350418" y="207010"/>
                  </a:lnTo>
                  <a:lnTo>
                    <a:pt x="349618" y="205740"/>
                  </a:lnTo>
                  <a:lnTo>
                    <a:pt x="347256" y="205740"/>
                  </a:lnTo>
                  <a:lnTo>
                    <a:pt x="346735" y="207010"/>
                  </a:lnTo>
                  <a:lnTo>
                    <a:pt x="345732" y="208280"/>
                  </a:lnTo>
                  <a:lnTo>
                    <a:pt x="345109" y="208280"/>
                  </a:lnTo>
                  <a:lnTo>
                    <a:pt x="343623" y="210820"/>
                  </a:lnTo>
                  <a:lnTo>
                    <a:pt x="342734" y="210820"/>
                  </a:lnTo>
                  <a:lnTo>
                    <a:pt x="340677" y="213360"/>
                  </a:lnTo>
                  <a:lnTo>
                    <a:pt x="339407" y="213360"/>
                  </a:lnTo>
                  <a:lnTo>
                    <a:pt x="333235" y="217170"/>
                  </a:lnTo>
                  <a:lnTo>
                    <a:pt x="329196" y="217170"/>
                  </a:lnTo>
                  <a:lnTo>
                    <a:pt x="322351" y="212090"/>
                  </a:lnTo>
                  <a:lnTo>
                    <a:pt x="319049" y="208280"/>
                  </a:lnTo>
                  <a:lnTo>
                    <a:pt x="294779" y="161290"/>
                  </a:lnTo>
                  <a:lnTo>
                    <a:pt x="290182" y="152400"/>
                  </a:lnTo>
                  <a:lnTo>
                    <a:pt x="313893" y="140970"/>
                  </a:lnTo>
                  <a:lnTo>
                    <a:pt x="314413" y="139700"/>
                  </a:lnTo>
                  <a:lnTo>
                    <a:pt x="314490" y="137160"/>
                  </a:lnTo>
                  <a:lnTo>
                    <a:pt x="313893" y="134620"/>
                  </a:lnTo>
                  <a:lnTo>
                    <a:pt x="312013" y="130810"/>
                  </a:lnTo>
                  <a:lnTo>
                    <a:pt x="311404" y="130810"/>
                  </a:lnTo>
                  <a:lnTo>
                    <a:pt x="310248" y="128270"/>
                  </a:lnTo>
                  <a:lnTo>
                    <a:pt x="309664" y="128270"/>
                  </a:lnTo>
                  <a:lnTo>
                    <a:pt x="308495" y="127000"/>
                  </a:lnTo>
                  <a:lnTo>
                    <a:pt x="306400" y="127000"/>
                  </a:lnTo>
                  <a:lnTo>
                    <a:pt x="283133" y="139700"/>
                  </a:lnTo>
                  <a:lnTo>
                    <a:pt x="271919" y="118110"/>
                  </a:lnTo>
                  <a:lnTo>
                    <a:pt x="271564" y="116840"/>
                  </a:lnTo>
                  <a:lnTo>
                    <a:pt x="267563" y="116840"/>
                  </a:lnTo>
                  <a:lnTo>
                    <a:pt x="265303" y="118110"/>
                  </a:lnTo>
                  <a:lnTo>
                    <a:pt x="263906" y="118110"/>
                  </a:lnTo>
                  <a:lnTo>
                    <a:pt x="260654" y="119380"/>
                  </a:lnTo>
                  <a:lnTo>
                    <a:pt x="259359" y="120650"/>
                  </a:lnTo>
                  <a:lnTo>
                    <a:pt x="257365" y="121920"/>
                  </a:lnTo>
                  <a:lnTo>
                    <a:pt x="256641" y="123190"/>
                  </a:lnTo>
                  <a:lnTo>
                    <a:pt x="255676" y="124460"/>
                  </a:lnTo>
                  <a:lnTo>
                    <a:pt x="255422" y="124460"/>
                  </a:lnTo>
                  <a:lnTo>
                    <a:pt x="255473" y="125730"/>
                  </a:lnTo>
                  <a:lnTo>
                    <a:pt x="266687" y="147320"/>
                  </a:lnTo>
                  <a:lnTo>
                    <a:pt x="253707" y="154940"/>
                  </a:lnTo>
                  <a:lnTo>
                    <a:pt x="253288" y="154940"/>
                  </a:lnTo>
                  <a:lnTo>
                    <a:pt x="252666" y="156210"/>
                  </a:lnTo>
                  <a:lnTo>
                    <a:pt x="252577" y="157480"/>
                  </a:lnTo>
                  <a:lnTo>
                    <a:pt x="252730" y="158750"/>
                  </a:lnTo>
                  <a:lnTo>
                    <a:pt x="253288" y="160020"/>
                  </a:lnTo>
                  <a:lnTo>
                    <a:pt x="253758" y="161290"/>
                  </a:lnTo>
                  <a:lnTo>
                    <a:pt x="255638" y="165100"/>
                  </a:lnTo>
                  <a:lnTo>
                    <a:pt x="256832" y="166370"/>
                  </a:lnTo>
                  <a:lnTo>
                    <a:pt x="259118" y="167640"/>
                  </a:lnTo>
                  <a:lnTo>
                    <a:pt x="260184" y="168910"/>
                  </a:lnTo>
                  <a:lnTo>
                    <a:pt x="273735" y="161290"/>
                  </a:lnTo>
                  <a:lnTo>
                    <a:pt x="303352" y="218440"/>
                  </a:lnTo>
                  <a:lnTo>
                    <a:pt x="306133" y="222250"/>
                  </a:lnTo>
                  <a:lnTo>
                    <a:pt x="311975" y="229870"/>
                  </a:lnTo>
                  <a:lnTo>
                    <a:pt x="315137" y="231140"/>
                  </a:lnTo>
                  <a:lnTo>
                    <a:pt x="321919" y="234950"/>
                  </a:lnTo>
                  <a:lnTo>
                    <a:pt x="325577" y="234950"/>
                  </a:lnTo>
                  <a:lnTo>
                    <a:pt x="333425" y="233680"/>
                  </a:lnTo>
                  <a:lnTo>
                    <a:pt x="349427" y="224790"/>
                  </a:lnTo>
                  <a:lnTo>
                    <a:pt x="351828" y="223520"/>
                  </a:lnTo>
                  <a:lnTo>
                    <a:pt x="352831" y="222250"/>
                  </a:lnTo>
                  <a:lnTo>
                    <a:pt x="354457" y="220980"/>
                  </a:lnTo>
                  <a:lnTo>
                    <a:pt x="355003" y="219710"/>
                  </a:lnTo>
                  <a:lnTo>
                    <a:pt x="355498" y="218440"/>
                  </a:lnTo>
                  <a:close/>
                </a:path>
                <a:path w="2263140" h="868045">
                  <a:moveTo>
                    <a:pt x="390994" y="501700"/>
                  </a:moveTo>
                  <a:lnTo>
                    <a:pt x="390931" y="500430"/>
                  </a:lnTo>
                  <a:lnTo>
                    <a:pt x="388289" y="495350"/>
                  </a:lnTo>
                  <a:lnTo>
                    <a:pt x="360159" y="441210"/>
                  </a:lnTo>
                  <a:lnTo>
                    <a:pt x="360159" y="481380"/>
                  </a:lnTo>
                  <a:lnTo>
                    <a:pt x="359257" y="486460"/>
                  </a:lnTo>
                  <a:lnTo>
                    <a:pt x="358228" y="490270"/>
                  </a:lnTo>
                  <a:lnTo>
                    <a:pt x="355904" y="496620"/>
                  </a:lnTo>
                  <a:lnTo>
                    <a:pt x="354634" y="500430"/>
                  </a:lnTo>
                  <a:lnTo>
                    <a:pt x="351853" y="504240"/>
                  </a:lnTo>
                  <a:lnTo>
                    <a:pt x="350316" y="506780"/>
                  </a:lnTo>
                  <a:lnTo>
                    <a:pt x="346913" y="510590"/>
                  </a:lnTo>
                  <a:lnTo>
                    <a:pt x="344970" y="511860"/>
                  </a:lnTo>
                  <a:lnTo>
                    <a:pt x="338518" y="514400"/>
                  </a:lnTo>
                  <a:lnTo>
                    <a:pt x="334429" y="515670"/>
                  </a:lnTo>
                  <a:lnTo>
                    <a:pt x="326682" y="514400"/>
                  </a:lnTo>
                  <a:lnTo>
                    <a:pt x="323024" y="513130"/>
                  </a:lnTo>
                  <a:lnTo>
                    <a:pt x="316128" y="508050"/>
                  </a:lnTo>
                  <a:lnTo>
                    <a:pt x="312953" y="505510"/>
                  </a:lnTo>
                  <a:lnTo>
                    <a:pt x="307124" y="496620"/>
                  </a:lnTo>
                  <a:lnTo>
                    <a:pt x="304495" y="492810"/>
                  </a:lnTo>
                  <a:lnTo>
                    <a:pt x="299974" y="483920"/>
                  </a:lnTo>
                  <a:lnTo>
                    <a:pt x="298234" y="480110"/>
                  </a:lnTo>
                  <a:lnTo>
                    <a:pt x="295630" y="471220"/>
                  </a:lnTo>
                  <a:lnTo>
                    <a:pt x="295046" y="466140"/>
                  </a:lnTo>
                  <a:lnTo>
                    <a:pt x="295262" y="459790"/>
                  </a:lnTo>
                  <a:lnTo>
                    <a:pt x="311696" y="439470"/>
                  </a:lnTo>
                  <a:lnTo>
                    <a:pt x="316750" y="439470"/>
                  </a:lnTo>
                  <a:lnTo>
                    <a:pt x="327964" y="440740"/>
                  </a:lnTo>
                  <a:lnTo>
                    <a:pt x="334403" y="442010"/>
                  </a:lnTo>
                  <a:lnTo>
                    <a:pt x="341680" y="445820"/>
                  </a:lnTo>
                  <a:lnTo>
                    <a:pt x="360159" y="481380"/>
                  </a:lnTo>
                  <a:lnTo>
                    <a:pt x="360159" y="441210"/>
                  </a:lnTo>
                  <a:lnTo>
                    <a:pt x="359257" y="439470"/>
                  </a:lnTo>
                  <a:lnTo>
                    <a:pt x="353314" y="428040"/>
                  </a:lnTo>
                  <a:lnTo>
                    <a:pt x="322300" y="368350"/>
                  </a:lnTo>
                  <a:lnTo>
                    <a:pt x="322059" y="367080"/>
                  </a:lnTo>
                  <a:lnTo>
                    <a:pt x="317665" y="367080"/>
                  </a:lnTo>
                  <a:lnTo>
                    <a:pt x="315379" y="368350"/>
                  </a:lnTo>
                  <a:lnTo>
                    <a:pt x="313982" y="368350"/>
                  </a:lnTo>
                  <a:lnTo>
                    <a:pt x="310756" y="369620"/>
                  </a:lnTo>
                  <a:lnTo>
                    <a:pt x="309486" y="370890"/>
                  </a:lnTo>
                  <a:lnTo>
                    <a:pt x="307619" y="372160"/>
                  </a:lnTo>
                  <a:lnTo>
                    <a:pt x="306870" y="373430"/>
                  </a:lnTo>
                  <a:lnTo>
                    <a:pt x="305790" y="373430"/>
                  </a:lnTo>
                  <a:lnTo>
                    <a:pt x="305523" y="374700"/>
                  </a:lnTo>
                  <a:lnTo>
                    <a:pt x="305612" y="375970"/>
                  </a:lnTo>
                  <a:lnTo>
                    <a:pt x="332638" y="428040"/>
                  </a:lnTo>
                  <a:lnTo>
                    <a:pt x="326123" y="426770"/>
                  </a:lnTo>
                  <a:lnTo>
                    <a:pt x="320103" y="425500"/>
                  </a:lnTo>
                  <a:lnTo>
                    <a:pt x="309092" y="425500"/>
                  </a:lnTo>
                  <a:lnTo>
                    <a:pt x="277901" y="450900"/>
                  </a:lnTo>
                  <a:lnTo>
                    <a:pt x="275958" y="463600"/>
                  </a:lnTo>
                  <a:lnTo>
                    <a:pt x="276072" y="466140"/>
                  </a:lnTo>
                  <a:lnTo>
                    <a:pt x="276186" y="468680"/>
                  </a:lnTo>
                  <a:lnTo>
                    <a:pt x="289420" y="505510"/>
                  </a:lnTo>
                  <a:lnTo>
                    <a:pt x="322453" y="533450"/>
                  </a:lnTo>
                  <a:lnTo>
                    <a:pt x="334340" y="533450"/>
                  </a:lnTo>
                  <a:lnTo>
                    <a:pt x="340575" y="530910"/>
                  </a:lnTo>
                  <a:lnTo>
                    <a:pt x="353123" y="524560"/>
                  </a:lnTo>
                  <a:lnTo>
                    <a:pt x="357924" y="520750"/>
                  </a:lnTo>
                  <a:lnTo>
                    <a:pt x="361099" y="515670"/>
                  </a:lnTo>
                  <a:lnTo>
                    <a:pt x="365074" y="509320"/>
                  </a:lnTo>
                  <a:lnTo>
                    <a:pt x="367893" y="502970"/>
                  </a:lnTo>
                  <a:lnTo>
                    <a:pt x="369951" y="495350"/>
                  </a:lnTo>
                  <a:lnTo>
                    <a:pt x="376364" y="508050"/>
                  </a:lnTo>
                  <a:lnTo>
                    <a:pt x="376732" y="508050"/>
                  </a:lnTo>
                  <a:lnTo>
                    <a:pt x="377672" y="509320"/>
                  </a:lnTo>
                  <a:lnTo>
                    <a:pt x="380555" y="509320"/>
                  </a:lnTo>
                  <a:lnTo>
                    <a:pt x="382536" y="508050"/>
                  </a:lnTo>
                  <a:lnTo>
                    <a:pt x="383730" y="508050"/>
                  </a:lnTo>
                  <a:lnTo>
                    <a:pt x="386435" y="506780"/>
                  </a:lnTo>
                  <a:lnTo>
                    <a:pt x="387515" y="505510"/>
                  </a:lnTo>
                  <a:lnTo>
                    <a:pt x="389229" y="504240"/>
                  </a:lnTo>
                  <a:lnTo>
                    <a:pt x="389877" y="504240"/>
                  </a:lnTo>
                  <a:lnTo>
                    <a:pt x="390766" y="502970"/>
                  </a:lnTo>
                  <a:lnTo>
                    <a:pt x="390994" y="501700"/>
                  </a:lnTo>
                  <a:close/>
                </a:path>
                <a:path w="2263140" h="868045">
                  <a:moveTo>
                    <a:pt x="403847" y="809231"/>
                  </a:moveTo>
                  <a:lnTo>
                    <a:pt x="403796" y="808507"/>
                  </a:lnTo>
                  <a:lnTo>
                    <a:pt x="402564" y="806132"/>
                  </a:lnTo>
                  <a:lnTo>
                    <a:pt x="386575" y="775246"/>
                  </a:lnTo>
                  <a:lnTo>
                    <a:pt x="375805" y="754456"/>
                  </a:lnTo>
                  <a:lnTo>
                    <a:pt x="375805" y="794219"/>
                  </a:lnTo>
                  <a:lnTo>
                    <a:pt x="374116" y="800798"/>
                  </a:lnTo>
                  <a:lnTo>
                    <a:pt x="349135" y="823163"/>
                  </a:lnTo>
                  <a:lnTo>
                    <a:pt x="340410" y="820712"/>
                  </a:lnTo>
                  <a:lnTo>
                    <a:pt x="332384" y="802538"/>
                  </a:lnTo>
                  <a:lnTo>
                    <a:pt x="333057" y="799922"/>
                  </a:lnTo>
                  <a:lnTo>
                    <a:pt x="365988" y="775246"/>
                  </a:lnTo>
                  <a:lnTo>
                    <a:pt x="375805" y="794219"/>
                  </a:lnTo>
                  <a:lnTo>
                    <a:pt x="375805" y="754456"/>
                  </a:lnTo>
                  <a:lnTo>
                    <a:pt x="369493" y="742251"/>
                  </a:lnTo>
                  <a:lnTo>
                    <a:pt x="369379" y="742022"/>
                  </a:lnTo>
                  <a:lnTo>
                    <a:pt x="366179" y="737400"/>
                  </a:lnTo>
                  <a:lnTo>
                    <a:pt x="359346" y="730364"/>
                  </a:lnTo>
                  <a:lnTo>
                    <a:pt x="355523" y="727925"/>
                  </a:lnTo>
                  <a:lnTo>
                    <a:pt x="347179" y="725220"/>
                  </a:lnTo>
                  <a:lnTo>
                    <a:pt x="347764" y="725220"/>
                  </a:lnTo>
                  <a:lnTo>
                    <a:pt x="306755" y="740740"/>
                  </a:lnTo>
                  <a:lnTo>
                    <a:pt x="292227" y="760666"/>
                  </a:lnTo>
                  <a:lnTo>
                    <a:pt x="292760" y="762812"/>
                  </a:lnTo>
                  <a:lnTo>
                    <a:pt x="298627" y="770712"/>
                  </a:lnTo>
                  <a:lnTo>
                    <a:pt x="300189" y="770712"/>
                  </a:lnTo>
                  <a:lnTo>
                    <a:pt x="301510" y="770013"/>
                  </a:lnTo>
                  <a:lnTo>
                    <a:pt x="302463" y="768908"/>
                  </a:lnTo>
                  <a:lnTo>
                    <a:pt x="304711" y="765289"/>
                  </a:lnTo>
                  <a:lnTo>
                    <a:pt x="306184" y="763168"/>
                  </a:lnTo>
                  <a:lnTo>
                    <a:pt x="338188" y="742022"/>
                  </a:lnTo>
                  <a:lnTo>
                    <a:pt x="340982" y="742251"/>
                  </a:lnTo>
                  <a:lnTo>
                    <a:pt x="359943" y="763574"/>
                  </a:lnTo>
                  <a:lnTo>
                    <a:pt x="359702" y="763574"/>
                  </a:lnTo>
                  <a:lnTo>
                    <a:pt x="340487" y="773544"/>
                  </a:lnTo>
                  <a:lnTo>
                    <a:pt x="314629" y="803224"/>
                  </a:lnTo>
                  <a:lnTo>
                    <a:pt x="314553" y="806132"/>
                  </a:lnTo>
                  <a:lnTo>
                    <a:pt x="314490" y="808507"/>
                  </a:lnTo>
                  <a:lnTo>
                    <a:pt x="341376" y="839343"/>
                  </a:lnTo>
                  <a:lnTo>
                    <a:pt x="345097" y="839343"/>
                  </a:lnTo>
                  <a:lnTo>
                    <a:pt x="380263" y="817778"/>
                  </a:lnTo>
                  <a:lnTo>
                    <a:pt x="384695" y="806132"/>
                  </a:lnTo>
                  <a:lnTo>
                    <a:pt x="389445" y="815213"/>
                  </a:lnTo>
                  <a:lnTo>
                    <a:pt x="389788" y="815822"/>
                  </a:lnTo>
                  <a:lnTo>
                    <a:pt x="390283" y="816267"/>
                  </a:lnTo>
                  <a:lnTo>
                    <a:pt x="391617" y="816571"/>
                  </a:lnTo>
                  <a:lnTo>
                    <a:pt x="392252" y="816571"/>
                  </a:lnTo>
                  <a:lnTo>
                    <a:pt x="403199" y="810577"/>
                  </a:lnTo>
                  <a:lnTo>
                    <a:pt x="403847" y="809231"/>
                  </a:lnTo>
                  <a:close/>
                </a:path>
                <a:path w="2263140" h="868045">
                  <a:moveTo>
                    <a:pt x="446278" y="146050"/>
                  </a:moveTo>
                  <a:lnTo>
                    <a:pt x="443776" y="132080"/>
                  </a:lnTo>
                  <a:lnTo>
                    <a:pt x="441261" y="124460"/>
                  </a:lnTo>
                  <a:lnTo>
                    <a:pt x="437502" y="118110"/>
                  </a:lnTo>
                  <a:lnTo>
                    <a:pt x="433628" y="110490"/>
                  </a:lnTo>
                  <a:lnTo>
                    <a:pt x="429247" y="104140"/>
                  </a:lnTo>
                  <a:lnTo>
                    <a:pt x="428167" y="103022"/>
                  </a:lnTo>
                  <a:lnTo>
                    <a:pt x="428167" y="152400"/>
                  </a:lnTo>
                  <a:lnTo>
                    <a:pt x="426872" y="160020"/>
                  </a:lnTo>
                  <a:lnTo>
                    <a:pt x="425246" y="163830"/>
                  </a:lnTo>
                  <a:lnTo>
                    <a:pt x="419989" y="171450"/>
                  </a:lnTo>
                  <a:lnTo>
                    <a:pt x="416293" y="173990"/>
                  </a:lnTo>
                  <a:lnTo>
                    <a:pt x="406285" y="179070"/>
                  </a:lnTo>
                  <a:lnTo>
                    <a:pt x="401421" y="181610"/>
                  </a:lnTo>
                  <a:lnTo>
                    <a:pt x="392430" y="180340"/>
                  </a:lnTo>
                  <a:lnTo>
                    <a:pt x="388315" y="180340"/>
                  </a:lnTo>
                  <a:lnTo>
                    <a:pt x="380809" y="175260"/>
                  </a:lnTo>
                  <a:lnTo>
                    <a:pt x="377380" y="172720"/>
                  </a:lnTo>
                  <a:lnTo>
                    <a:pt x="371132" y="165100"/>
                  </a:lnTo>
                  <a:lnTo>
                    <a:pt x="368300" y="160020"/>
                  </a:lnTo>
                  <a:lnTo>
                    <a:pt x="363131" y="151130"/>
                  </a:lnTo>
                  <a:lnTo>
                    <a:pt x="361251" y="146050"/>
                  </a:lnTo>
                  <a:lnTo>
                    <a:pt x="358978" y="135890"/>
                  </a:lnTo>
                  <a:lnTo>
                    <a:pt x="358914" y="134620"/>
                  </a:lnTo>
                  <a:lnTo>
                    <a:pt x="358800" y="132080"/>
                  </a:lnTo>
                  <a:lnTo>
                    <a:pt x="358736" y="130810"/>
                  </a:lnTo>
                  <a:lnTo>
                    <a:pt x="385445" y="101600"/>
                  </a:lnTo>
                  <a:lnTo>
                    <a:pt x="394423" y="101600"/>
                  </a:lnTo>
                  <a:lnTo>
                    <a:pt x="418490" y="123190"/>
                  </a:lnTo>
                  <a:lnTo>
                    <a:pt x="420992" y="127000"/>
                  </a:lnTo>
                  <a:lnTo>
                    <a:pt x="423659" y="132080"/>
                  </a:lnTo>
                  <a:lnTo>
                    <a:pt x="425577" y="137160"/>
                  </a:lnTo>
                  <a:lnTo>
                    <a:pt x="427901" y="147320"/>
                  </a:lnTo>
                  <a:lnTo>
                    <a:pt x="427964" y="148590"/>
                  </a:lnTo>
                  <a:lnTo>
                    <a:pt x="428028" y="149860"/>
                  </a:lnTo>
                  <a:lnTo>
                    <a:pt x="428104" y="151130"/>
                  </a:lnTo>
                  <a:lnTo>
                    <a:pt x="428167" y="152400"/>
                  </a:lnTo>
                  <a:lnTo>
                    <a:pt x="428167" y="103022"/>
                  </a:lnTo>
                  <a:lnTo>
                    <a:pt x="426796" y="101600"/>
                  </a:lnTo>
                  <a:lnTo>
                    <a:pt x="419455" y="93980"/>
                  </a:lnTo>
                  <a:lnTo>
                    <a:pt x="414121" y="90170"/>
                  </a:lnTo>
                  <a:lnTo>
                    <a:pt x="402551" y="85090"/>
                  </a:lnTo>
                  <a:lnTo>
                    <a:pt x="396367" y="85090"/>
                  </a:lnTo>
                  <a:lnTo>
                    <a:pt x="355346" y="100330"/>
                  </a:lnTo>
                  <a:lnTo>
                    <a:pt x="340448" y="137160"/>
                  </a:lnTo>
                  <a:lnTo>
                    <a:pt x="343014" y="151130"/>
                  </a:lnTo>
                  <a:lnTo>
                    <a:pt x="367322" y="189230"/>
                  </a:lnTo>
                  <a:lnTo>
                    <a:pt x="384213" y="198120"/>
                  </a:lnTo>
                  <a:lnTo>
                    <a:pt x="390398" y="198120"/>
                  </a:lnTo>
                  <a:lnTo>
                    <a:pt x="431330" y="182880"/>
                  </a:lnTo>
                  <a:lnTo>
                    <a:pt x="432308" y="181610"/>
                  </a:lnTo>
                  <a:lnTo>
                    <a:pt x="440182" y="171450"/>
                  </a:lnTo>
                  <a:lnTo>
                    <a:pt x="443141" y="166370"/>
                  </a:lnTo>
                  <a:lnTo>
                    <a:pt x="446151" y="153670"/>
                  </a:lnTo>
                  <a:lnTo>
                    <a:pt x="446252" y="147320"/>
                  </a:lnTo>
                  <a:lnTo>
                    <a:pt x="446278" y="146050"/>
                  </a:lnTo>
                  <a:close/>
                </a:path>
                <a:path w="2263140" h="868045">
                  <a:moveTo>
                    <a:pt x="490042" y="442010"/>
                  </a:moveTo>
                  <a:lnTo>
                    <a:pt x="489737" y="440740"/>
                  </a:lnTo>
                  <a:lnTo>
                    <a:pt x="489534" y="440740"/>
                  </a:lnTo>
                  <a:lnTo>
                    <a:pt x="489013" y="439470"/>
                  </a:lnTo>
                  <a:lnTo>
                    <a:pt x="488670" y="438200"/>
                  </a:lnTo>
                  <a:lnTo>
                    <a:pt x="487616" y="436930"/>
                  </a:lnTo>
                  <a:lnTo>
                    <a:pt x="487045" y="435660"/>
                  </a:lnTo>
                  <a:lnTo>
                    <a:pt x="485990" y="434390"/>
                  </a:lnTo>
                  <a:lnTo>
                    <a:pt x="485521" y="433120"/>
                  </a:lnTo>
                  <a:lnTo>
                    <a:pt x="481495" y="433120"/>
                  </a:lnTo>
                  <a:lnTo>
                    <a:pt x="480491" y="434390"/>
                  </a:lnTo>
                  <a:lnTo>
                    <a:pt x="478104" y="436930"/>
                  </a:lnTo>
                  <a:lnTo>
                    <a:pt x="476516" y="439470"/>
                  </a:lnTo>
                  <a:lnTo>
                    <a:pt x="472579" y="443280"/>
                  </a:lnTo>
                  <a:lnTo>
                    <a:pt x="470115" y="445820"/>
                  </a:lnTo>
                  <a:lnTo>
                    <a:pt x="464210" y="450900"/>
                  </a:lnTo>
                  <a:lnTo>
                    <a:pt x="460629" y="452170"/>
                  </a:lnTo>
                  <a:lnTo>
                    <a:pt x="451040" y="457250"/>
                  </a:lnTo>
                  <a:lnTo>
                    <a:pt x="446112" y="459790"/>
                  </a:lnTo>
                  <a:lnTo>
                    <a:pt x="432981" y="459790"/>
                  </a:lnTo>
                  <a:lnTo>
                    <a:pt x="425411" y="455980"/>
                  </a:lnTo>
                  <a:lnTo>
                    <a:pt x="421995" y="453440"/>
                  </a:lnTo>
                  <a:lnTo>
                    <a:pt x="415886" y="447090"/>
                  </a:lnTo>
                  <a:lnTo>
                    <a:pt x="413080" y="442010"/>
                  </a:lnTo>
                  <a:lnTo>
                    <a:pt x="410514" y="436930"/>
                  </a:lnTo>
                  <a:lnTo>
                    <a:pt x="433108" y="425500"/>
                  </a:lnTo>
                  <a:lnTo>
                    <a:pt x="470763" y="406450"/>
                  </a:lnTo>
                  <a:lnTo>
                    <a:pt x="471957" y="405180"/>
                  </a:lnTo>
                  <a:lnTo>
                    <a:pt x="473405" y="401370"/>
                  </a:lnTo>
                  <a:lnTo>
                    <a:pt x="473100" y="398830"/>
                  </a:lnTo>
                  <a:lnTo>
                    <a:pt x="470230" y="393750"/>
                  </a:lnTo>
                  <a:lnTo>
                    <a:pt x="467220" y="387400"/>
                  </a:lnTo>
                  <a:lnTo>
                    <a:pt x="463638" y="382320"/>
                  </a:lnTo>
                  <a:lnTo>
                    <a:pt x="461276" y="379780"/>
                  </a:lnTo>
                  <a:lnTo>
                    <a:pt x="455358" y="373430"/>
                  </a:lnTo>
                  <a:lnTo>
                    <a:pt x="452818" y="372046"/>
                  </a:lnTo>
                  <a:lnTo>
                    <a:pt x="452818" y="400100"/>
                  </a:lnTo>
                  <a:lnTo>
                    <a:pt x="404304" y="425500"/>
                  </a:lnTo>
                  <a:lnTo>
                    <a:pt x="402551" y="421690"/>
                  </a:lnTo>
                  <a:lnTo>
                    <a:pt x="401370" y="417880"/>
                  </a:lnTo>
                  <a:lnTo>
                    <a:pt x="400164" y="410260"/>
                  </a:lnTo>
                  <a:lnTo>
                    <a:pt x="400240" y="406450"/>
                  </a:lnTo>
                  <a:lnTo>
                    <a:pt x="430072" y="379780"/>
                  </a:lnTo>
                  <a:lnTo>
                    <a:pt x="443166" y="386130"/>
                  </a:lnTo>
                  <a:lnTo>
                    <a:pt x="448564" y="391210"/>
                  </a:lnTo>
                  <a:lnTo>
                    <a:pt x="452818" y="400100"/>
                  </a:lnTo>
                  <a:lnTo>
                    <a:pt x="452818" y="372046"/>
                  </a:lnTo>
                  <a:lnTo>
                    <a:pt x="450723" y="370890"/>
                  </a:lnTo>
                  <a:lnTo>
                    <a:pt x="440448" y="367080"/>
                  </a:lnTo>
                  <a:lnTo>
                    <a:pt x="434835" y="365810"/>
                  </a:lnTo>
                  <a:lnTo>
                    <a:pt x="422668" y="365810"/>
                  </a:lnTo>
                  <a:lnTo>
                    <a:pt x="389064" y="389940"/>
                  </a:lnTo>
                  <a:lnTo>
                    <a:pt x="383146" y="410260"/>
                  </a:lnTo>
                  <a:lnTo>
                    <a:pt x="383044" y="414070"/>
                  </a:lnTo>
                  <a:lnTo>
                    <a:pt x="396125" y="450900"/>
                  </a:lnTo>
                  <a:lnTo>
                    <a:pt x="428015" y="476300"/>
                  </a:lnTo>
                  <a:lnTo>
                    <a:pt x="434225" y="476300"/>
                  </a:lnTo>
                  <a:lnTo>
                    <a:pt x="447357" y="475030"/>
                  </a:lnTo>
                  <a:lnTo>
                    <a:pt x="454304" y="472490"/>
                  </a:lnTo>
                  <a:lnTo>
                    <a:pt x="465848" y="466140"/>
                  </a:lnTo>
                  <a:lnTo>
                    <a:pt x="469658" y="464870"/>
                  </a:lnTo>
                  <a:lnTo>
                    <a:pt x="476465" y="459790"/>
                  </a:lnTo>
                  <a:lnTo>
                    <a:pt x="479386" y="457250"/>
                  </a:lnTo>
                  <a:lnTo>
                    <a:pt x="484238" y="452170"/>
                  </a:lnTo>
                  <a:lnTo>
                    <a:pt x="486130" y="450900"/>
                  </a:lnTo>
                  <a:lnTo>
                    <a:pt x="488848" y="447090"/>
                  </a:lnTo>
                  <a:lnTo>
                    <a:pt x="489610" y="445820"/>
                  </a:lnTo>
                  <a:lnTo>
                    <a:pt x="489966" y="444550"/>
                  </a:lnTo>
                  <a:lnTo>
                    <a:pt x="490042" y="442010"/>
                  </a:lnTo>
                  <a:close/>
                </a:path>
                <a:path w="2263140" h="868045">
                  <a:moveTo>
                    <a:pt x="501497" y="740740"/>
                  </a:moveTo>
                  <a:lnTo>
                    <a:pt x="488289" y="697242"/>
                  </a:lnTo>
                  <a:lnTo>
                    <a:pt x="482549" y="689190"/>
                  </a:lnTo>
                  <a:lnTo>
                    <a:pt x="482549" y="735977"/>
                  </a:lnTo>
                  <a:lnTo>
                    <a:pt x="482473" y="740740"/>
                  </a:lnTo>
                  <a:lnTo>
                    <a:pt x="482346" y="744740"/>
                  </a:lnTo>
                  <a:lnTo>
                    <a:pt x="481457" y="748157"/>
                  </a:lnTo>
                  <a:lnTo>
                    <a:pt x="481342" y="748601"/>
                  </a:lnTo>
                  <a:lnTo>
                    <a:pt x="477583" y="755586"/>
                  </a:lnTo>
                  <a:lnTo>
                    <a:pt x="474586" y="758393"/>
                  </a:lnTo>
                  <a:lnTo>
                    <a:pt x="466064" y="762812"/>
                  </a:lnTo>
                  <a:lnTo>
                    <a:pt x="461048" y="763574"/>
                  </a:lnTo>
                  <a:lnTo>
                    <a:pt x="449859" y="762050"/>
                  </a:lnTo>
                  <a:lnTo>
                    <a:pt x="443382" y="760082"/>
                  </a:lnTo>
                  <a:lnTo>
                    <a:pt x="436295" y="757008"/>
                  </a:lnTo>
                  <a:lnTo>
                    <a:pt x="436092" y="757008"/>
                  </a:lnTo>
                  <a:lnTo>
                    <a:pt x="417601" y="721309"/>
                  </a:lnTo>
                  <a:lnTo>
                    <a:pt x="418465" y="716661"/>
                  </a:lnTo>
                  <a:lnTo>
                    <a:pt x="419468" y="712647"/>
                  </a:lnTo>
                  <a:lnTo>
                    <a:pt x="421767" y="705904"/>
                  </a:lnTo>
                  <a:lnTo>
                    <a:pt x="422402" y="704456"/>
                  </a:lnTo>
                  <a:lnTo>
                    <a:pt x="423037" y="702970"/>
                  </a:lnTo>
                  <a:lnTo>
                    <a:pt x="443217" y="687108"/>
                  </a:lnTo>
                  <a:lnTo>
                    <a:pt x="450989" y="688200"/>
                  </a:lnTo>
                  <a:lnTo>
                    <a:pt x="477723" y="718604"/>
                  </a:lnTo>
                  <a:lnTo>
                    <a:pt x="482549" y="735977"/>
                  </a:lnTo>
                  <a:lnTo>
                    <a:pt x="482549" y="689190"/>
                  </a:lnTo>
                  <a:lnTo>
                    <a:pt x="443496" y="669556"/>
                  </a:lnTo>
                  <a:lnTo>
                    <a:pt x="437311" y="671131"/>
                  </a:lnTo>
                  <a:lnTo>
                    <a:pt x="410108" y="700379"/>
                  </a:lnTo>
                  <a:lnTo>
                    <a:pt x="408876" y="704456"/>
                  </a:lnTo>
                  <a:lnTo>
                    <a:pt x="381063" y="650748"/>
                  </a:lnTo>
                  <a:lnTo>
                    <a:pt x="380987" y="650608"/>
                  </a:lnTo>
                  <a:lnTo>
                    <a:pt x="380619" y="650214"/>
                  </a:lnTo>
                  <a:lnTo>
                    <a:pt x="379679" y="649693"/>
                  </a:lnTo>
                  <a:lnTo>
                    <a:pt x="377545" y="649693"/>
                  </a:lnTo>
                  <a:lnTo>
                    <a:pt x="365239" y="656424"/>
                  </a:lnTo>
                  <a:lnTo>
                    <a:pt x="364731" y="657009"/>
                  </a:lnTo>
                  <a:lnTo>
                    <a:pt x="364477" y="657567"/>
                  </a:lnTo>
                  <a:lnTo>
                    <a:pt x="364540" y="659130"/>
                  </a:lnTo>
                  <a:lnTo>
                    <a:pt x="433692" y="792619"/>
                  </a:lnTo>
                  <a:lnTo>
                    <a:pt x="433997" y="793000"/>
                  </a:lnTo>
                  <a:lnTo>
                    <a:pt x="434809" y="793584"/>
                  </a:lnTo>
                  <a:lnTo>
                    <a:pt x="436613" y="793584"/>
                  </a:lnTo>
                  <a:lnTo>
                    <a:pt x="448183" y="786638"/>
                  </a:lnTo>
                  <a:lnTo>
                    <a:pt x="448068" y="784796"/>
                  </a:lnTo>
                  <a:lnTo>
                    <a:pt x="442252" y="773544"/>
                  </a:lnTo>
                  <a:lnTo>
                    <a:pt x="446227" y="774928"/>
                  </a:lnTo>
                  <a:lnTo>
                    <a:pt x="449859" y="775970"/>
                  </a:lnTo>
                  <a:lnTo>
                    <a:pt x="456463" y="777417"/>
                  </a:lnTo>
                  <a:lnTo>
                    <a:pt x="460502" y="777925"/>
                  </a:lnTo>
                  <a:lnTo>
                    <a:pt x="465505" y="777925"/>
                  </a:lnTo>
                  <a:lnTo>
                    <a:pt x="479640" y="773544"/>
                  </a:lnTo>
                  <a:lnTo>
                    <a:pt x="485470" y="770521"/>
                  </a:lnTo>
                  <a:lnTo>
                    <a:pt x="490308" y="766546"/>
                  </a:lnTo>
                  <a:lnTo>
                    <a:pt x="492518" y="763574"/>
                  </a:lnTo>
                  <a:lnTo>
                    <a:pt x="497408" y="757008"/>
                  </a:lnTo>
                  <a:lnTo>
                    <a:pt x="499681" y="751598"/>
                  </a:lnTo>
                  <a:lnTo>
                    <a:pt x="501497" y="740740"/>
                  </a:lnTo>
                  <a:close/>
                </a:path>
                <a:path w="2263140" h="868045">
                  <a:moveTo>
                    <a:pt x="590791" y="397560"/>
                  </a:moveTo>
                  <a:lnTo>
                    <a:pt x="590143" y="396290"/>
                  </a:lnTo>
                  <a:lnTo>
                    <a:pt x="589483" y="396290"/>
                  </a:lnTo>
                  <a:lnTo>
                    <a:pt x="588467" y="395020"/>
                  </a:lnTo>
                  <a:lnTo>
                    <a:pt x="566572" y="382320"/>
                  </a:lnTo>
                  <a:lnTo>
                    <a:pt x="538111" y="365810"/>
                  </a:lnTo>
                  <a:lnTo>
                    <a:pt x="538213" y="364540"/>
                  </a:lnTo>
                  <a:lnTo>
                    <a:pt x="538327" y="363270"/>
                  </a:lnTo>
                  <a:lnTo>
                    <a:pt x="538429" y="362000"/>
                  </a:lnTo>
                  <a:lnTo>
                    <a:pt x="538543" y="360730"/>
                  </a:lnTo>
                  <a:lnTo>
                    <a:pt x="542277" y="316280"/>
                  </a:lnTo>
                  <a:lnTo>
                    <a:pt x="542391" y="315010"/>
                  </a:lnTo>
                  <a:lnTo>
                    <a:pt x="542493" y="313740"/>
                  </a:lnTo>
                  <a:lnTo>
                    <a:pt x="542607" y="312470"/>
                  </a:lnTo>
                  <a:lnTo>
                    <a:pt x="542696" y="308660"/>
                  </a:lnTo>
                  <a:lnTo>
                    <a:pt x="542137" y="307390"/>
                  </a:lnTo>
                  <a:lnTo>
                    <a:pt x="541616" y="306120"/>
                  </a:lnTo>
                  <a:lnTo>
                    <a:pt x="539013" y="306120"/>
                  </a:lnTo>
                  <a:lnTo>
                    <a:pt x="536422" y="307390"/>
                  </a:lnTo>
                  <a:lnTo>
                    <a:pt x="534822" y="308660"/>
                  </a:lnTo>
                  <a:lnTo>
                    <a:pt x="531126" y="309930"/>
                  </a:lnTo>
                  <a:lnTo>
                    <a:pt x="529742" y="311200"/>
                  </a:lnTo>
                  <a:lnTo>
                    <a:pt x="527799" y="312470"/>
                  </a:lnTo>
                  <a:lnTo>
                    <a:pt x="527088" y="312470"/>
                  </a:lnTo>
                  <a:lnTo>
                    <a:pt x="526211" y="313740"/>
                  </a:lnTo>
                  <a:lnTo>
                    <a:pt x="525907" y="315010"/>
                  </a:lnTo>
                  <a:lnTo>
                    <a:pt x="525589" y="315010"/>
                  </a:lnTo>
                  <a:lnTo>
                    <a:pt x="522401" y="355650"/>
                  </a:lnTo>
                  <a:lnTo>
                    <a:pt x="522300" y="356920"/>
                  </a:lnTo>
                  <a:lnTo>
                    <a:pt x="522211" y="358190"/>
                  </a:lnTo>
                  <a:lnTo>
                    <a:pt x="522109" y="359460"/>
                  </a:lnTo>
                  <a:lnTo>
                    <a:pt x="522008" y="360730"/>
                  </a:lnTo>
                  <a:lnTo>
                    <a:pt x="484479" y="337870"/>
                  </a:lnTo>
                  <a:lnTo>
                    <a:pt x="483984" y="337870"/>
                  </a:lnTo>
                  <a:lnTo>
                    <a:pt x="483476" y="336600"/>
                  </a:lnTo>
                  <a:lnTo>
                    <a:pt x="480314" y="336600"/>
                  </a:lnTo>
                  <a:lnTo>
                    <a:pt x="479336" y="337870"/>
                  </a:lnTo>
                  <a:lnTo>
                    <a:pt x="476910" y="337870"/>
                  </a:lnTo>
                  <a:lnTo>
                    <a:pt x="475348" y="339140"/>
                  </a:lnTo>
                  <a:lnTo>
                    <a:pt x="471322" y="341680"/>
                  </a:lnTo>
                  <a:lnTo>
                    <a:pt x="469658" y="341680"/>
                  </a:lnTo>
                  <a:lnTo>
                    <a:pt x="467220" y="344220"/>
                  </a:lnTo>
                  <a:lnTo>
                    <a:pt x="466394" y="344220"/>
                  </a:lnTo>
                  <a:lnTo>
                    <a:pt x="465594" y="346760"/>
                  </a:lnTo>
                  <a:lnTo>
                    <a:pt x="466280" y="348030"/>
                  </a:lnTo>
                  <a:lnTo>
                    <a:pt x="466966" y="348030"/>
                  </a:lnTo>
                  <a:lnTo>
                    <a:pt x="467982" y="349300"/>
                  </a:lnTo>
                  <a:lnTo>
                    <a:pt x="515962" y="377240"/>
                  </a:lnTo>
                  <a:lnTo>
                    <a:pt x="511657" y="425500"/>
                  </a:lnTo>
                  <a:lnTo>
                    <a:pt x="511543" y="426770"/>
                  </a:lnTo>
                  <a:lnTo>
                    <a:pt x="511429" y="428040"/>
                  </a:lnTo>
                  <a:lnTo>
                    <a:pt x="511327" y="429310"/>
                  </a:lnTo>
                  <a:lnTo>
                    <a:pt x="511213" y="430580"/>
                  </a:lnTo>
                  <a:lnTo>
                    <a:pt x="511098" y="431850"/>
                  </a:lnTo>
                  <a:lnTo>
                    <a:pt x="510984" y="433120"/>
                  </a:lnTo>
                  <a:lnTo>
                    <a:pt x="510870" y="434390"/>
                  </a:lnTo>
                  <a:lnTo>
                    <a:pt x="510755" y="435660"/>
                  </a:lnTo>
                  <a:lnTo>
                    <a:pt x="510730" y="438200"/>
                  </a:lnTo>
                  <a:lnTo>
                    <a:pt x="511314" y="439470"/>
                  </a:lnTo>
                  <a:lnTo>
                    <a:pt x="514413" y="439470"/>
                  </a:lnTo>
                  <a:lnTo>
                    <a:pt x="517029" y="438200"/>
                  </a:lnTo>
                  <a:lnTo>
                    <a:pt x="518642" y="438200"/>
                  </a:lnTo>
                  <a:lnTo>
                    <a:pt x="522414" y="435660"/>
                  </a:lnTo>
                  <a:lnTo>
                    <a:pt x="523875" y="434390"/>
                  </a:lnTo>
                  <a:lnTo>
                    <a:pt x="526021" y="433120"/>
                  </a:lnTo>
                  <a:lnTo>
                    <a:pt x="526846" y="433120"/>
                  </a:lnTo>
                  <a:lnTo>
                    <a:pt x="527989" y="431850"/>
                  </a:lnTo>
                  <a:lnTo>
                    <a:pt x="528358" y="431850"/>
                  </a:lnTo>
                  <a:lnTo>
                    <a:pt x="528713" y="430580"/>
                  </a:lnTo>
                  <a:lnTo>
                    <a:pt x="528840" y="429310"/>
                  </a:lnTo>
                  <a:lnTo>
                    <a:pt x="531812" y="382320"/>
                  </a:lnTo>
                  <a:lnTo>
                    <a:pt x="572058" y="407720"/>
                  </a:lnTo>
                  <a:lnTo>
                    <a:pt x="577011" y="407720"/>
                  </a:lnTo>
                  <a:lnTo>
                    <a:pt x="579424" y="406450"/>
                  </a:lnTo>
                  <a:lnTo>
                    <a:pt x="581025" y="405180"/>
                  </a:lnTo>
                  <a:lnTo>
                    <a:pt x="585050" y="403910"/>
                  </a:lnTo>
                  <a:lnTo>
                    <a:pt x="586676" y="402640"/>
                  </a:lnTo>
                  <a:lnTo>
                    <a:pt x="589089" y="401370"/>
                  </a:lnTo>
                  <a:lnTo>
                    <a:pt x="590740" y="398830"/>
                  </a:lnTo>
                  <a:lnTo>
                    <a:pt x="590791" y="397560"/>
                  </a:lnTo>
                  <a:close/>
                </a:path>
                <a:path w="2263140" h="868045">
                  <a:moveTo>
                    <a:pt x="609104" y="694817"/>
                  </a:moveTo>
                  <a:lnTo>
                    <a:pt x="603275" y="685050"/>
                  </a:lnTo>
                  <a:lnTo>
                    <a:pt x="601802" y="685050"/>
                  </a:lnTo>
                  <a:lnTo>
                    <a:pt x="600544" y="685711"/>
                  </a:lnTo>
                  <a:lnTo>
                    <a:pt x="599554" y="686663"/>
                  </a:lnTo>
                  <a:lnTo>
                    <a:pt x="597052" y="689762"/>
                  </a:lnTo>
                  <a:lnTo>
                    <a:pt x="595579" y="691438"/>
                  </a:lnTo>
                  <a:lnTo>
                    <a:pt x="556183" y="712343"/>
                  </a:lnTo>
                  <a:lnTo>
                    <a:pt x="552043" y="711720"/>
                  </a:lnTo>
                  <a:lnTo>
                    <a:pt x="529564" y="689762"/>
                  </a:lnTo>
                  <a:lnTo>
                    <a:pt x="552691" y="677786"/>
                  </a:lnTo>
                  <a:lnTo>
                    <a:pt x="589635" y="658660"/>
                  </a:lnTo>
                  <a:lnTo>
                    <a:pt x="591019" y="657250"/>
                  </a:lnTo>
                  <a:lnTo>
                    <a:pt x="592467" y="653732"/>
                  </a:lnTo>
                  <a:lnTo>
                    <a:pt x="592162" y="651560"/>
                  </a:lnTo>
                  <a:lnTo>
                    <a:pt x="586270" y="640194"/>
                  </a:lnTo>
                  <a:lnTo>
                    <a:pt x="582701" y="635101"/>
                  </a:lnTo>
                  <a:lnTo>
                    <a:pt x="580275" y="632548"/>
                  </a:lnTo>
                  <a:lnTo>
                    <a:pt x="574421" y="626389"/>
                  </a:lnTo>
                  <a:lnTo>
                    <a:pt x="571881" y="624611"/>
                  </a:lnTo>
                  <a:lnTo>
                    <a:pt x="571881" y="652665"/>
                  </a:lnTo>
                  <a:lnTo>
                    <a:pt x="523367" y="677786"/>
                  </a:lnTo>
                  <a:lnTo>
                    <a:pt x="521614" y="674077"/>
                  </a:lnTo>
                  <a:lnTo>
                    <a:pt x="520433" y="670267"/>
                  </a:lnTo>
                  <a:lnTo>
                    <a:pt x="519226" y="662406"/>
                  </a:lnTo>
                  <a:lnTo>
                    <a:pt x="519303" y="658660"/>
                  </a:lnTo>
                  <a:lnTo>
                    <a:pt x="549122" y="632548"/>
                  </a:lnTo>
                  <a:lnTo>
                    <a:pt x="562216" y="638187"/>
                  </a:lnTo>
                  <a:lnTo>
                    <a:pt x="567626" y="643953"/>
                  </a:lnTo>
                  <a:lnTo>
                    <a:pt x="571881" y="652665"/>
                  </a:lnTo>
                  <a:lnTo>
                    <a:pt x="571881" y="624611"/>
                  </a:lnTo>
                  <a:lnTo>
                    <a:pt x="569785" y="623138"/>
                  </a:lnTo>
                  <a:lnTo>
                    <a:pt x="559498" y="618820"/>
                  </a:lnTo>
                  <a:lnTo>
                    <a:pt x="553897" y="617880"/>
                  </a:lnTo>
                  <a:lnTo>
                    <a:pt x="541718" y="618477"/>
                  </a:lnTo>
                  <a:lnTo>
                    <a:pt x="508127" y="641680"/>
                  </a:lnTo>
                  <a:lnTo>
                    <a:pt x="502208" y="662406"/>
                  </a:lnTo>
                  <a:lnTo>
                    <a:pt x="502094" y="666343"/>
                  </a:lnTo>
                  <a:lnTo>
                    <a:pt x="504329" y="679742"/>
                  </a:lnTo>
                  <a:lnTo>
                    <a:pt x="504431" y="680364"/>
                  </a:lnTo>
                  <a:lnTo>
                    <a:pt x="504469" y="680618"/>
                  </a:lnTo>
                  <a:lnTo>
                    <a:pt x="507060" y="688047"/>
                  </a:lnTo>
                  <a:lnTo>
                    <a:pt x="529932" y="720509"/>
                  </a:lnTo>
                  <a:lnTo>
                    <a:pt x="553288" y="728916"/>
                  </a:lnTo>
                  <a:lnTo>
                    <a:pt x="566420" y="727303"/>
                  </a:lnTo>
                  <a:lnTo>
                    <a:pt x="603300" y="704634"/>
                  </a:lnTo>
                  <a:lnTo>
                    <a:pt x="609015" y="696912"/>
                  </a:lnTo>
                  <a:lnTo>
                    <a:pt x="609104" y="694817"/>
                  </a:lnTo>
                  <a:close/>
                </a:path>
                <a:path w="2263140" h="868045">
                  <a:moveTo>
                    <a:pt x="618007" y="82550"/>
                  </a:moveTo>
                  <a:lnTo>
                    <a:pt x="588505" y="25400"/>
                  </a:lnTo>
                  <a:lnTo>
                    <a:pt x="585901" y="20320"/>
                  </a:lnTo>
                  <a:lnTo>
                    <a:pt x="583907" y="17780"/>
                  </a:lnTo>
                  <a:lnTo>
                    <a:pt x="582917" y="16510"/>
                  </a:lnTo>
                  <a:lnTo>
                    <a:pt x="576173" y="7620"/>
                  </a:lnTo>
                  <a:lnTo>
                    <a:pt x="572414" y="5080"/>
                  </a:lnTo>
                  <a:lnTo>
                    <a:pt x="564108" y="1270"/>
                  </a:lnTo>
                  <a:lnTo>
                    <a:pt x="559562" y="0"/>
                  </a:lnTo>
                  <a:lnTo>
                    <a:pt x="549681" y="0"/>
                  </a:lnTo>
                  <a:lnTo>
                    <a:pt x="544347" y="1270"/>
                  </a:lnTo>
                  <a:lnTo>
                    <a:pt x="536232" y="5080"/>
                  </a:lnTo>
                  <a:lnTo>
                    <a:pt x="534047" y="7620"/>
                  </a:lnTo>
                  <a:lnTo>
                    <a:pt x="530009" y="10160"/>
                  </a:lnTo>
                  <a:lnTo>
                    <a:pt x="517296" y="38100"/>
                  </a:lnTo>
                  <a:lnTo>
                    <a:pt x="514858" y="35560"/>
                  </a:lnTo>
                  <a:lnTo>
                    <a:pt x="512292" y="34290"/>
                  </a:lnTo>
                  <a:lnTo>
                    <a:pt x="506895" y="31750"/>
                  </a:lnTo>
                  <a:lnTo>
                    <a:pt x="504012" y="30480"/>
                  </a:lnTo>
                  <a:lnTo>
                    <a:pt x="497903" y="29210"/>
                  </a:lnTo>
                  <a:lnTo>
                    <a:pt x="494677" y="29210"/>
                  </a:lnTo>
                  <a:lnTo>
                    <a:pt x="487908" y="31750"/>
                  </a:lnTo>
                  <a:lnTo>
                    <a:pt x="484352" y="33020"/>
                  </a:lnTo>
                  <a:lnTo>
                    <a:pt x="460121" y="66040"/>
                  </a:lnTo>
                  <a:lnTo>
                    <a:pt x="453732" y="53340"/>
                  </a:lnTo>
                  <a:lnTo>
                    <a:pt x="453377" y="53340"/>
                  </a:lnTo>
                  <a:lnTo>
                    <a:pt x="452539" y="52070"/>
                  </a:lnTo>
                  <a:lnTo>
                    <a:pt x="449770" y="52070"/>
                  </a:lnTo>
                  <a:lnTo>
                    <a:pt x="447738" y="53340"/>
                  </a:lnTo>
                  <a:lnTo>
                    <a:pt x="446493" y="53340"/>
                  </a:lnTo>
                  <a:lnTo>
                    <a:pt x="443509" y="55880"/>
                  </a:lnTo>
                  <a:lnTo>
                    <a:pt x="442302" y="55880"/>
                  </a:lnTo>
                  <a:lnTo>
                    <a:pt x="440550" y="57150"/>
                  </a:lnTo>
                  <a:lnTo>
                    <a:pt x="439889" y="58420"/>
                  </a:lnTo>
                  <a:lnTo>
                    <a:pt x="439000" y="58420"/>
                  </a:lnTo>
                  <a:lnTo>
                    <a:pt x="438886" y="60960"/>
                  </a:lnTo>
                  <a:lnTo>
                    <a:pt x="485648" y="151130"/>
                  </a:lnTo>
                  <a:lnTo>
                    <a:pt x="486003" y="151130"/>
                  </a:lnTo>
                  <a:lnTo>
                    <a:pt x="486841" y="152400"/>
                  </a:lnTo>
                  <a:lnTo>
                    <a:pt x="489927" y="152400"/>
                  </a:lnTo>
                  <a:lnTo>
                    <a:pt x="492188" y="151130"/>
                  </a:lnTo>
                  <a:lnTo>
                    <a:pt x="493547" y="149860"/>
                  </a:lnTo>
                  <a:lnTo>
                    <a:pt x="496798" y="148590"/>
                  </a:lnTo>
                  <a:lnTo>
                    <a:pt x="498132" y="148590"/>
                  </a:lnTo>
                  <a:lnTo>
                    <a:pt x="500126" y="146050"/>
                  </a:lnTo>
                  <a:lnTo>
                    <a:pt x="500849" y="146050"/>
                  </a:lnTo>
                  <a:lnTo>
                    <a:pt x="501777" y="144780"/>
                  </a:lnTo>
                  <a:lnTo>
                    <a:pt x="502043" y="144780"/>
                  </a:lnTo>
                  <a:lnTo>
                    <a:pt x="502094" y="142240"/>
                  </a:lnTo>
                  <a:lnTo>
                    <a:pt x="469519" y="80010"/>
                  </a:lnTo>
                  <a:lnTo>
                    <a:pt x="471093" y="72390"/>
                  </a:lnTo>
                  <a:lnTo>
                    <a:pt x="473049" y="66040"/>
                  </a:lnTo>
                  <a:lnTo>
                    <a:pt x="477697" y="55880"/>
                  </a:lnTo>
                  <a:lnTo>
                    <a:pt x="480745" y="52070"/>
                  </a:lnTo>
                  <a:lnTo>
                    <a:pt x="487553" y="48260"/>
                  </a:lnTo>
                  <a:lnTo>
                    <a:pt x="498868" y="48260"/>
                  </a:lnTo>
                  <a:lnTo>
                    <a:pt x="504101" y="52070"/>
                  </a:lnTo>
                  <a:lnTo>
                    <a:pt x="506577" y="53340"/>
                  </a:lnTo>
                  <a:lnTo>
                    <a:pt x="511251" y="59690"/>
                  </a:lnTo>
                  <a:lnTo>
                    <a:pt x="513384" y="62230"/>
                  </a:lnTo>
                  <a:lnTo>
                    <a:pt x="543712" y="120650"/>
                  </a:lnTo>
                  <a:lnTo>
                    <a:pt x="544055" y="121920"/>
                  </a:lnTo>
                  <a:lnTo>
                    <a:pt x="547992" y="121920"/>
                  </a:lnTo>
                  <a:lnTo>
                    <a:pt x="550329" y="120650"/>
                  </a:lnTo>
                  <a:lnTo>
                    <a:pt x="551675" y="120650"/>
                  </a:lnTo>
                  <a:lnTo>
                    <a:pt x="554799" y="118110"/>
                  </a:lnTo>
                  <a:lnTo>
                    <a:pt x="556082" y="118110"/>
                  </a:lnTo>
                  <a:lnTo>
                    <a:pt x="558076" y="116840"/>
                  </a:lnTo>
                  <a:lnTo>
                    <a:pt x="558825" y="115570"/>
                  </a:lnTo>
                  <a:lnTo>
                    <a:pt x="559816" y="114300"/>
                  </a:lnTo>
                  <a:lnTo>
                    <a:pt x="560095" y="114300"/>
                  </a:lnTo>
                  <a:lnTo>
                    <a:pt x="560158" y="113030"/>
                  </a:lnTo>
                  <a:lnTo>
                    <a:pt x="527570" y="49530"/>
                  </a:lnTo>
                  <a:lnTo>
                    <a:pt x="527837" y="48260"/>
                  </a:lnTo>
                  <a:lnTo>
                    <a:pt x="529209" y="41910"/>
                  </a:lnTo>
                  <a:lnTo>
                    <a:pt x="548487" y="17780"/>
                  </a:lnTo>
                  <a:lnTo>
                    <a:pt x="554189" y="17780"/>
                  </a:lnTo>
                  <a:lnTo>
                    <a:pt x="601560" y="91440"/>
                  </a:lnTo>
                  <a:lnTo>
                    <a:pt x="601929" y="91440"/>
                  </a:lnTo>
                  <a:lnTo>
                    <a:pt x="602830" y="92710"/>
                  </a:lnTo>
                  <a:lnTo>
                    <a:pt x="604964" y="91440"/>
                  </a:lnTo>
                  <a:lnTo>
                    <a:pt x="608164" y="91440"/>
                  </a:lnTo>
                  <a:lnTo>
                    <a:pt x="609549" y="90170"/>
                  </a:lnTo>
                  <a:lnTo>
                    <a:pt x="612787" y="88900"/>
                  </a:lnTo>
                  <a:lnTo>
                    <a:pt x="614070" y="87630"/>
                  </a:lnTo>
                  <a:lnTo>
                    <a:pt x="616051" y="86360"/>
                  </a:lnTo>
                  <a:lnTo>
                    <a:pt x="616775" y="86360"/>
                  </a:lnTo>
                  <a:lnTo>
                    <a:pt x="617689" y="85090"/>
                  </a:lnTo>
                  <a:lnTo>
                    <a:pt x="617956" y="83820"/>
                  </a:lnTo>
                  <a:lnTo>
                    <a:pt x="618007" y="82550"/>
                  </a:lnTo>
                  <a:close/>
                </a:path>
                <a:path w="2263140" h="868045">
                  <a:moveTo>
                    <a:pt x="657758" y="676541"/>
                  </a:moveTo>
                  <a:lnTo>
                    <a:pt x="588721" y="543217"/>
                  </a:lnTo>
                  <a:lnTo>
                    <a:pt x="588645" y="543077"/>
                  </a:lnTo>
                  <a:lnTo>
                    <a:pt x="588276" y="542683"/>
                  </a:lnTo>
                  <a:lnTo>
                    <a:pt x="587336" y="542163"/>
                  </a:lnTo>
                  <a:lnTo>
                    <a:pt x="585203" y="542163"/>
                  </a:lnTo>
                  <a:lnTo>
                    <a:pt x="572135" y="550037"/>
                  </a:lnTo>
                  <a:lnTo>
                    <a:pt x="572198" y="551599"/>
                  </a:lnTo>
                  <a:lnTo>
                    <a:pt x="641184" y="684809"/>
                  </a:lnTo>
                  <a:lnTo>
                    <a:pt x="641311" y="685050"/>
                  </a:lnTo>
                  <a:lnTo>
                    <a:pt x="641654" y="685444"/>
                  </a:lnTo>
                  <a:lnTo>
                    <a:pt x="642556" y="685952"/>
                  </a:lnTo>
                  <a:lnTo>
                    <a:pt x="644385" y="685952"/>
                  </a:lnTo>
                  <a:lnTo>
                    <a:pt x="657758" y="676541"/>
                  </a:lnTo>
                  <a:close/>
                </a:path>
                <a:path w="2263140" h="868045">
                  <a:moveTo>
                    <a:pt x="724103" y="309930"/>
                  </a:moveTo>
                  <a:lnTo>
                    <a:pt x="724001" y="307390"/>
                  </a:lnTo>
                  <a:lnTo>
                    <a:pt x="723950" y="306120"/>
                  </a:lnTo>
                  <a:lnTo>
                    <a:pt x="723849" y="303580"/>
                  </a:lnTo>
                  <a:lnTo>
                    <a:pt x="720813" y="289610"/>
                  </a:lnTo>
                  <a:lnTo>
                    <a:pt x="718058" y="281990"/>
                  </a:lnTo>
                  <a:lnTo>
                    <a:pt x="710692" y="268020"/>
                  </a:lnTo>
                  <a:lnTo>
                    <a:pt x="706856" y="261670"/>
                  </a:lnTo>
                  <a:lnTo>
                    <a:pt x="704850" y="259321"/>
                  </a:lnTo>
                  <a:lnTo>
                    <a:pt x="704850" y="306120"/>
                  </a:lnTo>
                  <a:lnTo>
                    <a:pt x="704761" y="315010"/>
                  </a:lnTo>
                  <a:lnTo>
                    <a:pt x="703757" y="318820"/>
                  </a:lnTo>
                  <a:lnTo>
                    <a:pt x="699998" y="326440"/>
                  </a:lnTo>
                  <a:lnTo>
                    <a:pt x="697001" y="328980"/>
                  </a:lnTo>
                  <a:lnTo>
                    <a:pt x="688467" y="334060"/>
                  </a:lnTo>
                  <a:lnTo>
                    <a:pt x="683463" y="334060"/>
                  </a:lnTo>
                  <a:lnTo>
                    <a:pt x="672261" y="332790"/>
                  </a:lnTo>
                  <a:lnTo>
                    <a:pt x="665784" y="331520"/>
                  </a:lnTo>
                  <a:lnTo>
                    <a:pt x="658444" y="327710"/>
                  </a:lnTo>
                  <a:lnTo>
                    <a:pt x="640016" y="292150"/>
                  </a:lnTo>
                  <a:lnTo>
                    <a:pt x="640867" y="287070"/>
                  </a:lnTo>
                  <a:lnTo>
                    <a:pt x="641870" y="283260"/>
                  </a:lnTo>
                  <a:lnTo>
                    <a:pt x="644169" y="276910"/>
                  </a:lnTo>
                  <a:lnTo>
                    <a:pt x="644804" y="275640"/>
                  </a:lnTo>
                  <a:lnTo>
                    <a:pt x="645439" y="274370"/>
                  </a:lnTo>
                  <a:lnTo>
                    <a:pt x="665619" y="257860"/>
                  </a:lnTo>
                  <a:lnTo>
                    <a:pt x="673404" y="259130"/>
                  </a:lnTo>
                  <a:lnTo>
                    <a:pt x="677062" y="260400"/>
                  </a:lnTo>
                  <a:lnTo>
                    <a:pt x="683933" y="265480"/>
                  </a:lnTo>
                  <a:lnTo>
                    <a:pt x="687120" y="268020"/>
                  </a:lnTo>
                  <a:lnTo>
                    <a:pt x="692962" y="276910"/>
                  </a:lnTo>
                  <a:lnTo>
                    <a:pt x="695604" y="280720"/>
                  </a:lnTo>
                  <a:lnTo>
                    <a:pt x="697979" y="285800"/>
                  </a:lnTo>
                  <a:lnTo>
                    <a:pt x="700138" y="289610"/>
                  </a:lnTo>
                  <a:lnTo>
                    <a:pt x="701852" y="293420"/>
                  </a:lnTo>
                  <a:lnTo>
                    <a:pt x="704418" y="302310"/>
                  </a:lnTo>
                  <a:lnTo>
                    <a:pt x="704850" y="306120"/>
                  </a:lnTo>
                  <a:lnTo>
                    <a:pt x="704850" y="259321"/>
                  </a:lnTo>
                  <a:lnTo>
                    <a:pt x="703605" y="257860"/>
                  </a:lnTo>
                  <a:lnTo>
                    <a:pt x="698195" y="251510"/>
                  </a:lnTo>
                  <a:lnTo>
                    <a:pt x="693470" y="247700"/>
                  </a:lnTo>
                  <a:lnTo>
                    <a:pt x="683247" y="242620"/>
                  </a:lnTo>
                  <a:lnTo>
                    <a:pt x="677735" y="241350"/>
                  </a:lnTo>
                  <a:lnTo>
                    <a:pt x="665899" y="240080"/>
                  </a:lnTo>
                  <a:lnTo>
                    <a:pt x="659714" y="241350"/>
                  </a:lnTo>
                  <a:lnTo>
                    <a:pt x="650621" y="246430"/>
                  </a:lnTo>
                  <a:lnTo>
                    <a:pt x="648246" y="247700"/>
                  </a:lnTo>
                  <a:lnTo>
                    <a:pt x="633895" y="268020"/>
                  </a:lnTo>
                  <a:lnTo>
                    <a:pt x="632510" y="270560"/>
                  </a:lnTo>
                  <a:lnTo>
                    <a:pt x="631278" y="275640"/>
                  </a:lnTo>
                  <a:lnTo>
                    <a:pt x="603402" y="221030"/>
                  </a:lnTo>
                  <a:lnTo>
                    <a:pt x="596823" y="221030"/>
                  </a:lnTo>
                  <a:lnTo>
                    <a:pt x="595426" y="222300"/>
                  </a:lnTo>
                  <a:lnTo>
                    <a:pt x="592162" y="223570"/>
                  </a:lnTo>
                  <a:lnTo>
                    <a:pt x="590867" y="224840"/>
                  </a:lnTo>
                  <a:lnTo>
                    <a:pt x="588886" y="226110"/>
                  </a:lnTo>
                  <a:lnTo>
                    <a:pt x="588137" y="226110"/>
                  </a:lnTo>
                  <a:lnTo>
                    <a:pt x="587146" y="227380"/>
                  </a:lnTo>
                  <a:lnTo>
                    <a:pt x="586892" y="228650"/>
                  </a:lnTo>
                  <a:lnTo>
                    <a:pt x="586955" y="229920"/>
                  </a:lnTo>
                  <a:lnTo>
                    <a:pt x="656069" y="363270"/>
                  </a:lnTo>
                  <a:lnTo>
                    <a:pt x="656412" y="363270"/>
                  </a:lnTo>
                  <a:lnTo>
                    <a:pt x="657212" y="364540"/>
                  </a:lnTo>
                  <a:lnTo>
                    <a:pt x="660069" y="364540"/>
                  </a:lnTo>
                  <a:lnTo>
                    <a:pt x="662063" y="363270"/>
                  </a:lnTo>
                  <a:lnTo>
                    <a:pt x="663232" y="363270"/>
                  </a:lnTo>
                  <a:lnTo>
                    <a:pt x="665949" y="362000"/>
                  </a:lnTo>
                  <a:lnTo>
                    <a:pt x="667067" y="360730"/>
                  </a:lnTo>
                  <a:lnTo>
                    <a:pt x="668718" y="359460"/>
                  </a:lnTo>
                  <a:lnTo>
                    <a:pt x="669378" y="359460"/>
                  </a:lnTo>
                  <a:lnTo>
                    <a:pt x="670331" y="358190"/>
                  </a:lnTo>
                  <a:lnTo>
                    <a:pt x="670598" y="356920"/>
                  </a:lnTo>
                  <a:lnTo>
                    <a:pt x="670610" y="355650"/>
                  </a:lnTo>
                  <a:lnTo>
                    <a:pt x="664654" y="344220"/>
                  </a:lnTo>
                  <a:lnTo>
                    <a:pt x="668629" y="345490"/>
                  </a:lnTo>
                  <a:lnTo>
                    <a:pt x="672274" y="346760"/>
                  </a:lnTo>
                  <a:lnTo>
                    <a:pt x="678865" y="348030"/>
                  </a:lnTo>
                  <a:lnTo>
                    <a:pt x="682002" y="348030"/>
                  </a:lnTo>
                  <a:lnTo>
                    <a:pt x="687920" y="349300"/>
                  </a:lnTo>
                  <a:lnTo>
                    <a:pt x="690753" y="348030"/>
                  </a:lnTo>
                  <a:lnTo>
                    <a:pt x="696137" y="346760"/>
                  </a:lnTo>
                  <a:lnTo>
                    <a:pt x="698906" y="345490"/>
                  </a:lnTo>
                  <a:lnTo>
                    <a:pt x="701890" y="344220"/>
                  </a:lnTo>
                  <a:lnTo>
                    <a:pt x="707872" y="341680"/>
                  </a:lnTo>
                  <a:lnTo>
                    <a:pt x="712724" y="337870"/>
                  </a:lnTo>
                  <a:lnTo>
                    <a:pt x="715391" y="334060"/>
                  </a:lnTo>
                  <a:lnTo>
                    <a:pt x="719823" y="327710"/>
                  </a:lnTo>
                  <a:lnTo>
                    <a:pt x="722096" y="322630"/>
                  </a:lnTo>
                  <a:lnTo>
                    <a:pt x="724103" y="309930"/>
                  </a:lnTo>
                  <a:close/>
                </a:path>
                <a:path w="2263140" h="868045">
                  <a:moveTo>
                    <a:pt x="809574" y="328980"/>
                  </a:moveTo>
                  <a:lnTo>
                    <a:pt x="804303" y="289610"/>
                  </a:lnTo>
                  <a:lnTo>
                    <a:pt x="802284" y="274370"/>
                  </a:lnTo>
                  <a:lnTo>
                    <a:pt x="790359" y="184200"/>
                  </a:lnTo>
                  <a:lnTo>
                    <a:pt x="790143" y="182930"/>
                  </a:lnTo>
                  <a:lnTo>
                    <a:pt x="789825" y="181660"/>
                  </a:lnTo>
                  <a:lnTo>
                    <a:pt x="789000" y="179120"/>
                  </a:lnTo>
                  <a:lnTo>
                    <a:pt x="785761" y="179120"/>
                  </a:lnTo>
                  <a:lnTo>
                    <a:pt x="783209" y="180390"/>
                  </a:lnTo>
                  <a:lnTo>
                    <a:pt x="781646" y="180390"/>
                  </a:lnTo>
                  <a:lnTo>
                    <a:pt x="777684" y="182930"/>
                  </a:lnTo>
                  <a:lnTo>
                    <a:pt x="776097" y="184200"/>
                  </a:lnTo>
                  <a:lnTo>
                    <a:pt x="774026" y="185470"/>
                  </a:lnTo>
                  <a:lnTo>
                    <a:pt x="773315" y="185470"/>
                  </a:lnTo>
                  <a:lnTo>
                    <a:pt x="772579" y="186740"/>
                  </a:lnTo>
                  <a:lnTo>
                    <a:pt x="772515" y="188010"/>
                  </a:lnTo>
                  <a:lnTo>
                    <a:pt x="772769" y="189280"/>
                  </a:lnTo>
                  <a:lnTo>
                    <a:pt x="785469" y="274370"/>
                  </a:lnTo>
                  <a:lnTo>
                    <a:pt x="785164" y="274370"/>
                  </a:lnTo>
                  <a:lnTo>
                    <a:pt x="722617" y="215950"/>
                  </a:lnTo>
                  <a:lnTo>
                    <a:pt x="721842" y="215950"/>
                  </a:lnTo>
                  <a:lnTo>
                    <a:pt x="721182" y="214680"/>
                  </a:lnTo>
                  <a:lnTo>
                    <a:pt x="716813" y="214680"/>
                  </a:lnTo>
                  <a:lnTo>
                    <a:pt x="714463" y="215950"/>
                  </a:lnTo>
                  <a:lnTo>
                    <a:pt x="712889" y="215950"/>
                  </a:lnTo>
                  <a:lnTo>
                    <a:pt x="708926" y="218490"/>
                  </a:lnTo>
                  <a:lnTo>
                    <a:pt x="707377" y="219760"/>
                  </a:lnTo>
                  <a:lnTo>
                    <a:pt x="705167" y="221030"/>
                  </a:lnTo>
                  <a:lnTo>
                    <a:pt x="704481" y="221030"/>
                  </a:lnTo>
                  <a:lnTo>
                    <a:pt x="703897" y="223570"/>
                  </a:lnTo>
                  <a:lnTo>
                    <a:pt x="705612" y="226110"/>
                  </a:lnTo>
                  <a:lnTo>
                    <a:pt x="782840" y="295960"/>
                  </a:lnTo>
                  <a:lnTo>
                    <a:pt x="783374" y="297230"/>
                  </a:lnTo>
                  <a:lnTo>
                    <a:pt x="785736" y="297230"/>
                  </a:lnTo>
                  <a:lnTo>
                    <a:pt x="786523" y="298500"/>
                  </a:lnTo>
                  <a:lnTo>
                    <a:pt x="787260" y="298500"/>
                  </a:lnTo>
                  <a:lnTo>
                    <a:pt x="791057" y="335330"/>
                  </a:lnTo>
                  <a:lnTo>
                    <a:pt x="791133" y="336600"/>
                  </a:lnTo>
                  <a:lnTo>
                    <a:pt x="791375" y="337870"/>
                  </a:lnTo>
                  <a:lnTo>
                    <a:pt x="792200" y="339140"/>
                  </a:lnTo>
                  <a:lnTo>
                    <a:pt x="795274" y="339140"/>
                  </a:lnTo>
                  <a:lnTo>
                    <a:pt x="797560" y="337870"/>
                  </a:lnTo>
                  <a:lnTo>
                    <a:pt x="798995" y="337870"/>
                  </a:lnTo>
                  <a:lnTo>
                    <a:pt x="804011" y="335330"/>
                  </a:lnTo>
                  <a:lnTo>
                    <a:pt x="806335" y="334060"/>
                  </a:lnTo>
                  <a:lnTo>
                    <a:pt x="808990" y="330250"/>
                  </a:lnTo>
                  <a:lnTo>
                    <a:pt x="809574" y="328980"/>
                  </a:lnTo>
                  <a:close/>
                </a:path>
                <a:path w="2263140" h="868045">
                  <a:moveTo>
                    <a:pt x="1668640" y="520750"/>
                  </a:moveTo>
                  <a:lnTo>
                    <a:pt x="1668322" y="519480"/>
                  </a:lnTo>
                  <a:lnTo>
                    <a:pt x="1668119" y="518210"/>
                  </a:lnTo>
                  <a:lnTo>
                    <a:pt x="1667598" y="516940"/>
                  </a:lnTo>
                  <a:lnTo>
                    <a:pt x="1667256" y="516940"/>
                  </a:lnTo>
                  <a:lnTo>
                    <a:pt x="1666201" y="514400"/>
                  </a:lnTo>
                  <a:lnTo>
                    <a:pt x="1665630" y="513130"/>
                  </a:lnTo>
                  <a:lnTo>
                    <a:pt x="1664589" y="511860"/>
                  </a:lnTo>
                  <a:lnTo>
                    <a:pt x="1664106" y="511860"/>
                  </a:lnTo>
                  <a:lnTo>
                    <a:pt x="1663230" y="510590"/>
                  </a:lnTo>
                  <a:lnTo>
                    <a:pt x="1660080" y="510590"/>
                  </a:lnTo>
                  <a:lnTo>
                    <a:pt x="1659077" y="511860"/>
                  </a:lnTo>
                  <a:lnTo>
                    <a:pt x="1656689" y="515670"/>
                  </a:lnTo>
                  <a:lnTo>
                    <a:pt x="1655102" y="516940"/>
                  </a:lnTo>
                  <a:lnTo>
                    <a:pt x="1651165" y="520750"/>
                  </a:lnTo>
                  <a:lnTo>
                    <a:pt x="1648701" y="523290"/>
                  </a:lnTo>
                  <a:lnTo>
                    <a:pt x="1642795" y="528370"/>
                  </a:lnTo>
                  <a:lnTo>
                    <a:pt x="1639214" y="530910"/>
                  </a:lnTo>
                  <a:lnTo>
                    <a:pt x="1629625" y="535990"/>
                  </a:lnTo>
                  <a:lnTo>
                    <a:pt x="1624698" y="537260"/>
                  </a:lnTo>
                  <a:lnTo>
                    <a:pt x="1611579" y="537260"/>
                  </a:lnTo>
                  <a:lnTo>
                    <a:pt x="1589100" y="515670"/>
                  </a:lnTo>
                  <a:lnTo>
                    <a:pt x="1613204" y="502970"/>
                  </a:lnTo>
                  <a:lnTo>
                    <a:pt x="1649349" y="483920"/>
                  </a:lnTo>
                  <a:lnTo>
                    <a:pt x="1650542" y="482650"/>
                  </a:lnTo>
                  <a:lnTo>
                    <a:pt x="1651990" y="478840"/>
                  </a:lnTo>
                  <a:lnTo>
                    <a:pt x="1651698" y="477570"/>
                  </a:lnTo>
                  <a:lnTo>
                    <a:pt x="1631416" y="450100"/>
                  </a:lnTo>
                  <a:lnTo>
                    <a:pt x="1631416" y="477570"/>
                  </a:lnTo>
                  <a:lnTo>
                    <a:pt x="1582889" y="502970"/>
                  </a:lnTo>
                  <a:lnTo>
                    <a:pt x="1581137" y="499160"/>
                  </a:lnTo>
                  <a:lnTo>
                    <a:pt x="1579956" y="495350"/>
                  </a:lnTo>
                  <a:lnTo>
                    <a:pt x="1578749" y="487730"/>
                  </a:lnTo>
                  <a:lnTo>
                    <a:pt x="1578825" y="483920"/>
                  </a:lnTo>
                  <a:lnTo>
                    <a:pt x="1601444" y="458520"/>
                  </a:lnTo>
                  <a:lnTo>
                    <a:pt x="1608658" y="458520"/>
                  </a:lnTo>
                  <a:lnTo>
                    <a:pt x="1621751" y="463600"/>
                  </a:lnTo>
                  <a:lnTo>
                    <a:pt x="1627149" y="469950"/>
                  </a:lnTo>
                  <a:lnTo>
                    <a:pt x="1631416" y="477570"/>
                  </a:lnTo>
                  <a:lnTo>
                    <a:pt x="1631416" y="450100"/>
                  </a:lnTo>
                  <a:lnTo>
                    <a:pt x="1629308" y="448360"/>
                  </a:lnTo>
                  <a:lnTo>
                    <a:pt x="1619034" y="444550"/>
                  </a:lnTo>
                  <a:lnTo>
                    <a:pt x="1613420" y="443280"/>
                  </a:lnTo>
                  <a:lnTo>
                    <a:pt x="1601254" y="444550"/>
                  </a:lnTo>
                  <a:lnTo>
                    <a:pt x="1567649" y="467410"/>
                  </a:lnTo>
                  <a:lnTo>
                    <a:pt x="1561731" y="487730"/>
                  </a:lnTo>
                  <a:lnTo>
                    <a:pt x="1561630" y="491540"/>
                  </a:lnTo>
                  <a:lnTo>
                    <a:pt x="1574711" y="529640"/>
                  </a:lnTo>
                  <a:lnTo>
                    <a:pt x="1606600" y="553770"/>
                  </a:lnTo>
                  <a:lnTo>
                    <a:pt x="1612811" y="553770"/>
                  </a:lnTo>
                  <a:lnTo>
                    <a:pt x="1655051" y="537260"/>
                  </a:lnTo>
                  <a:lnTo>
                    <a:pt x="1662823" y="529640"/>
                  </a:lnTo>
                  <a:lnTo>
                    <a:pt x="1664716" y="528370"/>
                  </a:lnTo>
                  <a:lnTo>
                    <a:pt x="1667433" y="524560"/>
                  </a:lnTo>
                  <a:lnTo>
                    <a:pt x="1668195" y="523290"/>
                  </a:lnTo>
                  <a:lnTo>
                    <a:pt x="1668551" y="522020"/>
                  </a:lnTo>
                  <a:lnTo>
                    <a:pt x="1668640" y="520750"/>
                  </a:lnTo>
                  <a:close/>
                </a:path>
                <a:path w="2263140" h="868045">
                  <a:moveTo>
                    <a:pt x="1717281" y="501700"/>
                  </a:moveTo>
                  <a:lnTo>
                    <a:pt x="1648447" y="369620"/>
                  </a:lnTo>
                  <a:lnTo>
                    <a:pt x="1648180" y="368350"/>
                  </a:lnTo>
                  <a:lnTo>
                    <a:pt x="1647799" y="368350"/>
                  </a:lnTo>
                  <a:lnTo>
                    <a:pt x="1646859" y="367080"/>
                  </a:lnTo>
                  <a:lnTo>
                    <a:pt x="1644789" y="367080"/>
                  </a:lnTo>
                  <a:lnTo>
                    <a:pt x="1643849" y="368350"/>
                  </a:lnTo>
                  <a:lnTo>
                    <a:pt x="1641589" y="368350"/>
                  </a:lnTo>
                  <a:lnTo>
                    <a:pt x="1640192" y="369620"/>
                  </a:lnTo>
                  <a:lnTo>
                    <a:pt x="1636941" y="370890"/>
                  </a:lnTo>
                  <a:lnTo>
                    <a:pt x="1635645" y="372160"/>
                  </a:lnTo>
                  <a:lnTo>
                    <a:pt x="1633651" y="373430"/>
                  </a:lnTo>
                  <a:lnTo>
                    <a:pt x="1632915" y="373430"/>
                  </a:lnTo>
                  <a:lnTo>
                    <a:pt x="1631924" y="374700"/>
                  </a:lnTo>
                  <a:lnTo>
                    <a:pt x="1631657" y="375970"/>
                  </a:lnTo>
                  <a:lnTo>
                    <a:pt x="1631734" y="377240"/>
                  </a:lnTo>
                  <a:lnTo>
                    <a:pt x="1700834" y="510590"/>
                  </a:lnTo>
                  <a:lnTo>
                    <a:pt x="1701190" y="510590"/>
                  </a:lnTo>
                  <a:lnTo>
                    <a:pt x="1702028" y="511860"/>
                  </a:lnTo>
                  <a:lnTo>
                    <a:pt x="1704162" y="511860"/>
                  </a:lnTo>
                  <a:lnTo>
                    <a:pt x="1705114" y="510590"/>
                  </a:lnTo>
                  <a:lnTo>
                    <a:pt x="1707375" y="510590"/>
                  </a:lnTo>
                  <a:lnTo>
                    <a:pt x="1708734" y="509320"/>
                  </a:lnTo>
                  <a:lnTo>
                    <a:pt x="1711985" y="508050"/>
                  </a:lnTo>
                  <a:lnTo>
                    <a:pt x="1713318" y="506780"/>
                  </a:lnTo>
                  <a:lnTo>
                    <a:pt x="1715312" y="505510"/>
                  </a:lnTo>
                  <a:lnTo>
                    <a:pt x="1716036" y="505510"/>
                  </a:lnTo>
                  <a:lnTo>
                    <a:pt x="1716963" y="504240"/>
                  </a:lnTo>
                  <a:lnTo>
                    <a:pt x="1717230" y="502970"/>
                  </a:lnTo>
                  <a:lnTo>
                    <a:pt x="1717281" y="501700"/>
                  </a:lnTo>
                  <a:close/>
                </a:path>
                <a:path w="2263140" h="868045">
                  <a:moveTo>
                    <a:pt x="1816138" y="445820"/>
                  </a:moveTo>
                  <a:lnTo>
                    <a:pt x="1816074" y="443280"/>
                  </a:lnTo>
                  <a:lnTo>
                    <a:pt x="1815706" y="442010"/>
                  </a:lnTo>
                  <a:lnTo>
                    <a:pt x="1815198" y="440740"/>
                  </a:lnTo>
                  <a:lnTo>
                    <a:pt x="1814842" y="440740"/>
                  </a:lnTo>
                  <a:lnTo>
                    <a:pt x="1813788" y="438200"/>
                  </a:lnTo>
                  <a:lnTo>
                    <a:pt x="1813217" y="436930"/>
                  </a:lnTo>
                  <a:lnTo>
                    <a:pt x="1812175" y="435660"/>
                  </a:lnTo>
                  <a:lnTo>
                    <a:pt x="1811693" y="434390"/>
                  </a:lnTo>
                  <a:lnTo>
                    <a:pt x="1807667" y="434390"/>
                  </a:lnTo>
                  <a:lnTo>
                    <a:pt x="1806676" y="435660"/>
                  </a:lnTo>
                  <a:lnTo>
                    <a:pt x="1804276" y="438200"/>
                  </a:lnTo>
                  <a:lnTo>
                    <a:pt x="1802688" y="440740"/>
                  </a:lnTo>
                  <a:lnTo>
                    <a:pt x="1798751" y="444550"/>
                  </a:lnTo>
                  <a:lnTo>
                    <a:pt x="1796288" y="447090"/>
                  </a:lnTo>
                  <a:lnTo>
                    <a:pt x="1790395" y="452170"/>
                  </a:lnTo>
                  <a:lnTo>
                    <a:pt x="1786801" y="453440"/>
                  </a:lnTo>
                  <a:lnTo>
                    <a:pt x="1777212" y="458520"/>
                  </a:lnTo>
                  <a:lnTo>
                    <a:pt x="1772285" y="461060"/>
                  </a:lnTo>
                  <a:lnTo>
                    <a:pt x="1759165" y="461060"/>
                  </a:lnTo>
                  <a:lnTo>
                    <a:pt x="1736686" y="438200"/>
                  </a:lnTo>
                  <a:lnTo>
                    <a:pt x="1759292" y="426770"/>
                  </a:lnTo>
                  <a:lnTo>
                    <a:pt x="1796948" y="407720"/>
                  </a:lnTo>
                  <a:lnTo>
                    <a:pt x="1798129" y="406450"/>
                  </a:lnTo>
                  <a:lnTo>
                    <a:pt x="1799590" y="402640"/>
                  </a:lnTo>
                  <a:lnTo>
                    <a:pt x="1799285" y="400100"/>
                  </a:lnTo>
                  <a:lnTo>
                    <a:pt x="1796402" y="395020"/>
                  </a:lnTo>
                  <a:lnTo>
                    <a:pt x="1793392" y="388670"/>
                  </a:lnTo>
                  <a:lnTo>
                    <a:pt x="1789811" y="383590"/>
                  </a:lnTo>
                  <a:lnTo>
                    <a:pt x="1787055" y="381050"/>
                  </a:lnTo>
                  <a:lnTo>
                    <a:pt x="1781543" y="375970"/>
                  </a:lnTo>
                  <a:lnTo>
                    <a:pt x="1779003" y="373900"/>
                  </a:lnTo>
                  <a:lnTo>
                    <a:pt x="1779003" y="401370"/>
                  </a:lnTo>
                  <a:lnTo>
                    <a:pt x="1730476" y="426770"/>
                  </a:lnTo>
                  <a:lnTo>
                    <a:pt x="1728724" y="422960"/>
                  </a:lnTo>
                  <a:lnTo>
                    <a:pt x="1727555" y="419150"/>
                  </a:lnTo>
                  <a:lnTo>
                    <a:pt x="1726336" y="411530"/>
                  </a:lnTo>
                  <a:lnTo>
                    <a:pt x="1726412" y="407720"/>
                  </a:lnTo>
                  <a:lnTo>
                    <a:pt x="1756244" y="381050"/>
                  </a:lnTo>
                  <a:lnTo>
                    <a:pt x="1769338" y="387400"/>
                  </a:lnTo>
                  <a:lnTo>
                    <a:pt x="1774748" y="392480"/>
                  </a:lnTo>
                  <a:lnTo>
                    <a:pt x="1779003" y="401370"/>
                  </a:lnTo>
                  <a:lnTo>
                    <a:pt x="1779003" y="373900"/>
                  </a:lnTo>
                  <a:lnTo>
                    <a:pt x="1776895" y="372160"/>
                  </a:lnTo>
                  <a:lnTo>
                    <a:pt x="1766620" y="368350"/>
                  </a:lnTo>
                  <a:lnTo>
                    <a:pt x="1761007" y="367080"/>
                  </a:lnTo>
                  <a:lnTo>
                    <a:pt x="1748840" y="367080"/>
                  </a:lnTo>
                  <a:lnTo>
                    <a:pt x="1715236" y="391210"/>
                  </a:lnTo>
                  <a:lnTo>
                    <a:pt x="1709318" y="411530"/>
                  </a:lnTo>
                  <a:lnTo>
                    <a:pt x="1709216" y="415340"/>
                  </a:lnTo>
                  <a:lnTo>
                    <a:pt x="1722310" y="453440"/>
                  </a:lnTo>
                  <a:lnTo>
                    <a:pt x="1754200" y="477570"/>
                  </a:lnTo>
                  <a:lnTo>
                    <a:pt x="1760397" y="477570"/>
                  </a:lnTo>
                  <a:lnTo>
                    <a:pt x="1802638" y="461060"/>
                  </a:lnTo>
                  <a:lnTo>
                    <a:pt x="1810410" y="453440"/>
                  </a:lnTo>
                  <a:lnTo>
                    <a:pt x="1812302" y="452170"/>
                  </a:lnTo>
                  <a:lnTo>
                    <a:pt x="1815020" y="448360"/>
                  </a:lnTo>
                  <a:lnTo>
                    <a:pt x="1815782" y="447090"/>
                  </a:lnTo>
                  <a:lnTo>
                    <a:pt x="1816138" y="445820"/>
                  </a:lnTo>
                  <a:close/>
                </a:path>
                <a:path w="2263140" h="868045">
                  <a:moveTo>
                    <a:pt x="1980780" y="365810"/>
                  </a:moveTo>
                  <a:lnTo>
                    <a:pt x="1951278" y="308660"/>
                  </a:lnTo>
                  <a:lnTo>
                    <a:pt x="1948675" y="303580"/>
                  </a:lnTo>
                  <a:lnTo>
                    <a:pt x="1947189" y="301040"/>
                  </a:lnTo>
                  <a:lnTo>
                    <a:pt x="1945690" y="298500"/>
                  </a:lnTo>
                  <a:lnTo>
                    <a:pt x="1938947" y="290880"/>
                  </a:lnTo>
                  <a:lnTo>
                    <a:pt x="1935187" y="288340"/>
                  </a:lnTo>
                  <a:lnTo>
                    <a:pt x="1926882" y="283260"/>
                  </a:lnTo>
                  <a:lnTo>
                    <a:pt x="1912467" y="283260"/>
                  </a:lnTo>
                  <a:lnTo>
                    <a:pt x="1885772" y="304850"/>
                  </a:lnTo>
                  <a:lnTo>
                    <a:pt x="1882762" y="311200"/>
                  </a:lnTo>
                  <a:lnTo>
                    <a:pt x="1881365" y="316280"/>
                  </a:lnTo>
                  <a:lnTo>
                    <a:pt x="1880069" y="320090"/>
                  </a:lnTo>
                  <a:lnTo>
                    <a:pt x="1877644" y="318820"/>
                  </a:lnTo>
                  <a:lnTo>
                    <a:pt x="1875078" y="316280"/>
                  </a:lnTo>
                  <a:lnTo>
                    <a:pt x="1869668" y="313740"/>
                  </a:lnTo>
                  <a:lnTo>
                    <a:pt x="1866798" y="313740"/>
                  </a:lnTo>
                  <a:lnTo>
                    <a:pt x="1860677" y="312470"/>
                  </a:lnTo>
                  <a:lnTo>
                    <a:pt x="1857463" y="312470"/>
                  </a:lnTo>
                  <a:lnTo>
                    <a:pt x="1825002" y="340410"/>
                  </a:lnTo>
                  <a:lnTo>
                    <a:pt x="1822894" y="348030"/>
                  </a:lnTo>
                  <a:lnTo>
                    <a:pt x="1816506" y="336600"/>
                  </a:lnTo>
                  <a:lnTo>
                    <a:pt x="1816163" y="335330"/>
                  </a:lnTo>
                  <a:lnTo>
                    <a:pt x="1812544" y="335330"/>
                  </a:lnTo>
                  <a:lnTo>
                    <a:pt x="1810512" y="336600"/>
                  </a:lnTo>
                  <a:lnTo>
                    <a:pt x="1809280" y="336600"/>
                  </a:lnTo>
                  <a:lnTo>
                    <a:pt x="1806282" y="337870"/>
                  </a:lnTo>
                  <a:lnTo>
                    <a:pt x="1805089" y="339140"/>
                  </a:lnTo>
                  <a:lnTo>
                    <a:pt x="1803323" y="340410"/>
                  </a:lnTo>
                  <a:lnTo>
                    <a:pt x="1802663" y="340410"/>
                  </a:lnTo>
                  <a:lnTo>
                    <a:pt x="1801774" y="341680"/>
                  </a:lnTo>
                  <a:lnTo>
                    <a:pt x="1801660" y="344220"/>
                  </a:lnTo>
                  <a:lnTo>
                    <a:pt x="1848434" y="434390"/>
                  </a:lnTo>
                  <a:lnTo>
                    <a:pt x="1854962" y="434390"/>
                  </a:lnTo>
                  <a:lnTo>
                    <a:pt x="1856320" y="433120"/>
                  </a:lnTo>
                  <a:lnTo>
                    <a:pt x="1859584" y="431850"/>
                  </a:lnTo>
                  <a:lnTo>
                    <a:pt x="1860905" y="430580"/>
                  </a:lnTo>
                  <a:lnTo>
                    <a:pt x="1862899" y="429310"/>
                  </a:lnTo>
                  <a:lnTo>
                    <a:pt x="1863623" y="429310"/>
                  </a:lnTo>
                  <a:lnTo>
                    <a:pt x="1864550" y="428040"/>
                  </a:lnTo>
                  <a:lnTo>
                    <a:pt x="1864817" y="426770"/>
                  </a:lnTo>
                  <a:lnTo>
                    <a:pt x="1864868" y="425500"/>
                  </a:lnTo>
                  <a:lnTo>
                    <a:pt x="1832292" y="363270"/>
                  </a:lnTo>
                  <a:lnTo>
                    <a:pt x="1833880" y="354380"/>
                  </a:lnTo>
                  <a:lnTo>
                    <a:pt x="1853260" y="330250"/>
                  </a:lnTo>
                  <a:lnTo>
                    <a:pt x="1858911" y="331520"/>
                  </a:lnTo>
                  <a:lnTo>
                    <a:pt x="1861642" y="331520"/>
                  </a:lnTo>
                  <a:lnTo>
                    <a:pt x="1906485" y="403910"/>
                  </a:lnTo>
                  <a:lnTo>
                    <a:pt x="1906841" y="403910"/>
                  </a:lnTo>
                  <a:lnTo>
                    <a:pt x="1907679" y="405180"/>
                  </a:lnTo>
                  <a:lnTo>
                    <a:pt x="1910778" y="405180"/>
                  </a:lnTo>
                  <a:lnTo>
                    <a:pt x="1913102" y="403910"/>
                  </a:lnTo>
                  <a:lnTo>
                    <a:pt x="1914448" y="402640"/>
                  </a:lnTo>
                  <a:lnTo>
                    <a:pt x="1917573" y="401370"/>
                  </a:lnTo>
                  <a:lnTo>
                    <a:pt x="1918868" y="401370"/>
                  </a:lnTo>
                  <a:lnTo>
                    <a:pt x="1920862" y="398830"/>
                  </a:lnTo>
                  <a:lnTo>
                    <a:pt x="1921598" y="398830"/>
                  </a:lnTo>
                  <a:lnTo>
                    <a:pt x="1922589" y="397560"/>
                  </a:lnTo>
                  <a:lnTo>
                    <a:pt x="1922881" y="397560"/>
                  </a:lnTo>
                  <a:lnTo>
                    <a:pt x="1922932" y="395020"/>
                  </a:lnTo>
                  <a:lnTo>
                    <a:pt x="1890344" y="332790"/>
                  </a:lnTo>
                  <a:lnTo>
                    <a:pt x="1890890" y="330250"/>
                  </a:lnTo>
                  <a:lnTo>
                    <a:pt x="1891982" y="325170"/>
                  </a:lnTo>
                  <a:lnTo>
                    <a:pt x="1893557" y="320090"/>
                  </a:lnTo>
                  <a:lnTo>
                    <a:pt x="1893951" y="318820"/>
                  </a:lnTo>
                  <a:lnTo>
                    <a:pt x="1898510" y="308660"/>
                  </a:lnTo>
                  <a:lnTo>
                    <a:pt x="1901520" y="304850"/>
                  </a:lnTo>
                  <a:lnTo>
                    <a:pt x="1908314" y="301040"/>
                  </a:lnTo>
                  <a:lnTo>
                    <a:pt x="1919706" y="301040"/>
                  </a:lnTo>
                  <a:lnTo>
                    <a:pt x="1924939" y="304850"/>
                  </a:lnTo>
                  <a:lnTo>
                    <a:pt x="1927377" y="306120"/>
                  </a:lnTo>
                  <a:lnTo>
                    <a:pt x="1931911" y="312470"/>
                  </a:lnTo>
                  <a:lnTo>
                    <a:pt x="1934019" y="315010"/>
                  </a:lnTo>
                  <a:lnTo>
                    <a:pt x="1964334" y="374700"/>
                  </a:lnTo>
                  <a:lnTo>
                    <a:pt x="1968690" y="374700"/>
                  </a:lnTo>
                  <a:lnTo>
                    <a:pt x="1970938" y="373430"/>
                  </a:lnTo>
                  <a:lnTo>
                    <a:pt x="1972335" y="373430"/>
                  </a:lnTo>
                  <a:lnTo>
                    <a:pt x="1975561" y="370890"/>
                  </a:lnTo>
                  <a:lnTo>
                    <a:pt x="1976856" y="370890"/>
                  </a:lnTo>
                  <a:lnTo>
                    <a:pt x="1978825" y="369620"/>
                  </a:lnTo>
                  <a:lnTo>
                    <a:pt x="1979549" y="368350"/>
                  </a:lnTo>
                  <a:lnTo>
                    <a:pt x="1980463" y="367080"/>
                  </a:lnTo>
                  <a:lnTo>
                    <a:pt x="1980730" y="367080"/>
                  </a:lnTo>
                  <a:lnTo>
                    <a:pt x="1980780" y="365810"/>
                  </a:lnTo>
                  <a:close/>
                </a:path>
                <a:path w="2263140" h="868045">
                  <a:moveTo>
                    <a:pt x="2079383" y="307390"/>
                  </a:moveTo>
                  <a:lnTo>
                    <a:pt x="2079078" y="306120"/>
                  </a:lnTo>
                  <a:lnTo>
                    <a:pt x="2078875" y="306120"/>
                  </a:lnTo>
                  <a:lnTo>
                    <a:pt x="2078355" y="304850"/>
                  </a:lnTo>
                  <a:lnTo>
                    <a:pt x="2077999" y="303580"/>
                  </a:lnTo>
                  <a:lnTo>
                    <a:pt x="2076958" y="302310"/>
                  </a:lnTo>
                  <a:lnTo>
                    <a:pt x="2076386" y="301040"/>
                  </a:lnTo>
                  <a:lnTo>
                    <a:pt x="2075332" y="299770"/>
                  </a:lnTo>
                  <a:lnTo>
                    <a:pt x="2074862" y="298500"/>
                  </a:lnTo>
                  <a:lnTo>
                    <a:pt x="2073986" y="298500"/>
                  </a:lnTo>
                  <a:lnTo>
                    <a:pt x="2073529" y="297230"/>
                  </a:lnTo>
                  <a:lnTo>
                    <a:pt x="2072081" y="297230"/>
                  </a:lnTo>
                  <a:lnTo>
                    <a:pt x="2070823" y="298500"/>
                  </a:lnTo>
                  <a:lnTo>
                    <a:pt x="2069833" y="299770"/>
                  </a:lnTo>
                  <a:lnTo>
                    <a:pt x="2067445" y="302310"/>
                  </a:lnTo>
                  <a:lnTo>
                    <a:pt x="2065858" y="304850"/>
                  </a:lnTo>
                  <a:lnTo>
                    <a:pt x="2061921" y="308660"/>
                  </a:lnTo>
                  <a:lnTo>
                    <a:pt x="2059457" y="311200"/>
                  </a:lnTo>
                  <a:lnTo>
                    <a:pt x="2053551" y="315010"/>
                  </a:lnTo>
                  <a:lnTo>
                    <a:pt x="2049957" y="317550"/>
                  </a:lnTo>
                  <a:lnTo>
                    <a:pt x="2040369" y="322630"/>
                  </a:lnTo>
                  <a:lnTo>
                    <a:pt x="2035454" y="323900"/>
                  </a:lnTo>
                  <a:lnTo>
                    <a:pt x="2026462" y="325170"/>
                  </a:lnTo>
                  <a:lnTo>
                    <a:pt x="2022322" y="323900"/>
                  </a:lnTo>
                  <a:lnTo>
                    <a:pt x="1999843" y="302310"/>
                  </a:lnTo>
                  <a:lnTo>
                    <a:pt x="2022449" y="290880"/>
                  </a:lnTo>
                  <a:lnTo>
                    <a:pt x="2060105" y="271830"/>
                  </a:lnTo>
                  <a:lnTo>
                    <a:pt x="2061298" y="270560"/>
                  </a:lnTo>
                  <a:lnTo>
                    <a:pt x="2062746" y="266750"/>
                  </a:lnTo>
                  <a:lnTo>
                    <a:pt x="2062441" y="264210"/>
                  </a:lnTo>
                  <a:lnTo>
                    <a:pt x="2059571" y="259130"/>
                  </a:lnTo>
                  <a:lnTo>
                    <a:pt x="2056561" y="252780"/>
                  </a:lnTo>
                  <a:lnTo>
                    <a:pt x="2052980" y="247700"/>
                  </a:lnTo>
                  <a:lnTo>
                    <a:pt x="2050618" y="245160"/>
                  </a:lnTo>
                  <a:lnTo>
                    <a:pt x="2044700" y="238810"/>
                  </a:lnTo>
                  <a:lnTo>
                    <a:pt x="2042160" y="237426"/>
                  </a:lnTo>
                  <a:lnTo>
                    <a:pt x="2042160" y="265480"/>
                  </a:lnTo>
                  <a:lnTo>
                    <a:pt x="1993646" y="290880"/>
                  </a:lnTo>
                  <a:lnTo>
                    <a:pt x="1991893" y="287070"/>
                  </a:lnTo>
                  <a:lnTo>
                    <a:pt x="1990712" y="283260"/>
                  </a:lnTo>
                  <a:lnTo>
                    <a:pt x="1989505" y="275640"/>
                  </a:lnTo>
                  <a:lnTo>
                    <a:pt x="1989582" y="271830"/>
                  </a:lnTo>
                  <a:lnTo>
                    <a:pt x="2019401" y="245160"/>
                  </a:lnTo>
                  <a:lnTo>
                    <a:pt x="2032508" y="251510"/>
                  </a:lnTo>
                  <a:lnTo>
                    <a:pt x="2037905" y="256590"/>
                  </a:lnTo>
                  <a:lnTo>
                    <a:pt x="2042160" y="265480"/>
                  </a:lnTo>
                  <a:lnTo>
                    <a:pt x="2042160" y="237426"/>
                  </a:lnTo>
                  <a:lnTo>
                    <a:pt x="2040064" y="236270"/>
                  </a:lnTo>
                  <a:lnTo>
                    <a:pt x="2029790" y="231190"/>
                  </a:lnTo>
                  <a:lnTo>
                    <a:pt x="2012010" y="231190"/>
                  </a:lnTo>
                  <a:lnTo>
                    <a:pt x="1978406" y="254050"/>
                  </a:lnTo>
                  <a:lnTo>
                    <a:pt x="1972462" y="275640"/>
                  </a:lnTo>
                  <a:lnTo>
                    <a:pt x="1972373" y="279450"/>
                  </a:lnTo>
                  <a:lnTo>
                    <a:pt x="1985467" y="316280"/>
                  </a:lnTo>
                  <a:lnTo>
                    <a:pt x="2017356" y="341680"/>
                  </a:lnTo>
                  <a:lnTo>
                    <a:pt x="2023567" y="341680"/>
                  </a:lnTo>
                  <a:lnTo>
                    <a:pt x="2064105" y="325170"/>
                  </a:lnTo>
                  <a:lnTo>
                    <a:pt x="2065807" y="323900"/>
                  </a:lnTo>
                  <a:lnTo>
                    <a:pt x="2068728" y="321360"/>
                  </a:lnTo>
                  <a:lnTo>
                    <a:pt x="2073579" y="317550"/>
                  </a:lnTo>
                  <a:lnTo>
                    <a:pt x="2075472" y="315010"/>
                  </a:lnTo>
                  <a:lnTo>
                    <a:pt x="2078177" y="312470"/>
                  </a:lnTo>
                  <a:lnTo>
                    <a:pt x="2078951" y="311200"/>
                  </a:lnTo>
                  <a:lnTo>
                    <a:pt x="2079294" y="309930"/>
                  </a:lnTo>
                  <a:lnTo>
                    <a:pt x="2079383" y="307390"/>
                  </a:lnTo>
                  <a:close/>
                </a:path>
                <a:path w="2263140" h="868045">
                  <a:moveTo>
                    <a:pt x="2188324" y="257860"/>
                  </a:moveTo>
                  <a:lnTo>
                    <a:pt x="2159851" y="203250"/>
                  </a:lnTo>
                  <a:lnTo>
                    <a:pt x="2156561" y="196900"/>
                  </a:lnTo>
                  <a:lnTo>
                    <a:pt x="2154047" y="193090"/>
                  </a:lnTo>
                  <a:lnTo>
                    <a:pt x="2129320" y="175310"/>
                  </a:lnTo>
                  <a:lnTo>
                    <a:pt x="2119109" y="175310"/>
                  </a:lnTo>
                  <a:lnTo>
                    <a:pt x="2088146" y="204520"/>
                  </a:lnTo>
                  <a:lnTo>
                    <a:pt x="2086051" y="212140"/>
                  </a:lnTo>
                  <a:lnTo>
                    <a:pt x="2079675" y="199440"/>
                  </a:lnTo>
                  <a:lnTo>
                    <a:pt x="2077923" y="199440"/>
                  </a:lnTo>
                  <a:lnTo>
                    <a:pt x="2076551" y="198170"/>
                  </a:lnTo>
                  <a:lnTo>
                    <a:pt x="2075713" y="199440"/>
                  </a:lnTo>
                  <a:lnTo>
                    <a:pt x="2073681" y="199440"/>
                  </a:lnTo>
                  <a:lnTo>
                    <a:pt x="2072436" y="200710"/>
                  </a:lnTo>
                  <a:lnTo>
                    <a:pt x="2069452" y="201980"/>
                  </a:lnTo>
                  <a:lnTo>
                    <a:pt x="2068245" y="201980"/>
                  </a:lnTo>
                  <a:lnTo>
                    <a:pt x="2066493" y="203250"/>
                  </a:lnTo>
                  <a:lnTo>
                    <a:pt x="2065832" y="204520"/>
                  </a:lnTo>
                  <a:lnTo>
                    <a:pt x="2064943" y="205790"/>
                  </a:lnTo>
                  <a:lnTo>
                    <a:pt x="2064829" y="207060"/>
                  </a:lnTo>
                  <a:lnTo>
                    <a:pt x="2111591" y="297230"/>
                  </a:lnTo>
                  <a:lnTo>
                    <a:pt x="2111933" y="298500"/>
                  </a:lnTo>
                  <a:lnTo>
                    <a:pt x="2115858" y="298500"/>
                  </a:lnTo>
                  <a:lnTo>
                    <a:pt x="2118118" y="297230"/>
                  </a:lnTo>
                  <a:lnTo>
                    <a:pt x="2119490" y="297230"/>
                  </a:lnTo>
                  <a:lnTo>
                    <a:pt x="2122741" y="294690"/>
                  </a:lnTo>
                  <a:lnTo>
                    <a:pt x="2124075" y="294690"/>
                  </a:lnTo>
                  <a:lnTo>
                    <a:pt x="2126056" y="293420"/>
                  </a:lnTo>
                  <a:lnTo>
                    <a:pt x="2126792" y="292150"/>
                  </a:lnTo>
                  <a:lnTo>
                    <a:pt x="2127707" y="290880"/>
                  </a:lnTo>
                  <a:lnTo>
                    <a:pt x="2127974" y="290880"/>
                  </a:lnTo>
                  <a:lnTo>
                    <a:pt x="2128037" y="289610"/>
                  </a:lnTo>
                  <a:lnTo>
                    <a:pt x="2095461" y="226110"/>
                  </a:lnTo>
                  <a:lnTo>
                    <a:pt x="2097011" y="218490"/>
                  </a:lnTo>
                  <a:lnTo>
                    <a:pt x="2099068" y="212140"/>
                  </a:lnTo>
                  <a:lnTo>
                    <a:pt x="2104212" y="201980"/>
                  </a:lnTo>
                  <a:lnTo>
                    <a:pt x="2107527" y="198170"/>
                  </a:lnTo>
                  <a:lnTo>
                    <a:pt x="2114753" y="194360"/>
                  </a:lnTo>
                  <a:lnTo>
                    <a:pt x="2117839" y="194360"/>
                  </a:lnTo>
                  <a:lnTo>
                    <a:pt x="2123859" y="193090"/>
                  </a:lnTo>
                  <a:lnTo>
                    <a:pt x="2171890" y="266750"/>
                  </a:lnTo>
                  <a:lnTo>
                    <a:pt x="2172246" y="266750"/>
                  </a:lnTo>
                  <a:lnTo>
                    <a:pt x="2173160" y="268020"/>
                  </a:lnTo>
                  <a:lnTo>
                    <a:pt x="2175218" y="268020"/>
                  </a:lnTo>
                  <a:lnTo>
                    <a:pt x="2176157" y="266750"/>
                  </a:lnTo>
                  <a:lnTo>
                    <a:pt x="2178418" y="266750"/>
                  </a:lnTo>
                  <a:lnTo>
                    <a:pt x="2179815" y="265480"/>
                  </a:lnTo>
                  <a:lnTo>
                    <a:pt x="2183066" y="264210"/>
                  </a:lnTo>
                  <a:lnTo>
                    <a:pt x="2184362" y="262940"/>
                  </a:lnTo>
                  <a:lnTo>
                    <a:pt x="2186355" y="261670"/>
                  </a:lnTo>
                  <a:lnTo>
                    <a:pt x="2187079" y="261670"/>
                  </a:lnTo>
                  <a:lnTo>
                    <a:pt x="2188006" y="260400"/>
                  </a:lnTo>
                  <a:lnTo>
                    <a:pt x="2188273" y="259130"/>
                  </a:lnTo>
                  <a:lnTo>
                    <a:pt x="2188324" y="257860"/>
                  </a:lnTo>
                  <a:close/>
                </a:path>
                <a:path w="2263140" h="868045">
                  <a:moveTo>
                    <a:pt x="2263140" y="218490"/>
                  </a:moveTo>
                  <a:lnTo>
                    <a:pt x="2263114" y="217220"/>
                  </a:lnTo>
                  <a:lnTo>
                    <a:pt x="2262467" y="214680"/>
                  </a:lnTo>
                  <a:lnTo>
                    <a:pt x="2261806" y="213410"/>
                  </a:lnTo>
                  <a:lnTo>
                    <a:pt x="2260816" y="210870"/>
                  </a:lnTo>
                  <a:lnTo>
                    <a:pt x="2260206" y="210870"/>
                  </a:lnTo>
                  <a:lnTo>
                    <a:pt x="2259622" y="209600"/>
                  </a:lnTo>
                  <a:lnTo>
                    <a:pt x="2258542" y="208330"/>
                  </a:lnTo>
                  <a:lnTo>
                    <a:pt x="2258060" y="207060"/>
                  </a:lnTo>
                  <a:lnTo>
                    <a:pt x="2257260" y="207060"/>
                  </a:lnTo>
                  <a:lnTo>
                    <a:pt x="2256866" y="205790"/>
                  </a:lnTo>
                  <a:lnTo>
                    <a:pt x="2255748" y="205790"/>
                  </a:lnTo>
                  <a:lnTo>
                    <a:pt x="2254897" y="207060"/>
                  </a:lnTo>
                  <a:lnTo>
                    <a:pt x="2254377" y="207060"/>
                  </a:lnTo>
                  <a:lnTo>
                    <a:pt x="2253373" y="208330"/>
                  </a:lnTo>
                  <a:lnTo>
                    <a:pt x="2252751" y="209600"/>
                  </a:lnTo>
                  <a:lnTo>
                    <a:pt x="2251252" y="210870"/>
                  </a:lnTo>
                  <a:lnTo>
                    <a:pt x="2250376" y="212140"/>
                  </a:lnTo>
                  <a:lnTo>
                    <a:pt x="2248319" y="213410"/>
                  </a:lnTo>
                  <a:lnTo>
                    <a:pt x="2247049" y="214680"/>
                  </a:lnTo>
                  <a:lnTo>
                    <a:pt x="2240877" y="217220"/>
                  </a:lnTo>
                  <a:lnTo>
                    <a:pt x="2236838" y="217220"/>
                  </a:lnTo>
                  <a:lnTo>
                    <a:pt x="2229993" y="213410"/>
                  </a:lnTo>
                  <a:lnTo>
                    <a:pt x="2226691" y="209600"/>
                  </a:lnTo>
                  <a:lnTo>
                    <a:pt x="2201761" y="161340"/>
                  </a:lnTo>
                  <a:lnTo>
                    <a:pt x="2197811" y="153720"/>
                  </a:lnTo>
                  <a:lnTo>
                    <a:pt x="2221534" y="141020"/>
                  </a:lnTo>
                  <a:lnTo>
                    <a:pt x="2222055" y="139750"/>
                  </a:lnTo>
                  <a:lnTo>
                    <a:pt x="2222131" y="137210"/>
                  </a:lnTo>
                  <a:lnTo>
                    <a:pt x="2221534" y="135940"/>
                  </a:lnTo>
                  <a:lnTo>
                    <a:pt x="2219045" y="130860"/>
                  </a:lnTo>
                  <a:lnTo>
                    <a:pt x="2217890" y="129590"/>
                  </a:lnTo>
                  <a:lnTo>
                    <a:pt x="2217305" y="128320"/>
                  </a:lnTo>
                  <a:lnTo>
                    <a:pt x="2214029" y="128320"/>
                  </a:lnTo>
                  <a:lnTo>
                    <a:pt x="2190775" y="139750"/>
                  </a:lnTo>
                  <a:lnTo>
                    <a:pt x="2179561" y="118160"/>
                  </a:lnTo>
                  <a:lnTo>
                    <a:pt x="2179205" y="118160"/>
                  </a:lnTo>
                  <a:lnTo>
                    <a:pt x="2178266" y="116890"/>
                  </a:lnTo>
                  <a:lnTo>
                    <a:pt x="2175205" y="116890"/>
                  </a:lnTo>
                  <a:lnTo>
                    <a:pt x="2172944" y="118160"/>
                  </a:lnTo>
                  <a:lnTo>
                    <a:pt x="2171547" y="119430"/>
                  </a:lnTo>
                  <a:lnTo>
                    <a:pt x="2168296" y="120700"/>
                  </a:lnTo>
                  <a:lnTo>
                    <a:pt x="2167001" y="121970"/>
                  </a:lnTo>
                  <a:lnTo>
                    <a:pt x="2165007" y="123240"/>
                  </a:lnTo>
                  <a:lnTo>
                    <a:pt x="2164270" y="123240"/>
                  </a:lnTo>
                  <a:lnTo>
                    <a:pt x="2163318" y="124510"/>
                  </a:lnTo>
                  <a:lnTo>
                    <a:pt x="2163064" y="125780"/>
                  </a:lnTo>
                  <a:lnTo>
                    <a:pt x="2163114" y="127050"/>
                  </a:lnTo>
                  <a:lnTo>
                    <a:pt x="2174329" y="148640"/>
                  </a:lnTo>
                  <a:lnTo>
                    <a:pt x="2161349" y="154990"/>
                  </a:lnTo>
                  <a:lnTo>
                    <a:pt x="2160930" y="154990"/>
                  </a:lnTo>
                  <a:lnTo>
                    <a:pt x="2160308" y="156260"/>
                  </a:lnTo>
                  <a:lnTo>
                    <a:pt x="2160219" y="158800"/>
                  </a:lnTo>
                  <a:lnTo>
                    <a:pt x="2160371" y="158800"/>
                  </a:lnTo>
                  <a:lnTo>
                    <a:pt x="2160930" y="161340"/>
                  </a:lnTo>
                  <a:lnTo>
                    <a:pt x="2161400" y="162610"/>
                  </a:lnTo>
                  <a:lnTo>
                    <a:pt x="2163280" y="166420"/>
                  </a:lnTo>
                  <a:lnTo>
                    <a:pt x="2164473" y="167690"/>
                  </a:lnTo>
                  <a:lnTo>
                    <a:pt x="2166759" y="168960"/>
                  </a:lnTo>
                  <a:lnTo>
                    <a:pt x="2167826" y="168960"/>
                  </a:lnTo>
                  <a:lnTo>
                    <a:pt x="2181377" y="161340"/>
                  </a:lnTo>
                  <a:lnTo>
                    <a:pt x="2210981" y="219760"/>
                  </a:lnTo>
                  <a:lnTo>
                    <a:pt x="2213775" y="223570"/>
                  </a:lnTo>
                  <a:lnTo>
                    <a:pt x="2219617" y="229920"/>
                  </a:lnTo>
                  <a:lnTo>
                    <a:pt x="2222766" y="232460"/>
                  </a:lnTo>
                  <a:lnTo>
                    <a:pt x="2229548" y="235000"/>
                  </a:lnTo>
                  <a:lnTo>
                    <a:pt x="2241067" y="235000"/>
                  </a:lnTo>
                  <a:lnTo>
                    <a:pt x="2245347" y="233730"/>
                  </a:lnTo>
                  <a:lnTo>
                    <a:pt x="2251468" y="229920"/>
                  </a:lnTo>
                  <a:lnTo>
                    <a:pt x="2252942" y="228650"/>
                  </a:lnTo>
                  <a:lnTo>
                    <a:pt x="2255761" y="227380"/>
                  </a:lnTo>
                  <a:lnTo>
                    <a:pt x="2257069" y="226110"/>
                  </a:lnTo>
                  <a:lnTo>
                    <a:pt x="2259469" y="223570"/>
                  </a:lnTo>
                  <a:lnTo>
                    <a:pt x="2260473" y="223570"/>
                  </a:lnTo>
                  <a:lnTo>
                    <a:pt x="2262098" y="221030"/>
                  </a:lnTo>
                  <a:lnTo>
                    <a:pt x="2263140" y="218490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xfrm>
            <a:off x="7320130" y="5801565"/>
            <a:ext cx="198344" cy="167240"/>
          </a:xfrm>
          <a:prstGeom prst="rect">
            <a:avLst/>
          </a:prstGeom>
        </p:spPr>
        <p:txBody>
          <a:bodyPr vert="horz" wrap="square" lIns="0" tIns="5603" rIns="0" bIns="0" rtlCol="0">
            <a:spAutoFit/>
          </a:bodyPr>
          <a:lstStyle/>
          <a:p>
            <a:pPr marL="11206">
              <a:spcBef>
                <a:spcPts val="44"/>
              </a:spcBef>
            </a:pPr>
            <a:fld id="{81D60167-4931-47E6-BA6A-407CBD079E47}" type="slidenum">
              <a:rPr spc="-22" dirty="0"/>
              <a:pPr marL="11206">
                <a:spcBef>
                  <a:spcPts val="44"/>
                </a:spcBef>
              </a:pPr>
              <a:t>66</a:t>
            </a:fld>
            <a:endParaRPr spc="-22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291845"/>
            <a:ext cx="7340600" cy="1303976"/>
          </a:xfrm>
          <a:prstGeom prst="rect">
            <a:avLst/>
          </a:prstGeom>
        </p:spPr>
        <p:txBody>
          <a:bodyPr vert="horz" wrap="square" lIns="0" tIns="559845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A</a:t>
            </a:r>
            <a:r>
              <a:rPr spc="-141" dirty="0"/>
              <a:t> </a:t>
            </a:r>
            <a:r>
              <a:rPr spc="-44" dirty="0"/>
              <a:t>PYTHON</a:t>
            </a:r>
            <a:r>
              <a:rPr spc="-141" dirty="0"/>
              <a:t> </a:t>
            </a:r>
            <a:r>
              <a:rPr spc="-31" dirty="0"/>
              <a:t>DICTIONARY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2816" y="2032001"/>
            <a:ext cx="2379009" cy="1067502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209561" indent="-198355">
              <a:spcBef>
                <a:spcPts val="88"/>
              </a:spcBef>
              <a:buClr>
                <a:srgbClr val="595959"/>
              </a:buClr>
              <a:buFont typeface="Wingdings"/>
              <a:buChar char=""/>
              <a:tabLst>
                <a:tab pos="209561" algn="l"/>
              </a:tabLst>
            </a:pPr>
            <a:r>
              <a:rPr sz="2294" dirty="0">
                <a:latin typeface="Calibri"/>
                <a:cs typeface="Calibri"/>
              </a:rPr>
              <a:t>store</a:t>
            </a:r>
            <a:r>
              <a:rPr sz="2294" spc="-40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pairs</a:t>
            </a:r>
            <a:r>
              <a:rPr sz="2294" spc="-44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of</a:t>
            </a:r>
            <a:r>
              <a:rPr sz="2294" spc="-44" dirty="0">
                <a:latin typeface="Calibri"/>
                <a:cs typeface="Calibri"/>
              </a:rPr>
              <a:t> </a:t>
            </a:r>
            <a:r>
              <a:rPr sz="2294" spc="-18" dirty="0">
                <a:latin typeface="Calibri"/>
                <a:cs typeface="Calibri"/>
              </a:rPr>
              <a:t>data</a:t>
            </a:r>
            <a:endParaRPr sz="2294">
              <a:latin typeface="Calibri"/>
              <a:cs typeface="Calibri"/>
            </a:endParaRPr>
          </a:p>
          <a:p>
            <a:pPr marL="401191" lvl="1" indent="-221888">
              <a:spcBef>
                <a:spcPts val="88"/>
              </a:spcBef>
              <a:buClr>
                <a:srgbClr val="595959"/>
              </a:buClr>
              <a:buFont typeface="Arial MT"/>
              <a:buChar char="•"/>
              <a:tabLst>
                <a:tab pos="401191" algn="l"/>
              </a:tabLst>
            </a:pPr>
            <a:r>
              <a:rPr sz="2118" spc="-22" dirty="0">
                <a:latin typeface="Calibri"/>
                <a:cs typeface="Calibri"/>
              </a:rPr>
              <a:t>key</a:t>
            </a:r>
            <a:endParaRPr sz="2118">
              <a:latin typeface="Calibri"/>
              <a:cs typeface="Calibri"/>
            </a:endParaRPr>
          </a:p>
          <a:p>
            <a:pPr marL="401191" lvl="1" indent="-222449">
              <a:spcBef>
                <a:spcPts val="282"/>
              </a:spcBef>
              <a:buClr>
                <a:srgbClr val="595959"/>
              </a:buClr>
              <a:buFont typeface="Arial MT"/>
              <a:buChar char="•"/>
              <a:tabLst>
                <a:tab pos="401191" algn="l"/>
              </a:tabLst>
            </a:pPr>
            <a:r>
              <a:rPr sz="2118" spc="-9" dirty="0">
                <a:latin typeface="Calibri"/>
                <a:cs typeface="Calibri"/>
              </a:rPr>
              <a:t>value</a:t>
            </a:r>
            <a:endParaRPr sz="2118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52816" y="4707965"/>
            <a:ext cx="1112184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88" dirty="0">
                <a:latin typeface="Courier New"/>
                <a:cs typeface="Courier New"/>
              </a:rPr>
              <a:t>my_dict </a:t>
            </a:r>
            <a:r>
              <a:rPr sz="1588" spc="-44" dirty="0">
                <a:latin typeface="Courier New"/>
                <a:cs typeface="Courier New"/>
              </a:rPr>
              <a:t>=</a:t>
            </a:r>
            <a:endParaRPr sz="1588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71602" y="4657354"/>
            <a:ext cx="481853" cy="306596"/>
          </a:xfrm>
          <a:prstGeom prst="rect">
            <a:avLst/>
          </a:prstGeom>
          <a:ln w="15866">
            <a:solidFill>
              <a:srgbClr val="FF2600"/>
            </a:solidFill>
          </a:ln>
        </p:spPr>
        <p:txBody>
          <a:bodyPr vert="horz" wrap="square" lIns="0" tIns="61632" rIns="0" bIns="0" rtlCol="0">
            <a:spAutoFit/>
          </a:bodyPr>
          <a:lstStyle/>
          <a:p>
            <a:pPr marL="102539">
              <a:spcBef>
                <a:spcPts val="485"/>
              </a:spcBef>
            </a:pPr>
            <a:r>
              <a:rPr sz="1588" spc="-22" dirty="0">
                <a:latin typeface="Courier New"/>
                <a:cs typeface="Courier New"/>
              </a:rPr>
              <a:t>{}</a:t>
            </a:r>
            <a:endParaRPr sz="1588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52817" y="5088987"/>
            <a:ext cx="7165601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88" dirty="0">
                <a:latin typeface="Courier New"/>
                <a:cs typeface="Courier New"/>
              </a:rPr>
              <a:t>grades = {'Ana':'B', 'John':'A+', 'Denise':'A', </a:t>
            </a:r>
            <a:r>
              <a:rPr sz="1588" spc="-9" dirty="0">
                <a:latin typeface="Courier New"/>
                <a:cs typeface="Courier New"/>
              </a:rPr>
              <a:t>'Katy':'A'}</a:t>
            </a:r>
            <a:endParaRPr sz="1588">
              <a:latin typeface="Courier New"/>
              <a:cs typeface="Courier New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67543" y="3830197"/>
            <a:ext cx="714331" cy="76581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99267" y="3876217"/>
            <a:ext cx="618979" cy="38548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5810070" y="2136005"/>
            <a:ext cx="444313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31"/>
              </a:lnSpc>
            </a:pPr>
            <a:r>
              <a:rPr sz="1588" dirty="0">
                <a:latin typeface="Calibri"/>
                <a:cs typeface="Calibri"/>
              </a:rPr>
              <a:t>Key</a:t>
            </a:r>
            <a:r>
              <a:rPr sz="1588" spc="-35" dirty="0">
                <a:latin typeface="Calibri"/>
                <a:cs typeface="Calibri"/>
              </a:rPr>
              <a:t> </a:t>
            </a:r>
            <a:r>
              <a:rPr sz="1588" spc="-44" dirty="0">
                <a:latin typeface="Calibri"/>
                <a:cs typeface="Calibri"/>
              </a:rPr>
              <a:t>1</a:t>
            </a:r>
            <a:endParaRPr sz="1588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810070" y="2566310"/>
            <a:ext cx="444313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31"/>
              </a:lnSpc>
            </a:pPr>
            <a:r>
              <a:rPr sz="1588" dirty="0">
                <a:latin typeface="Calibri"/>
                <a:cs typeface="Calibri"/>
              </a:rPr>
              <a:t>Key</a:t>
            </a:r>
            <a:r>
              <a:rPr sz="1588" spc="-35" dirty="0">
                <a:latin typeface="Calibri"/>
                <a:cs typeface="Calibri"/>
              </a:rPr>
              <a:t> </a:t>
            </a:r>
            <a:r>
              <a:rPr sz="1588" spc="-44" dirty="0">
                <a:latin typeface="Calibri"/>
                <a:cs typeface="Calibri"/>
              </a:rPr>
              <a:t>2</a:t>
            </a:r>
            <a:endParaRPr sz="1588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810070" y="2996616"/>
            <a:ext cx="444313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31"/>
              </a:lnSpc>
            </a:pPr>
            <a:r>
              <a:rPr sz="1588" dirty="0">
                <a:latin typeface="Calibri"/>
                <a:cs typeface="Calibri"/>
              </a:rPr>
              <a:t>Key</a:t>
            </a:r>
            <a:r>
              <a:rPr sz="1588" spc="-35" dirty="0">
                <a:latin typeface="Calibri"/>
                <a:cs typeface="Calibri"/>
              </a:rPr>
              <a:t> </a:t>
            </a:r>
            <a:r>
              <a:rPr sz="1588" spc="-44" dirty="0">
                <a:latin typeface="Calibri"/>
                <a:cs typeface="Calibri"/>
              </a:rPr>
              <a:t>3</a:t>
            </a:r>
            <a:endParaRPr sz="1588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962579" y="3426921"/>
            <a:ext cx="139513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31"/>
              </a:lnSpc>
            </a:pPr>
            <a:r>
              <a:rPr sz="1588" spc="-44" dirty="0">
                <a:latin typeface="Calibri"/>
                <a:cs typeface="Calibri"/>
              </a:rPr>
              <a:t>…</a:t>
            </a:r>
            <a:endParaRPr sz="1588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961498" y="2135782"/>
            <a:ext cx="405093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31"/>
              </a:lnSpc>
            </a:pPr>
            <a:r>
              <a:rPr sz="1588" dirty="0">
                <a:latin typeface="Calibri"/>
                <a:cs typeface="Calibri"/>
              </a:rPr>
              <a:t>Val</a:t>
            </a:r>
            <a:r>
              <a:rPr sz="1588" spc="-35" dirty="0">
                <a:latin typeface="Calibri"/>
                <a:cs typeface="Calibri"/>
              </a:rPr>
              <a:t> </a:t>
            </a:r>
            <a:r>
              <a:rPr sz="1588" spc="-44" dirty="0">
                <a:latin typeface="Calibri"/>
                <a:cs typeface="Calibri"/>
              </a:rPr>
              <a:t>1</a:t>
            </a:r>
            <a:endParaRPr sz="1588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961498" y="2567735"/>
            <a:ext cx="405093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31"/>
              </a:lnSpc>
            </a:pPr>
            <a:r>
              <a:rPr sz="1588" dirty="0">
                <a:latin typeface="Calibri"/>
                <a:cs typeface="Calibri"/>
              </a:rPr>
              <a:t>Val</a:t>
            </a:r>
            <a:r>
              <a:rPr sz="1588" spc="-35" dirty="0">
                <a:latin typeface="Calibri"/>
                <a:cs typeface="Calibri"/>
              </a:rPr>
              <a:t> </a:t>
            </a:r>
            <a:r>
              <a:rPr sz="1588" spc="-44" dirty="0">
                <a:latin typeface="Calibri"/>
                <a:cs typeface="Calibri"/>
              </a:rPr>
              <a:t>2</a:t>
            </a:r>
            <a:endParaRPr sz="1588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961498" y="2994524"/>
            <a:ext cx="405093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31"/>
              </a:lnSpc>
            </a:pPr>
            <a:r>
              <a:rPr sz="1588" dirty="0">
                <a:latin typeface="Calibri"/>
                <a:cs typeface="Calibri"/>
              </a:rPr>
              <a:t>Val</a:t>
            </a:r>
            <a:r>
              <a:rPr sz="1588" spc="-35" dirty="0">
                <a:latin typeface="Calibri"/>
                <a:cs typeface="Calibri"/>
              </a:rPr>
              <a:t> </a:t>
            </a:r>
            <a:r>
              <a:rPr sz="1588" spc="-44" dirty="0">
                <a:latin typeface="Calibri"/>
                <a:cs typeface="Calibri"/>
              </a:rPr>
              <a:t>3</a:t>
            </a:r>
            <a:endParaRPr sz="1588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094458" y="3426477"/>
            <a:ext cx="139513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31"/>
              </a:lnSpc>
            </a:pPr>
            <a:r>
              <a:rPr sz="1588" spc="-44" dirty="0">
                <a:latin typeface="Calibri"/>
                <a:cs typeface="Calibri"/>
              </a:rPr>
              <a:t>…</a:t>
            </a:r>
            <a:endParaRPr sz="1588">
              <a:latin typeface="Calibri"/>
              <a:cs typeface="Calibri"/>
            </a:endParaRPr>
          </a:p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5186954" y="2023433"/>
          <a:ext cx="2724149" cy="17201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81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30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0866">
                <a:tc>
                  <a:txBody>
                    <a:bodyPr/>
                    <a:lstStyle/>
                    <a:p>
                      <a:pPr marL="19050" algn="ctr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1600" spc="-1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'Ana'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94129" marB="0">
                    <a:lnL w="19050">
                      <a:solidFill>
                        <a:srgbClr val="001E56"/>
                      </a:solidFill>
                      <a:prstDash val="solid"/>
                    </a:lnL>
                    <a:lnR w="19050">
                      <a:solidFill>
                        <a:srgbClr val="81352E"/>
                      </a:solidFill>
                      <a:prstDash val="solid"/>
                    </a:lnR>
                    <a:lnT w="19050">
                      <a:solidFill>
                        <a:srgbClr val="001E56"/>
                      </a:solidFill>
                      <a:prstDash val="solid"/>
                    </a:lnT>
                    <a:lnB w="19050">
                      <a:solidFill>
                        <a:srgbClr val="001E56"/>
                      </a:solidFill>
                      <a:prstDash val="solid"/>
                    </a:lnB>
                    <a:solidFill>
                      <a:srgbClr val="002F73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600" spc="-25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'B'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96931" marB="0">
                    <a:lnL w="19050">
                      <a:solidFill>
                        <a:srgbClr val="81352E"/>
                      </a:solidFill>
                      <a:prstDash val="solid"/>
                    </a:lnL>
                    <a:lnR w="19050">
                      <a:solidFill>
                        <a:srgbClr val="81352E"/>
                      </a:solidFill>
                      <a:prstDash val="solid"/>
                    </a:lnR>
                    <a:lnT w="28575">
                      <a:solidFill>
                        <a:srgbClr val="81352E"/>
                      </a:solidFill>
                      <a:prstDash val="solid"/>
                    </a:lnT>
                    <a:lnB w="28575">
                      <a:solidFill>
                        <a:srgbClr val="81352E"/>
                      </a:solidFill>
                      <a:prstDash val="solid"/>
                    </a:lnB>
                    <a:solidFill>
                      <a:srgbClr val="A74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184">
                <a:tc>
                  <a:txBody>
                    <a:bodyPr/>
                    <a:lstStyle/>
                    <a:p>
                      <a:pPr marL="19050" algn="ct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600" spc="-1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'Denise'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93569" marB="0">
                    <a:lnL w="19050">
                      <a:solidFill>
                        <a:srgbClr val="001E56"/>
                      </a:solidFill>
                      <a:prstDash val="solid"/>
                    </a:lnL>
                    <a:lnR w="19050">
                      <a:solidFill>
                        <a:srgbClr val="81352E"/>
                      </a:solidFill>
                      <a:prstDash val="solid"/>
                    </a:lnR>
                    <a:lnT w="19050">
                      <a:solidFill>
                        <a:srgbClr val="001E56"/>
                      </a:solidFill>
                      <a:prstDash val="solid"/>
                    </a:lnT>
                    <a:lnB w="19050">
                      <a:solidFill>
                        <a:srgbClr val="001E56"/>
                      </a:solidFill>
                      <a:prstDash val="solid"/>
                    </a:lnB>
                    <a:solidFill>
                      <a:srgbClr val="002F73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1600" spc="-25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'A'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98051" marB="0">
                    <a:lnL w="19050">
                      <a:solidFill>
                        <a:srgbClr val="81352E"/>
                      </a:solidFill>
                      <a:prstDash val="solid"/>
                    </a:lnL>
                    <a:lnR w="19050">
                      <a:solidFill>
                        <a:srgbClr val="81352E"/>
                      </a:solidFill>
                      <a:prstDash val="solid"/>
                    </a:lnR>
                    <a:lnT w="28575">
                      <a:solidFill>
                        <a:srgbClr val="81352E"/>
                      </a:solidFill>
                      <a:prstDash val="solid"/>
                    </a:lnT>
                    <a:lnB w="28575">
                      <a:solidFill>
                        <a:srgbClr val="81352E"/>
                      </a:solidFill>
                      <a:prstDash val="solid"/>
                    </a:lnB>
                    <a:solidFill>
                      <a:srgbClr val="A74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184">
                <a:tc>
                  <a:txBody>
                    <a:bodyPr/>
                    <a:lstStyle/>
                    <a:p>
                      <a:pPr marL="19050" algn="ctr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1600" spc="-1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'John'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94129" marB="0">
                    <a:lnL w="19050">
                      <a:solidFill>
                        <a:srgbClr val="001E56"/>
                      </a:solidFill>
                      <a:prstDash val="solid"/>
                    </a:lnL>
                    <a:lnR w="19050">
                      <a:solidFill>
                        <a:srgbClr val="81352E"/>
                      </a:solidFill>
                      <a:prstDash val="solid"/>
                    </a:lnR>
                    <a:lnT w="19050">
                      <a:solidFill>
                        <a:srgbClr val="001E56"/>
                      </a:solidFill>
                      <a:prstDash val="solid"/>
                    </a:lnT>
                    <a:lnB w="19050">
                      <a:solidFill>
                        <a:srgbClr val="001E56"/>
                      </a:solidFill>
                      <a:prstDash val="solid"/>
                    </a:lnB>
                    <a:solidFill>
                      <a:srgbClr val="002F73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sz="1600" spc="-2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'A+'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95250" marB="0">
                    <a:lnL w="19050">
                      <a:solidFill>
                        <a:srgbClr val="81352E"/>
                      </a:solidFill>
                      <a:prstDash val="solid"/>
                    </a:lnL>
                    <a:lnR w="28575">
                      <a:solidFill>
                        <a:srgbClr val="81352E"/>
                      </a:solidFill>
                      <a:prstDash val="solid"/>
                    </a:lnR>
                    <a:lnT w="28575">
                      <a:solidFill>
                        <a:srgbClr val="81352E"/>
                      </a:solidFill>
                      <a:prstDash val="solid"/>
                    </a:lnT>
                    <a:lnB w="28575">
                      <a:solidFill>
                        <a:srgbClr val="81352E"/>
                      </a:solidFill>
                      <a:prstDash val="solid"/>
                    </a:lnB>
                    <a:solidFill>
                      <a:srgbClr val="A74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0866">
                <a:tc>
                  <a:txBody>
                    <a:bodyPr/>
                    <a:lstStyle/>
                    <a:p>
                      <a:pPr marL="19050" algn="ctr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sz="1600" spc="-1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'Katy'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95250" marB="0">
                    <a:lnL w="19050">
                      <a:solidFill>
                        <a:srgbClr val="001E56"/>
                      </a:solidFill>
                      <a:prstDash val="solid"/>
                    </a:lnL>
                    <a:lnR w="19050">
                      <a:solidFill>
                        <a:srgbClr val="81352E"/>
                      </a:solidFill>
                      <a:prstDash val="solid"/>
                    </a:lnR>
                    <a:lnT w="19050">
                      <a:solidFill>
                        <a:srgbClr val="001E56"/>
                      </a:solidFill>
                      <a:prstDash val="solid"/>
                    </a:lnT>
                    <a:lnB w="19050">
                      <a:solidFill>
                        <a:srgbClr val="001E56"/>
                      </a:solidFill>
                      <a:prstDash val="solid"/>
                    </a:lnB>
                    <a:solidFill>
                      <a:srgbClr val="002F73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1600" spc="-25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'A'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98051" marB="0">
                    <a:lnL w="19050">
                      <a:solidFill>
                        <a:srgbClr val="81352E"/>
                      </a:solidFill>
                      <a:prstDash val="solid"/>
                    </a:lnL>
                    <a:lnR w="19050">
                      <a:solidFill>
                        <a:srgbClr val="81352E"/>
                      </a:solidFill>
                      <a:prstDash val="solid"/>
                    </a:lnR>
                    <a:lnT w="28575">
                      <a:solidFill>
                        <a:srgbClr val="81352E"/>
                      </a:solidFill>
                      <a:prstDash val="solid"/>
                    </a:lnT>
                    <a:lnB w="28575">
                      <a:solidFill>
                        <a:srgbClr val="81352E"/>
                      </a:solidFill>
                      <a:prstDash val="solid"/>
                    </a:lnB>
                    <a:solidFill>
                      <a:srgbClr val="A74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8" name="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01591" y="4234091"/>
            <a:ext cx="830808" cy="516102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2664354" y="5629465"/>
            <a:ext cx="2300568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  <a:tabLst>
                <a:tab pos="578815" algn="l"/>
                <a:tab pos="1338614" algn="l"/>
                <a:tab pos="1952729" algn="l"/>
              </a:tabLst>
            </a:pPr>
            <a:r>
              <a:rPr sz="2382" spc="-26" baseline="3086" dirty="0">
                <a:solidFill>
                  <a:srgbClr val="FF0000"/>
                </a:solidFill>
                <a:latin typeface="Calibri"/>
                <a:cs typeface="Calibri"/>
              </a:rPr>
              <a:t>key1</a:t>
            </a:r>
            <a:r>
              <a:rPr sz="2382" baseline="3086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2382" spc="-26" baseline="3086" dirty="0">
                <a:solidFill>
                  <a:srgbClr val="FF0000"/>
                </a:solidFill>
                <a:latin typeface="Calibri"/>
                <a:cs typeface="Calibri"/>
              </a:rPr>
              <a:t>val1</a:t>
            </a:r>
            <a:r>
              <a:rPr sz="2382" baseline="3086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1588" spc="-18" dirty="0">
                <a:solidFill>
                  <a:srgbClr val="FF0000"/>
                </a:solidFill>
                <a:latin typeface="Calibri"/>
                <a:cs typeface="Calibri"/>
              </a:rPr>
              <a:t>key2</a:t>
            </a:r>
            <a:r>
              <a:rPr sz="1588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1588" spc="-18" dirty="0">
                <a:solidFill>
                  <a:srgbClr val="FF0000"/>
                </a:solidFill>
                <a:latin typeface="Calibri"/>
                <a:cs typeface="Calibri"/>
              </a:rPr>
              <a:t>val2</a:t>
            </a:r>
            <a:endParaRPr sz="1588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612890" y="5641164"/>
            <a:ext cx="2711824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  <a:tabLst>
                <a:tab pos="898199" algn="l"/>
                <a:tab pos="1704506" algn="l"/>
                <a:tab pos="2363447" algn="l"/>
              </a:tabLst>
            </a:pPr>
            <a:r>
              <a:rPr sz="1588" spc="-18" dirty="0">
                <a:solidFill>
                  <a:srgbClr val="FF0000"/>
                </a:solidFill>
                <a:latin typeface="Calibri"/>
                <a:cs typeface="Calibri"/>
              </a:rPr>
              <a:t>key3</a:t>
            </a:r>
            <a:r>
              <a:rPr sz="1588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1588" spc="-18" dirty="0">
                <a:solidFill>
                  <a:srgbClr val="FF0000"/>
                </a:solidFill>
                <a:latin typeface="Calibri"/>
                <a:cs typeface="Calibri"/>
              </a:rPr>
              <a:t>val3</a:t>
            </a:r>
            <a:r>
              <a:rPr sz="1588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1588" spc="-18" dirty="0">
                <a:solidFill>
                  <a:srgbClr val="FF0000"/>
                </a:solidFill>
                <a:latin typeface="Calibri"/>
                <a:cs typeface="Calibri"/>
              </a:rPr>
              <a:t>key4</a:t>
            </a:r>
            <a:r>
              <a:rPr sz="1588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1588" spc="-18" dirty="0">
                <a:solidFill>
                  <a:srgbClr val="FF0000"/>
                </a:solidFill>
                <a:latin typeface="Calibri"/>
                <a:cs typeface="Calibri"/>
              </a:rPr>
              <a:t>val4</a:t>
            </a:r>
            <a:endParaRPr sz="1588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758082" y="5359895"/>
            <a:ext cx="104215" cy="261097"/>
            <a:chOff x="2973426" y="6074548"/>
            <a:chExt cx="118110" cy="295910"/>
          </a:xfrm>
        </p:grpSpPr>
        <p:sp>
          <p:nvSpPr>
            <p:cNvPr id="22" name="object 22"/>
            <p:cNvSpPr/>
            <p:nvPr/>
          </p:nvSpPr>
          <p:spPr>
            <a:xfrm>
              <a:off x="3028076" y="6099848"/>
              <a:ext cx="15240" cy="264160"/>
            </a:xfrm>
            <a:custGeom>
              <a:avLst/>
              <a:gdLst/>
              <a:ahLst/>
              <a:cxnLst/>
              <a:rect l="l" t="t" r="r" b="b"/>
              <a:pathLst>
                <a:path w="15239" h="264160">
                  <a:moveTo>
                    <a:pt x="14705" y="263690"/>
                  </a:moveTo>
                  <a:lnTo>
                    <a:pt x="0" y="0"/>
                  </a:lnTo>
                </a:path>
              </a:pathLst>
            </a:custGeom>
            <a:ln w="12693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73426" y="6074548"/>
              <a:ext cx="117729" cy="118224"/>
            </a:xfrm>
            <a:prstGeom prst="rect">
              <a:avLst/>
            </a:prstGeom>
          </p:spPr>
        </p:pic>
      </p:grpSp>
      <p:grpSp>
        <p:nvGrpSpPr>
          <p:cNvPr id="24" name="object 24"/>
          <p:cNvGrpSpPr/>
          <p:nvPr/>
        </p:nvGrpSpPr>
        <p:grpSpPr>
          <a:xfrm>
            <a:off x="5770338" y="5359895"/>
            <a:ext cx="104215" cy="261097"/>
            <a:chOff x="6387317" y="6074548"/>
            <a:chExt cx="118110" cy="295910"/>
          </a:xfrm>
        </p:grpSpPr>
        <p:sp>
          <p:nvSpPr>
            <p:cNvPr id="25" name="object 25"/>
            <p:cNvSpPr/>
            <p:nvPr/>
          </p:nvSpPr>
          <p:spPr>
            <a:xfrm>
              <a:off x="6441967" y="6099847"/>
              <a:ext cx="15240" cy="264160"/>
            </a:xfrm>
            <a:custGeom>
              <a:avLst/>
              <a:gdLst/>
              <a:ahLst/>
              <a:cxnLst/>
              <a:rect l="l" t="t" r="r" b="b"/>
              <a:pathLst>
                <a:path w="15239" h="264160">
                  <a:moveTo>
                    <a:pt x="14705" y="263690"/>
                  </a:moveTo>
                  <a:lnTo>
                    <a:pt x="0" y="0"/>
                  </a:lnTo>
                </a:path>
              </a:pathLst>
            </a:custGeom>
            <a:ln w="12693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87317" y="6074548"/>
              <a:ext cx="117728" cy="118224"/>
            </a:xfrm>
            <a:prstGeom prst="rect">
              <a:avLst/>
            </a:prstGeom>
          </p:spPr>
        </p:pic>
      </p:grpSp>
      <p:grpSp>
        <p:nvGrpSpPr>
          <p:cNvPr id="27" name="object 27"/>
          <p:cNvGrpSpPr/>
          <p:nvPr/>
        </p:nvGrpSpPr>
        <p:grpSpPr>
          <a:xfrm>
            <a:off x="7998037" y="5365033"/>
            <a:ext cx="104215" cy="261097"/>
            <a:chOff x="8912042" y="6080371"/>
            <a:chExt cx="118110" cy="295910"/>
          </a:xfrm>
        </p:grpSpPr>
        <p:sp>
          <p:nvSpPr>
            <p:cNvPr id="28" name="object 28"/>
            <p:cNvSpPr/>
            <p:nvPr/>
          </p:nvSpPr>
          <p:spPr>
            <a:xfrm>
              <a:off x="8966692" y="6105671"/>
              <a:ext cx="15240" cy="264160"/>
            </a:xfrm>
            <a:custGeom>
              <a:avLst/>
              <a:gdLst/>
              <a:ahLst/>
              <a:cxnLst/>
              <a:rect l="l" t="t" r="r" b="b"/>
              <a:pathLst>
                <a:path w="15240" h="264160">
                  <a:moveTo>
                    <a:pt x="14704" y="263690"/>
                  </a:moveTo>
                  <a:lnTo>
                    <a:pt x="0" y="0"/>
                  </a:lnTo>
                </a:path>
              </a:pathLst>
            </a:custGeom>
            <a:ln w="12693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912042" y="6080371"/>
              <a:ext cx="117728" cy="118224"/>
            </a:xfrm>
            <a:prstGeom prst="rect">
              <a:avLst/>
            </a:prstGeom>
          </p:spPr>
        </p:pic>
      </p:grpSp>
      <p:grpSp>
        <p:nvGrpSpPr>
          <p:cNvPr id="30" name="object 30"/>
          <p:cNvGrpSpPr/>
          <p:nvPr/>
        </p:nvGrpSpPr>
        <p:grpSpPr>
          <a:xfrm>
            <a:off x="6581222" y="5359895"/>
            <a:ext cx="104215" cy="261097"/>
            <a:chOff x="7306318" y="6074548"/>
            <a:chExt cx="118110" cy="295910"/>
          </a:xfrm>
        </p:grpSpPr>
        <p:sp>
          <p:nvSpPr>
            <p:cNvPr id="31" name="object 31"/>
            <p:cNvSpPr/>
            <p:nvPr/>
          </p:nvSpPr>
          <p:spPr>
            <a:xfrm>
              <a:off x="7360968" y="6099847"/>
              <a:ext cx="15240" cy="264160"/>
            </a:xfrm>
            <a:custGeom>
              <a:avLst/>
              <a:gdLst/>
              <a:ahLst/>
              <a:cxnLst/>
              <a:rect l="l" t="t" r="r" b="b"/>
              <a:pathLst>
                <a:path w="15240" h="264160">
                  <a:moveTo>
                    <a:pt x="14704" y="263690"/>
                  </a:moveTo>
                  <a:lnTo>
                    <a:pt x="0" y="0"/>
                  </a:lnTo>
                </a:path>
              </a:pathLst>
            </a:custGeom>
            <a:ln w="12693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06318" y="6074548"/>
              <a:ext cx="117728" cy="118224"/>
            </a:xfrm>
            <a:prstGeom prst="rect">
              <a:avLst/>
            </a:prstGeom>
          </p:spPr>
        </p:pic>
      </p:grpSp>
      <p:grpSp>
        <p:nvGrpSpPr>
          <p:cNvPr id="33" name="object 33"/>
          <p:cNvGrpSpPr/>
          <p:nvPr/>
        </p:nvGrpSpPr>
        <p:grpSpPr>
          <a:xfrm>
            <a:off x="3329307" y="5374982"/>
            <a:ext cx="104215" cy="261097"/>
            <a:chOff x="3620815" y="6091646"/>
            <a:chExt cx="118110" cy="295910"/>
          </a:xfrm>
        </p:grpSpPr>
        <p:sp>
          <p:nvSpPr>
            <p:cNvPr id="34" name="object 34"/>
            <p:cNvSpPr/>
            <p:nvPr/>
          </p:nvSpPr>
          <p:spPr>
            <a:xfrm>
              <a:off x="3675464" y="6116946"/>
              <a:ext cx="15240" cy="264160"/>
            </a:xfrm>
            <a:custGeom>
              <a:avLst/>
              <a:gdLst/>
              <a:ahLst/>
              <a:cxnLst/>
              <a:rect l="l" t="t" r="r" b="b"/>
              <a:pathLst>
                <a:path w="15239" h="264160">
                  <a:moveTo>
                    <a:pt x="14705" y="263690"/>
                  </a:moveTo>
                  <a:lnTo>
                    <a:pt x="0" y="0"/>
                  </a:lnTo>
                </a:path>
              </a:pathLst>
            </a:custGeom>
            <a:ln w="12693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20815" y="6091646"/>
              <a:ext cx="117728" cy="118224"/>
            </a:xfrm>
            <a:prstGeom prst="rect">
              <a:avLst/>
            </a:prstGeom>
          </p:spPr>
        </p:pic>
      </p:grpSp>
      <p:grpSp>
        <p:nvGrpSpPr>
          <p:cNvPr id="36" name="object 36"/>
          <p:cNvGrpSpPr/>
          <p:nvPr/>
        </p:nvGrpSpPr>
        <p:grpSpPr>
          <a:xfrm>
            <a:off x="4704370" y="5359895"/>
            <a:ext cx="104215" cy="261097"/>
            <a:chOff x="5179220" y="6074548"/>
            <a:chExt cx="118110" cy="295910"/>
          </a:xfrm>
        </p:grpSpPr>
        <p:sp>
          <p:nvSpPr>
            <p:cNvPr id="37" name="object 37"/>
            <p:cNvSpPr/>
            <p:nvPr/>
          </p:nvSpPr>
          <p:spPr>
            <a:xfrm>
              <a:off x="5233869" y="6099847"/>
              <a:ext cx="15240" cy="264160"/>
            </a:xfrm>
            <a:custGeom>
              <a:avLst/>
              <a:gdLst/>
              <a:ahLst/>
              <a:cxnLst/>
              <a:rect l="l" t="t" r="r" b="b"/>
              <a:pathLst>
                <a:path w="15239" h="264160">
                  <a:moveTo>
                    <a:pt x="14705" y="263690"/>
                  </a:moveTo>
                  <a:lnTo>
                    <a:pt x="0" y="0"/>
                  </a:lnTo>
                </a:path>
              </a:pathLst>
            </a:custGeom>
            <a:ln w="12693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79220" y="6074548"/>
              <a:ext cx="117728" cy="118224"/>
            </a:xfrm>
            <a:prstGeom prst="rect">
              <a:avLst/>
            </a:prstGeom>
          </p:spPr>
        </p:pic>
      </p:grpSp>
      <p:grpSp>
        <p:nvGrpSpPr>
          <p:cNvPr id="39" name="object 39"/>
          <p:cNvGrpSpPr/>
          <p:nvPr/>
        </p:nvGrpSpPr>
        <p:grpSpPr>
          <a:xfrm>
            <a:off x="4151178" y="5374982"/>
            <a:ext cx="104215" cy="261097"/>
            <a:chOff x="4552268" y="6091646"/>
            <a:chExt cx="118110" cy="295910"/>
          </a:xfrm>
        </p:grpSpPr>
        <p:sp>
          <p:nvSpPr>
            <p:cNvPr id="40" name="object 40"/>
            <p:cNvSpPr/>
            <p:nvPr/>
          </p:nvSpPr>
          <p:spPr>
            <a:xfrm>
              <a:off x="4606917" y="6116946"/>
              <a:ext cx="15240" cy="264160"/>
            </a:xfrm>
            <a:custGeom>
              <a:avLst/>
              <a:gdLst/>
              <a:ahLst/>
              <a:cxnLst/>
              <a:rect l="l" t="t" r="r" b="b"/>
              <a:pathLst>
                <a:path w="15239" h="264160">
                  <a:moveTo>
                    <a:pt x="14705" y="263690"/>
                  </a:moveTo>
                  <a:lnTo>
                    <a:pt x="0" y="0"/>
                  </a:lnTo>
                </a:path>
              </a:pathLst>
            </a:custGeom>
            <a:ln w="12693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52268" y="6091646"/>
              <a:ext cx="117728" cy="118224"/>
            </a:xfrm>
            <a:prstGeom prst="rect">
              <a:avLst/>
            </a:prstGeom>
          </p:spPr>
        </p:pic>
      </p:grpSp>
      <p:grpSp>
        <p:nvGrpSpPr>
          <p:cNvPr id="42" name="object 42"/>
          <p:cNvGrpSpPr/>
          <p:nvPr/>
        </p:nvGrpSpPr>
        <p:grpSpPr>
          <a:xfrm>
            <a:off x="7420546" y="5374981"/>
            <a:ext cx="104215" cy="261097"/>
            <a:chOff x="8257552" y="6091645"/>
            <a:chExt cx="118110" cy="295910"/>
          </a:xfrm>
        </p:grpSpPr>
        <p:sp>
          <p:nvSpPr>
            <p:cNvPr id="43" name="object 43"/>
            <p:cNvSpPr/>
            <p:nvPr/>
          </p:nvSpPr>
          <p:spPr>
            <a:xfrm>
              <a:off x="8312202" y="6116945"/>
              <a:ext cx="15240" cy="264160"/>
            </a:xfrm>
            <a:custGeom>
              <a:avLst/>
              <a:gdLst/>
              <a:ahLst/>
              <a:cxnLst/>
              <a:rect l="l" t="t" r="r" b="b"/>
              <a:pathLst>
                <a:path w="15240" h="264160">
                  <a:moveTo>
                    <a:pt x="14704" y="263690"/>
                  </a:moveTo>
                  <a:lnTo>
                    <a:pt x="0" y="0"/>
                  </a:lnTo>
                </a:path>
              </a:pathLst>
            </a:custGeom>
            <a:ln w="12693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57552" y="6091645"/>
              <a:ext cx="117728" cy="118224"/>
            </a:xfrm>
            <a:prstGeom prst="rect">
              <a:avLst/>
            </a:prstGeom>
          </p:spPr>
        </p:pic>
      </p:grpSp>
      <p:sp>
        <p:nvSpPr>
          <p:cNvPr id="45" name="object 45"/>
          <p:cNvSpPr txBox="1">
            <a:spLocks noGrp="1"/>
          </p:cNvSpPr>
          <p:nvPr>
            <p:ph type="sldNum" sz="quarter" idx="7"/>
          </p:nvPr>
        </p:nvSpPr>
        <p:spPr>
          <a:xfrm>
            <a:off x="7320130" y="5801565"/>
            <a:ext cx="198344" cy="167240"/>
          </a:xfrm>
          <a:prstGeom prst="rect">
            <a:avLst/>
          </a:prstGeom>
        </p:spPr>
        <p:txBody>
          <a:bodyPr vert="horz" wrap="square" lIns="0" tIns="5603" rIns="0" bIns="0" rtlCol="0">
            <a:spAutoFit/>
          </a:bodyPr>
          <a:lstStyle/>
          <a:p>
            <a:pPr marL="11206">
              <a:spcBef>
                <a:spcPts val="44"/>
              </a:spcBef>
            </a:pPr>
            <a:fld id="{81D60167-4931-47E6-BA6A-407CBD079E47}" type="slidenum">
              <a:rPr spc="-22" dirty="0"/>
              <a:pPr marL="11206">
                <a:spcBef>
                  <a:spcPts val="44"/>
                </a:spcBef>
              </a:pPr>
              <a:t>67</a:t>
            </a:fld>
            <a:endParaRPr spc="-22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189884" y="2026679"/>
          <a:ext cx="2724149" cy="171954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81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30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0866">
                <a:tc>
                  <a:txBody>
                    <a:bodyPr/>
                    <a:lstStyle/>
                    <a:p>
                      <a:pPr marL="19050"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600" spc="-1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'Ana'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92449" marB="0">
                    <a:lnL w="19050">
                      <a:solidFill>
                        <a:srgbClr val="001E56"/>
                      </a:solidFill>
                      <a:prstDash val="solid"/>
                    </a:lnL>
                    <a:lnR w="19050">
                      <a:solidFill>
                        <a:srgbClr val="81352E"/>
                      </a:solidFill>
                      <a:prstDash val="solid"/>
                    </a:lnR>
                    <a:lnT w="19050">
                      <a:solidFill>
                        <a:srgbClr val="001E56"/>
                      </a:solidFill>
                      <a:prstDash val="solid"/>
                    </a:lnT>
                    <a:lnB w="19050">
                      <a:solidFill>
                        <a:srgbClr val="001E56"/>
                      </a:solidFill>
                      <a:prstDash val="solid"/>
                    </a:lnB>
                    <a:solidFill>
                      <a:srgbClr val="002F73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sz="1600" spc="-25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'B'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95250" marB="0">
                    <a:lnL w="19050">
                      <a:solidFill>
                        <a:srgbClr val="81352E"/>
                      </a:solidFill>
                      <a:prstDash val="solid"/>
                    </a:lnL>
                    <a:lnR w="19050">
                      <a:solidFill>
                        <a:srgbClr val="81352E"/>
                      </a:solidFill>
                      <a:prstDash val="solid"/>
                    </a:lnR>
                    <a:lnT w="19050">
                      <a:solidFill>
                        <a:srgbClr val="81352E"/>
                      </a:solidFill>
                      <a:prstDash val="solid"/>
                    </a:lnT>
                    <a:lnB w="19050">
                      <a:solidFill>
                        <a:srgbClr val="81352E"/>
                      </a:solidFill>
                      <a:prstDash val="solid"/>
                    </a:lnB>
                    <a:solidFill>
                      <a:srgbClr val="A74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065">
                <a:tc>
                  <a:txBody>
                    <a:bodyPr/>
                    <a:lstStyle/>
                    <a:p>
                      <a:pPr marL="19050" algn="ctr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1600" spc="-1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'Denise'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91887" marB="0">
                    <a:lnL w="19050">
                      <a:solidFill>
                        <a:srgbClr val="001E56"/>
                      </a:solidFill>
                      <a:prstDash val="solid"/>
                    </a:lnL>
                    <a:lnR w="19050">
                      <a:solidFill>
                        <a:srgbClr val="81352E"/>
                      </a:solidFill>
                      <a:prstDash val="solid"/>
                    </a:lnR>
                    <a:lnT w="19050">
                      <a:solidFill>
                        <a:srgbClr val="001E56"/>
                      </a:solidFill>
                      <a:prstDash val="solid"/>
                    </a:lnT>
                    <a:lnB w="19050">
                      <a:solidFill>
                        <a:srgbClr val="001E56"/>
                      </a:solidFill>
                      <a:prstDash val="solid"/>
                    </a:lnB>
                    <a:solidFill>
                      <a:srgbClr val="002F73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600" spc="-25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'A'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96371" marB="0">
                    <a:lnL w="19050">
                      <a:solidFill>
                        <a:srgbClr val="81352E"/>
                      </a:solidFill>
                      <a:prstDash val="solid"/>
                    </a:lnL>
                    <a:lnR w="19050">
                      <a:solidFill>
                        <a:srgbClr val="81352E"/>
                      </a:solidFill>
                      <a:prstDash val="solid"/>
                    </a:lnR>
                    <a:lnT w="19050">
                      <a:solidFill>
                        <a:srgbClr val="81352E"/>
                      </a:solidFill>
                      <a:prstDash val="solid"/>
                    </a:lnT>
                    <a:lnB w="19050">
                      <a:solidFill>
                        <a:srgbClr val="81352E"/>
                      </a:solidFill>
                      <a:prstDash val="solid"/>
                    </a:lnB>
                    <a:solidFill>
                      <a:srgbClr val="A74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866">
                <a:tc>
                  <a:txBody>
                    <a:bodyPr/>
                    <a:lstStyle/>
                    <a:p>
                      <a:pPr marL="19050" algn="ct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600" spc="-1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'John'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93569" marB="0">
                    <a:lnL w="19050">
                      <a:solidFill>
                        <a:srgbClr val="001E56"/>
                      </a:solidFill>
                      <a:prstDash val="solid"/>
                    </a:lnL>
                    <a:lnR w="19050">
                      <a:solidFill>
                        <a:srgbClr val="81352E"/>
                      </a:solidFill>
                      <a:prstDash val="solid"/>
                    </a:lnR>
                    <a:lnT w="19050">
                      <a:solidFill>
                        <a:srgbClr val="001E56"/>
                      </a:solidFill>
                      <a:prstDash val="solid"/>
                    </a:lnT>
                    <a:lnB w="19050">
                      <a:solidFill>
                        <a:srgbClr val="001E56"/>
                      </a:solidFill>
                      <a:prstDash val="solid"/>
                    </a:lnB>
                    <a:solidFill>
                      <a:srgbClr val="002F73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1600" spc="-2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'A+'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94689" marB="0">
                    <a:lnL w="19050">
                      <a:solidFill>
                        <a:srgbClr val="81352E"/>
                      </a:solidFill>
                      <a:prstDash val="solid"/>
                    </a:lnL>
                    <a:lnR w="19050">
                      <a:solidFill>
                        <a:srgbClr val="81352E"/>
                      </a:solidFill>
                      <a:prstDash val="solid"/>
                    </a:lnR>
                    <a:lnT w="19050">
                      <a:solidFill>
                        <a:srgbClr val="81352E"/>
                      </a:solidFill>
                      <a:prstDash val="solid"/>
                    </a:lnT>
                    <a:lnB w="19050">
                      <a:solidFill>
                        <a:srgbClr val="81352E"/>
                      </a:solidFill>
                      <a:prstDash val="solid"/>
                    </a:lnB>
                    <a:solidFill>
                      <a:srgbClr val="A74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46">
                <a:tc>
                  <a:txBody>
                    <a:bodyPr/>
                    <a:lstStyle/>
                    <a:p>
                      <a:pPr marL="19050"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600" spc="-1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'Katy'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92449" marB="0">
                    <a:lnL w="19050">
                      <a:solidFill>
                        <a:srgbClr val="001E56"/>
                      </a:solidFill>
                      <a:prstDash val="solid"/>
                    </a:lnL>
                    <a:lnR w="19050">
                      <a:solidFill>
                        <a:srgbClr val="81352E"/>
                      </a:solidFill>
                      <a:prstDash val="solid"/>
                    </a:lnR>
                    <a:lnT w="19050">
                      <a:solidFill>
                        <a:srgbClr val="001E56"/>
                      </a:solidFill>
                      <a:prstDash val="solid"/>
                    </a:lnT>
                    <a:lnB w="19050">
                      <a:solidFill>
                        <a:srgbClr val="001E56"/>
                      </a:solidFill>
                      <a:prstDash val="solid"/>
                    </a:lnB>
                    <a:solidFill>
                      <a:srgbClr val="002F73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sz="1600" spc="-25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'A'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95250" marB="0">
                    <a:lnL w="19050">
                      <a:solidFill>
                        <a:srgbClr val="81352E"/>
                      </a:solidFill>
                      <a:prstDash val="solid"/>
                    </a:lnL>
                    <a:lnR w="19050">
                      <a:solidFill>
                        <a:srgbClr val="81352E"/>
                      </a:solidFill>
                      <a:prstDash val="solid"/>
                    </a:lnR>
                    <a:lnT w="19050">
                      <a:solidFill>
                        <a:srgbClr val="81352E"/>
                      </a:solidFill>
                      <a:prstDash val="solid"/>
                    </a:lnT>
                    <a:lnB w="19050">
                      <a:solidFill>
                        <a:srgbClr val="81352E"/>
                      </a:solidFill>
                      <a:prstDash val="solid"/>
                    </a:lnB>
                    <a:solidFill>
                      <a:srgbClr val="A74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7320130" y="5801565"/>
            <a:ext cx="198344" cy="167240"/>
          </a:xfrm>
          <a:prstGeom prst="rect">
            <a:avLst/>
          </a:prstGeom>
        </p:spPr>
        <p:txBody>
          <a:bodyPr vert="horz" wrap="square" lIns="0" tIns="5603" rIns="0" bIns="0" rtlCol="0">
            <a:spAutoFit/>
          </a:bodyPr>
          <a:lstStyle/>
          <a:p>
            <a:pPr marL="11206">
              <a:spcBef>
                <a:spcPts val="44"/>
              </a:spcBef>
            </a:pPr>
            <a:fld id="{81D60167-4931-47E6-BA6A-407CBD079E47}" type="slidenum">
              <a:rPr spc="-22" dirty="0"/>
              <a:pPr marL="11206">
                <a:spcBef>
                  <a:spcPts val="44"/>
                </a:spcBef>
              </a:pPr>
              <a:t>68</a:t>
            </a:fld>
            <a:endParaRPr spc="-22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68772" y="948005"/>
            <a:ext cx="6438900" cy="74997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pc="-44" dirty="0"/>
              <a:t>DICTIONARY</a:t>
            </a:r>
            <a:r>
              <a:rPr spc="-185" dirty="0"/>
              <a:t> </a:t>
            </a:r>
            <a:r>
              <a:rPr spc="-53" dirty="0"/>
              <a:t>LOOKUP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52816" y="1911089"/>
            <a:ext cx="7181290" cy="3059077"/>
          </a:xfrm>
          <a:prstGeom prst="rect">
            <a:avLst/>
          </a:prstGeom>
        </p:spPr>
        <p:txBody>
          <a:bodyPr vert="horz" wrap="square" lIns="0" tIns="131669" rIns="0" bIns="0" rtlCol="0">
            <a:spAutoFit/>
          </a:bodyPr>
          <a:lstStyle/>
          <a:p>
            <a:pPr marL="209561" indent="-198355">
              <a:spcBef>
                <a:spcPts val="1037"/>
              </a:spcBef>
              <a:buClr>
                <a:srgbClr val="595959"/>
              </a:buClr>
              <a:buFont typeface="Wingdings"/>
              <a:buChar char=""/>
              <a:tabLst>
                <a:tab pos="209561" algn="l"/>
              </a:tabLst>
            </a:pPr>
            <a:r>
              <a:rPr sz="2294" dirty="0">
                <a:latin typeface="Calibri"/>
                <a:cs typeface="Calibri"/>
              </a:rPr>
              <a:t>similar</a:t>
            </a:r>
            <a:r>
              <a:rPr sz="2294" spc="-31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to</a:t>
            </a:r>
            <a:r>
              <a:rPr sz="2294" spc="-35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indexing</a:t>
            </a:r>
            <a:r>
              <a:rPr sz="2294" spc="-31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into</a:t>
            </a:r>
            <a:r>
              <a:rPr sz="2294" spc="-31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a</a:t>
            </a:r>
            <a:r>
              <a:rPr sz="2294" spc="-35" dirty="0">
                <a:latin typeface="Calibri"/>
                <a:cs typeface="Calibri"/>
              </a:rPr>
              <a:t> </a:t>
            </a:r>
            <a:r>
              <a:rPr sz="2294" spc="-18" dirty="0">
                <a:latin typeface="Calibri"/>
                <a:cs typeface="Calibri"/>
              </a:rPr>
              <a:t>list</a:t>
            </a:r>
            <a:endParaRPr sz="2294">
              <a:latin typeface="Calibri"/>
              <a:cs typeface="Calibri"/>
            </a:endParaRPr>
          </a:p>
          <a:p>
            <a:pPr marL="209561" indent="-198355">
              <a:spcBef>
                <a:spcPts val="953"/>
              </a:spcBef>
              <a:buClr>
                <a:srgbClr val="595959"/>
              </a:buClr>
              <a:buFont typeface="Wingdings"/>
              <a:buChar char=""/>
              <a:tabLst>
                <a:tab pos="209561" algn="l"/>
              </a:tabLst>
            </a:pPr>
            <a:r>
              <a:rPr sz="2294" b="1" dirty="0">
                <a:solidFill>
                  <a:srgbClr val="C00000"/>
                </a:solidFill>
                <a:latin typeface="Calibri"/>
                <a:cs typeface="Calibri"/>
              </a:rPr>
              <a:t>looks</a:t>
            </a:r>
            <a:r>
              <a:rPr sz="2294" b="1" spc="-26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94" b="1" dirty="0">
                <a:solidFill>
                  <a:srgbClr val="C00000"/>
                </a:solidFill>
                <a:latin typeface="Calibri"/>
                <a:cs typeface="Calibri"/>
              </a:rPr>
              <a:t>up</a:t>
            </a:r>
            <a:r>
              <a:rPr sz="2294" b="1" spc="-26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the</a:t>
            </a:r>
            <a:r>
              <a:rPr sz="2294" spc="-26" dirty="0">
                <a:latin typeface="Calibri"/>
                <a:cs typeface="Calibri"/>
              </a:rPr>
              <a:t> </a:t>
            </a:r>
            <a:r>
              <a:rPr sz="2294" b="1" spc="-22" dirty="0">
                <a:solidFill>
                  <a:srgbClr val="C00000"/>
                </a:solidFill>
                <a:latin typeface="Calibri"/>
                <a:cs typeface="Calibri"/>
              </a:rPr>
              <a:t>key</a:t>
            </a:r>
            <a:endParaRPr sz="2294">
              <a:latin typeface="Calibri"/>
              <a:cs typeface="Calibri"/>
            </a:endParaRPr>
          </a:p>
          <a:p>
            <a:pPr marL="89092" marR="3584952" indent="-78445">
              <a:lnSpc>
                <a:spcPts val="2471"/>
              </a:lnSpc>
              <a:spcBef>
                <a:spcPts val="1271"/>
              </a:spcBef>
              <a:buClr>
                <a:srgbClr val="595959"/>
              </a:buClr>
              <a:buFont typeface="Wingdings"/>
              <a:buChar char=""/>
              <a:tabLst>
                <a:tab pos="89092" algn="l"/>
                <a:tab pos="209000" algn="l"/>
              </a:tabLst>
            </a:pPr>
            <a:r>
              <a:rPr sz="2294" b="1" dirty="0">
                <a:solidFill>
                  <a:srgbClr val="C00000"/>
                </a:solidFill>
                <a:latin typeface="Calibri"/>
                <a:cs typeface="Calibri"/>
              </a:rPr>
              <a:t>	returns</a:t>
            </a:r>
            <a:r>
              <a:rPr sz="2294" b="1" spc="-44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the</a:t>
            </a:r>
            <a:r>
              <a:rPr sz="2294" spc="-35" dirty="0">
                <a:latin typeface="Calibri"/>
                <a:cs typeface="Calibri"/>
              </a:rPr>
              <a:t> </a:t>
            </a:r>
            <a:r>
              <a:rPr sz="2294" b="1" dirty="0">
                <a:solidFill>
                  <a:srgbClr val="C00000"/>
                </a:solidFill>
                <a:latin typeface="Calibri"/>
                <a:cs typeface="Calibri"/>
              </a:rPr>
              <a:t>value</a:t>
            </a:r>
            <a:r>
              <a:rPr sz="2294" b="1" spc="-44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94" spc="-9" dirty="0">
                <a:latin typeface="Calibri"/>
                <a:cs typeface="Calibri"/>
              </a:rPr>
              <a:t>associated </a:t>
            </a:r>
            <a:r>
              <a:rPr sz="2294" dirty="0">
                <a:latin typeface="Calibri"/>
                <a:cs typeface="Calibri"/>
              </a:rPr>
              <a:t>with</a:t>
            </a:r>
            <a:r>
              <a:rPr sz="2294" spc="-35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the</a:t>
            </a:r>
            <a:r>
              <a:rPr sz="2294" spc="-26" dirty="0">
                <a:latin typeface="Calibri"/>
                <a:cs typeface="Calibri"/>
              </a:rPr>
              <a:t> </a:t>
            </a:r>
            <a:r>
              <a:rPr sz="2294" spc="-22" dirty="0">
                <a:latin typeface="Calibri"/>
                <a:cs typeface="Calibri"/>
              </a:rPr>
              <a:t>key</a:t>
            </a:r>
            <a:endParaRPr sz="2294">
              <a:latin typeface="Calibri"/>
              <a:cs typeface="Calibri"/>
            </a:endParaRPr>
          </a:p>
          <a:p>
            <a:pPr marL="209561" indent="-198355">
              <a:spcBef>
                <a:spcPts val="918"/>
              </a:spcBef>
              <a:buClr>
                <a:srgbClr val="595959"/>
              </a:buClr>
              <a:buFont typeface="Wingdings"/>
              <a:buChar char=""/>
              <a:tabLst>
                <a:tab pos="209561" algn="l"/>
              </a:tabLst>
            </a:pPr>
            <a:r>
              <a:rPr sz="2294" dirty="0">
                <a:latin typeface="Calibri"/>
                <a:cs typeface="Calibri"/>
              </a:rPr>
              <a:t>if</a:t>
            </a:r>
            <a:r>
              <a:rPr sz="2294" spc="-13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key</a:t>
            </a:r>
            <a:r>
              <a:rPr sz="2294" spc="-4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isn’t</a:t>
            </a:r>
            <a:r>
              <a:rPr sz="2294" spc="-13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found,</a:t>
            </a:r>
            <a:r>
              <a:rPr sz="2294" spc="-9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get</a:t>
            </a:r>
            <a:r>
              <a:rPr sz="2294" spc="-13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an</a:t>
            </a:r>
            <a:r>
              <a:rPr sz="2294" spc="-9" dirty="0">
                <a:latin typeface="Calibri"/>
                <a:cs typeface="Calibri"/>
              </a:rPr>
              <a:t> error</a:t>
            </a:r>
            <a:endParaRPr sz="2294">
              <a:latin typeface="Calibri"/>
              <a:cs typeface="Calibri"/>
            </a:endParaRPr>
          </a:p>
          <a:p>
            <a:pPr>
              <a:spcBef>
                <a:spcPts val="1711"/>
              </a:spcBef>
            </a:pPr>
            <a:endParaRPr sz="2294">
              <a:latin typeface="Calibri"/>
              <a:cs typeface="Calibri"/>
            </a:endParaRPr>
          </a:p>
          <a:p>
            <a:pPr marL="26896"/>
            <a:r>
              <a:rPr sz="1588" dirty="0">
                <a:latin typeface="Courier New"/>
                <a:cs typeface="Courier New"/>
              </a:rPr>
              <a:t>grades = {'Ana':'B', 'John':'A+', 'Denise':'A', </a:t>
            </a:r>
            <a:r>
              <a:rPr sz="1588" spc="-9" dirty="0">
                <a:latin typeface="Courier New"/>
                <a:cs typeface="Courier New"/>
              </a:rPr>
              <a:t>'Katy':'A'}</a:t>
            </a:r>
            <a:endParaRPr sz="1588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68772" y="4922411"/>
            <a:ext cx="1959909" cy="70528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 marR="4483">
              <a:lnSpc>
                <a:spcPct val="148200"/>
              </a:lnSpc>
              <a:spcBef>
                <a:spcPts val="88"/>
              </a:spcBef>
            </a:pPr>
            <a:r>
              <a:rPr sz="1588" spc="-9" dirty="0">
                <a:latin typeface="Courier New"/>
                <a:cs typeface="Courier New"/>
              </a:rPr>
              <a:t>grades['John'] grades['Sylvan']</a:t>
            </a:r>
            <a:endParaRPr sz="1588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89243" y="4922411"/>
            <a:ext cx="1908922" cy="733134"/>
          </a:xfrm>
          <a:prstGeom prst="rect">
            <a:avLst/>
          </a:prstGeom>
        </p:spPr>
        <p:txBody>
          <a:bodyPr vert="horz" wrap="square" lIns="0" tIns="127747" rIns="0" bIns="0" rtlCol="0">
            <a:spAutoFit/>
          </a:bodyPr>
          <a:lstStyle/>
          <a:p>
            <a:pPr marL="11206">
              <a:spcBef>
                <a:spcPts val="1006"/>
              </a:spcBef>
              <a:tabLst>
                <a:tab pos="329471" algn="l"/>
              </a:tabLst>
            </a:pPr>
            <a:r>
              <a:rPr sz="1588" spc="-44" dirty="0">
                <a:latin typeface="Wingdings"/>
                <a:cs typeface="Wingdings"/>
              </a:rPr>
              <a:t></a:t>
            </a:r>
            <a:r>
              <a:rPr sz="1588" dirty="0">
                <a:latin typeface="Times New Roman"/>
                <a:cs typeface="Times New Roman"/>
              </a:rPr>
              <a:t>	</a:t>
            </a:r>
            <a:r>
              <a:rPr sz="1588" spc="-9" dirty="0">
                <a:latin typeface="Calibri"/>
                <a:cs typeface="Calibri"/>
              </a:rPr>
              <a:t>evaluates</a:t>
            </a:r>
            <a:r>
              <a:rPr sz="1588" spc="-18" dirty="0">
                <a:latin typeface="Calibri"/>
                <a:cs typeface="Calibri"/>
              </a:rPr>
              <a:t> </a:t>
            </a:r>
            <a:r>
              <a:rPr sz="1588" dirty="0">
                <a:latin typeface="Calibri"/>
                <a:cs typeface="Calibri"/>
              </a:rPr>
              <a:t>to</a:t>
            </a:r>
            <a:r>
              <a:rPr sz="1588" spc="-13" dirty="0">
                <a:latin typeface="Calibri"/>
                <a:cs typeface="Calibri"/>
              </a:rPr>
              <a:t> </a:t>
            </a:r>
            <a:r>
              <a:rPr sz="1588" spc="-18" dirty="0">
                <a:latin typeface="Courier New"/>
                <a:cs typeface="Courier New"/>
              </a:rPr>
              <a:t>'A+'</a:t>
            </a:r>
            <a:endParaRPr sz="1588">
              <a:latin typeface="Courier New"/>
              <a:cs typeface="Courier New"/>
            </a:endParaRPr>
          </a:p>
          <a:p>
            <a:pPr marL="11206">
              <a:spcBef>
                <a:spcPts val="918"/>
              </a:spcBef>
              <a:tabLst>
                <a:tab pos="329471" algn="l"/>
              </a:tabLst>
            </a:pPr>
            <a:r>
              <a:rPr sz="1588" spc="-44" dirty="0">
                <a:latin typeface="Wingdings"/>
                <a:cs typeface="Wingdings"/>
              </a:rPr>
              <a:t></a:t>
            </a:r>
            <a:r>
              <a:rPr sz="1588" dirty="0">
                <a:latin typeface="Times New Roman"/>
                <a:cs typeface="Times New Roman"/>
              </a:rPr>
              <a:t>	</a:t>
            </a:r>
            <a:r>
              <a:rPr sz="1588" dirty="0">
                <a:latin typeface="Calibri"/>
                <a:cs typeface="Calibri"/>
              </a:rPr>
              <a:t>gives</a:t>
            </a:r>
            <a:r>
              <a:rPr sz="1588" spc="-35" dirty="0">
                <a:latin typeface="Calibri"/>
                <a:cs typeface="Calibri"/>
              </a:rPr>
              <a:t> </a:t>
            </a:r>
            <a:r>
              <a:rPr sz="1588" dirty="0">
                <a:latin typeface="Calibri"/>
                <a:cs typeface="Calibri"/>
              </a:rPr>
              <a:t>a</a:t>
            </a:r>
            <a:r>
              <a:rPr sz="1588" spc="-35" dirty="0">
                <a:latin typeface="Calibri"/>
                <a:cs typeface="Calibri"/>
              </a:rPr>
              <a:t> </a:t>
            </a:r>
            <a:r>
              <a:rPr sz="1588" spc="-9" dirty="0">
                <a:latin typeface="Courier New"/>
                <a:cs typeface="Courier New"/>
              </a:rPr>
              <a:t>KeyError</a:t>
            </a:r>
            <a:endParaRPr sz="1588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37883" y="5918549"/>
            <a:ext cx="8068235" cy="536201"/>
            <a:chOff x="457200" y="6707688"/>
            <a:chExt cx="9144000" cy="607695"/>
          </a:xfrm>
        </p:grpSpPr>
        <p:sp>
          <p:nvSpPr>
            <p:cNvPr id="3" name="object 3"/>
            <p:cNvSpPr/>
            <p:nvPr/>
          </p:nvSpPr>
          <p:spPr>
            <a:xfrm>
              <a:off x="457200" y="6858000"/>
              <a:ext cx="9144000" cy="457200"/>
            </a:xfrm>
            <a:custGeom>
              <a:avLst/>
              <a:gdLst/>
              <a:ahLst/>
              <a:cxnLst/>
              <a:rect l="l" t="t" r="r" b="b"/>
              <a:pathLst>
                <a:path w="9144000" h="457200">
                  <a:moveTo>
                    <a:pt x="91440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9144000" y="4572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2F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57200" y="6791515"/>
              <a:ext cx="9144000" cy="66040"/>
            </a:xfrm>
            <a:custGeom>
              <a:avLst/>
              <a:gdLst/>
              <a:ahLst/>
              <a:cxnLst/>
              <a:rect l="l" t="t" r="r" b="b"/>
              <a:pathLst>
                <a:path w="9144000" h="66040">
                  <a:moveTo>
                    <a:pt x="9144000" y="0"/>
                  </a:moveTo>
                  <a:lnTo>
                    <a:pt x="0" y="0"/>
                  </a:lnTo>
                  <a:lnTo>
                    <a:pt x="0" y="66001"/>
                  </a:lnTo>
                  <a:lnTo>
                    <a:pt x="9144000" y="66001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6C6C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7200" y="6707688"/>
              <a:ext cx="9144000" cy="325755"/>
            </a:xfrm>
            <a:custGeom>
              <a:avLst/>
              <a:gdLst/>
              <a:ahLst/>
              <a:cxnLst/>
              <a:rect l="l" t="t" r="r" b="b"/>
              <a:pathLst>
                <a:path w="9144000" h="325754">
                  <a:moveTo>
                    <a:pt x="9144000" y="0"/>
                  </a:moveTo>
                  <a:lnTo>
                    <a:pt x="0" y="0"/>
                  </a:lnTo>
                  <a:lnTo>
                    <a:pt x="0" y="325678"/>
                  </a:lnTo>
                  <a:lnTo>
                    <a:pt x="9144000" y="325678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0898196"/>
              </p:ext>
            </p:extLst>
          </p:nvPr>
        </p:nvGraphicFramePr>
        <p:xfrm>
          <a:off x="1320719" y="629787"/>
          <a:ext cx="7670881" cy="22378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016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40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51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0866">
                <a:tc rowSpan="3">
                  <a:txBody>
                    <a:bodyPr/>
                    <a:lstStyle/>
                    <a:p>
                      <a:pPr marL="19050" marR="1285875">
                        <a:lnSpc>
                          <a:spcPts val="4800"/>
                        </a:lnSpc>
                        <a:spcBef>
                          <a:spcPts val="1540"/>
                        </a:spcBef>
                      </a:pPr>
                      <a:r>
                        <a:rPr sz="4200" spc="-10" dirty="0">
                          <a:latin typeface="Calibri Light"/>
                          <a:cs typeface="Calibri Light"/>
                        </a:rPr>
                        <a:t>DICTIONARY </a:t>
                      </a:r>
                      <a:r>
                        <a:rPr sz="4200" spc="-95" dirty="0">
                          <a:latin typeface="Calibri Light"/>
                          <a:cs typeface="Calibri Light"/>
                        </a:rPr>
                        <a:t>OPERATIONS</a:t>
                      </a:r>
                      <a:endParaRPr sz="4200" dirty="0">
                        <a:latin typeface="Calibri Light"/>
                        <a:cs typeface="Calibri Light"/>
                      </a:endParaRPr>
                    </a:p>
                  </a:txBody>
                  <a:tcPr marL="0" marR="0" marT="172571" marB="0">
                    <a:lnR w="19050">
                      <a:solidFill>
                        <a:srgbClr val="001E56"/>
                      </a:solidFill>
                      <a:prstDash val="solid"/>
                    </a:lnR>
                    <a:lnB w="6350">
                      <a:solidFill>
                        <a:srgbClr val="91919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0"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600" spc="-1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'Ana'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92449" marB="0">
                    <a:lnL w="19050">
                      <a:solidFill>
                        <a:srgbClr val="001E56"/>
                      </a:solidFill>
                      <a:prstDash val="solid"/>
                    </a:lnL>
                    <a:lnR w="19050">
                      <a:solidFill>
                        <a:srgbClr val="81352E"/>
                      </a:solidFill>
                      <a:prstDash val="solid"/>
                    </a:lnR>
                    <a:lnT w="19050">
                      <a:solidFill>
                        <a:srgbClr val="001E56"/>
                      </a:solidFill>
                      <a:prstDash val="solid"/>
                    </a:lnT>
                    <a:lnB w="19050">
                      <a:solidFill>
                        <a:srgbClr val="001E56"/>
                      </a:solidFill>
                      <a:prstDash val="solid"/>
                    </a:lnB>
                    <a:solidFill>
                      <a:srgbClr val="002F73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sz="1600" spc="-25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'B'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95250" marB="0">
                    <a:lnL w="19050">
                      <a:solidFill>
                        <a:srgbClr val="81352E"/>
                      </a:solidFill>
                      <a:prstDash val="solid"/>
                    </a:lnL>
                    <a:lnR w="19050">
                      <a:solidFill>
                        <a:srgbClr val="81352E"/>
                      </a:solidFill>
                      <a:prstDash val="solid"/>
                    </a:lnR>
                    <a:lnT w="19050">
                      <a:solidFill>
                        <a:srgbClr val="81352E"/>
                      </a:solidFill>
                      <a:prstDash val="solid"/>
                    </a:lnT>
                    <a:lnB w="19050">
                      <a:solidFill>
                        <a:srgbClr val="81352E"/>
                      </a:solidFill>
                      <a:prstDash val="solid"/>
                    </a:lnB>
                    <a:solidFill>
                      <a:srgbClr val="A74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06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95580" marB="0">
                    <a:lnR w="19050">
                      <a:solidFill>
                        <a:srgbClr val="001E56"/>
                      </a:solidFill>
                      <a:prstDash val="solid"/>
                    </a:lnR>
                    <a:lnB w="6350">
                      <a:solidFill>
                        <a:srgbClr val="91919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0" algn="ctr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1600" spc="-1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'Denise'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91887" marB="0">
                    <a:lnL w="19050">
                      <a:solidFill>
                        <a:srgbClr val="001E56"/>
                      </a:solidFill>
                      <a:prstDash val="solid"/>
                    </a:lnL>
                    <a:lnR w="19050">
                      <a:solidFill>
                        <a:srgbClr val="81352E"/>
                      </a:solidFill>
                      <a:prstDash val="solid"/>
                    </a:lnR>
                    <a:lnT w="19050">
                      <a:solidFill>
                        <a:srgbClr val="001E56"/>
                      </a:solidFill>
                      <a:prstDash val="solid"/>
                    </a:lnT>
                    <a:lnB w="19050">
                      <a:solidFill>
                        <a:srgbClr val="001E56"/>
                      </a:solidFill>
                      <a:prstDash val="solid"/>
                    </a:lnB>
                    <a:solidFill>
                      <a:srgbClr val="002F73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600" spc="-25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'A'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96371" marB="0">
                    <a:lnL w="19050">
                      <a:solidFill>
                        <a:srgbClr val="81352E"/>
                      </a:solidFill>
                      <a:prstDash val="solid"/>
                    </a:lnL>
                    <a:lnR w="19050">
                      <a:solidFill>
                        <a:srgbClr val="81352E"/>
                      </a:solidFill>
                      <a:prstDash val="solid"/>
                    </a:lnR>
                    <a:lnT w="19050">
                      <a:solidFill>
                        <a:srgbClr val="81352E"/>
                      </a:solidFill>
                      <a:prstDash val="solid"/>
                    </a:lnT>
                    <a:lnB w="19050">
                      <a:solidFill>
                        <a:srgbClr val="81352E"/>
                      </a:solidFill>
                      <a:prstDash val="solid"/>
                    </a:lnB>
                    <a:solidFill>
                      <a:srgbClr val="A74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039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95580" marB="0">
                    <a:lnR w="19050">
                      <a:solidFill>
                        <a:srgbClr val="001E56"/>
                      </a:solidFill>
                      <a:prstDash val="solid"/>
                    </a:lnR>
                    <a:lnB w="6350">
                      <a:solidFill>
                        <a:srgbClr val="91919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0" algn="ct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600" spc="-1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'John'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93569" marB="0">
                    <a:lnL w="19050">
                      <a:solidFill>
                        <a:srgbClr val="001E56"/>
                      </a:solidFill>
                      <a:prstDash val="solid"/>
                    </a:lnL>
                    <a:lnR w="19050">
                      <a:solidFill>
                        <a:srgbClr val="81352E"/>
                      </a:solidFill>
                      <a:prstDash val="solid"/>
                    </a:lnR>
                    <a:lnT w="19050">
                      <a:solidFill>
                        <a:srgbClr val="001E56"/>
                      </a:solidFill>
                      <a:prstDash val="solid"/>
                    </a:lnT>
                    <a:lnB w="19050">
                      <a:solidFill>
                        <a:srgbClr val="001E56"/>
                      </a:solidFill>
                      <a:prstDash val="solid"/>
                    </a:lnB>
                    <a:solidFill>
                      <a:srgbClr val="002F73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1600" spc="-2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'A+'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94689" marB="0">
                    <a:lnL w="19050">
                      <a:solidFill>
                        <a:srgbClr val="81352E"/>
                      </a:solidFill>
                      <a:prstDash val="solid"/>
                    </a:lnL>
                    <a:lnR w="19050">
                      <a:solidFill>
                        <a:srgbClr val="81352E"/>
                      </a:solidFill>
                      <a:prstDash val="solid"/>
                    </a:lnR>
                    <a:lnT w="19050">
                      <a:solidFill>
                        <a:srgbClr val="81352E"/>
                      </a:solidFill>
                      <a:prstDash val="solid"/>
                    </a:lnT>
                    <a:lnB w="3175">
                      <a:solidFill>
                        <a:srgbClr val="81352E"/>
                      </a:solidFill>
                      <a:prstDash val="solid"/>
                    </a:lnB>
                    <a:solidFill>
                      <a:srgbClr val="A74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10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1E56"/>
                      </a:solidFill>
                      <a:prstDash val="solid"/>
                    </a:lnR>
                    <a:lnT w="6350">
                      <a:solidFill>
                        <a:srgbClr val="91919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9050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600" spc="-1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'Katy'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83484" marB="0">
                    <a:lnL w="19050">
                      <a:solidFill>
                        <a:srgbClr val="001E56"/>
                      </a:solidFill>
                      <a:prstDash val="solid"/>
                    </a:lnL>
                    <a:lnR w="19050">
                      <a:solidFill>
                        <a:srgbClr val="81352E"/>
                      </a:solidFill>
                      <a:prstDash val="solid"/>
                    </a:lnR>
                    <a:lnT w="19050">
                      <a:solidFill>
                        <a:srgbClr val="001E56"/>
                      </a:solidFill>
                      <a:prstDash val="solid"/>
                    </a:lnT>
                    <a:lnB w="19050">
                      <a:solidFill>
                        <a:srgbClr val="001E56"/>
                      </a:solidFill>
                      <a:prstDash val="solid"/>
                    </a:lnB>
                    <a:solidFill>
                      <a:srgbClr val="002F73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sz="1600" spc="-25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'A'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86285" marB="0">
                    <a:lnL w="19050">
                      <a:solidFill>
                        <a:srgbClr val="81352E"/>
                      </a:solidFill>
                      <a:prstDash val="solid"/>
                    </a:lnL>
                    <a:lnR w="19050">
                      <a:solidFill>
                        <a:srgbClr val="81352E"/>
                      </a:solidFill>
                      <a:prstDash val="solid"/>
                    </a:lnR>
                    <a:lnT w="3175">
                      <a:solidFill>
                        <a:srgbClr val="81352E"/>
                      </a:solidFill>
                      <a:prstDash val="solid"/>
                    </a:lnT>
                    <a:lnB w="19050">
                      <a:solidFill>
                        <a:srgbClr val="81352E"/>
                      </a:solidFill>
                      <a:prstDash val="solid"/>
                    </a:lnB>
                    <a:solidFill>
                      <a:srgbClr val="A74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94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9050">
                      <a:solidFill>
                        <a:srgbClr val="001E56"/>
                      </a:solidFill>
                      <a:prstDash val="solid"/>
                    </a:lnR>
                    <a:lnT w="6350">
                      <a:solidFill>
                        <a:srgbClr val="91919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2225" algn="ctr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600" spc="-1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'Sylvan'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91328" marB="0">
                    <a:lnL w="19050">
                      <a:solidFill>
                        <a:srgbClr val="001E56"/>
                      </a:solidFill>
                      <a:prstDash val="solid"/>
                    </a:lnL>
                    <a:lnR w="19050">
                      <a:solidFill>
                        <a:srgbClr val="81352E"/>
                      </a:solidFill>
                      <a:prstDash val="solid"/>
                    </a:lnR>
                    <a:lnT w="19050">
                      <a:solidFill>
                        <a:srgbClr val="001E56"/>
                      </a:solidFill>
                      <a:prstDash val="solid"/>
                    </a:lnT>
                    <a:lnB w="19050">
                      <a:solidFill>
                        <a:srgbClr val="001E56"/>
                      </a:solidFill>
                      <a:prstDash val="solid"/>
                    </a:lnB>
                    <a:solidFill>
                      <a:srgbClr val="002F73"/>
                    </a:solidFill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1600" spc="-25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'A'</a:t>
                      </a:r>
                      <a:endParaRPr sz="1600" dirty="0">
                        <a:latin typeface="Courier New"/>
                        <a:cs typeface="Courier New"/>
                      </a:endParaRPr>
                    </a:p>
                  </a:txBody>
                  <a:tcPr marL="0" marR="0" marT="94129" marB="0">
                    <a:lnL w="19050">
                      <a:solidFill>
                        <a:srgbClr val="81352E"/>
                      </a:solidFill>
                      <a:prstDash val="solid"/>
                    </a:lnL>
                    <a:lnR w="19050">
                      <a:solidFill>
                        <a:srgbClr val="81352E"/>
                      </a:solidFill>
                      <a:prstDash val="solid"/>
                    </a:lnR>
                    <a:lnT w="19050">
                      <a:solidFill>
                        <a:srgbClr val="81352E"/>
                      </a:solidFill>
                      <a:prstDash val="solid"/>
                    </a:lnT>
                    <a:lnB w="19050">
                      <a:solidFill>
                        <a:srgbClr val="81352E"/>
                      </a:solidFill>
                      <a:prstDash val="solid"/>
                    </a:lnB>
                    <a:solidFill>
                      <a:srgbClr val="A74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7320130" y="5801565"/>
            <a:ext cx="198344" cy="167240"/>
          </a:xfrm>
          <a:prstGeom prst="rect">
            <a:avLst/>
          </a:prstGeom>
        </p:spPr>
        <p:txBody>
          <a:bodyPr vert="horz" wrap="square" lIns="0" tIns="5603" rIns="0" bIns="0" rtlCol="0">
            <a:spAutoFit/>
          </a:bodyPr>
          <a:lstStyle/>
          <a:p>
            <a:pPr marL="11206">
              <a:spcBef>
                <a:spcPts val="44"/>
              </a:spcBef>
            </a:pPr>
            <a:fld id="{81D60167-4931-47E6-BA6A-407CBD079E47}" type="slidenum">
              <a:rPr spc="-22" dirty="0"/>
              <a:pPr marL="11206">
                <a:spcBef>
                  <a:spcPts val="44"/>
                </a:spcBef>
              </a:pPr>
              <a:t>69</a:t>
            </a:fld>
            <a:endParaRPr spc="-22" dirty="0"/>
          </a:p>
        </p:txBody>
      </p:sp>
      <p:sp>
        <p:nvSpPr>
          <p:cNvPr id="7" name="object 7"/>
          <p:cNvSpPr txBox="1"/>
          <p:nvPr/>
        </p:nvSpPr>
        <p:spPr>
          <a:xfrm>
            <a:off x="1252817" y="2994672"/>
            <a:ext cx="7165601" cy="1583827"/>
          </a:xfrm>
          <a:prstGeom prst="rect">
            <a:avLst/>
          </a:prstGeom>
        </p:spPr>
        <p:txBody>
          <a:bodyPr vert="horz" wrap="square" lIns="0" tIns="79562" rIns="0" bIns="0" rtlCol="0">
            <a:spAutoFit/>
          </a:bodyPr>
          <a:lstStyle/>
          <a:p>
            <a:pPr marL="11206">
              <a:spcBef>
                <a:spcPts val="627"/>
              </a:spcBef>
            </a:pPr>
            <a:r>
              <a:rPr sz="1588" dirty="0">
                <a:latin typeface="Courier New"/>
                <a:cs typeface="Courier New"/>
              </a:rPr>
              <a:t>grades = {'Ana':'B', 'John':'A+', 'Denise':'A', </a:t>
            </a:r>
            <a:r>
              <a:rPr sz="1588" spc="-9" dirty="0">
                <a:latin typeface="Courier New"/>
                <a:cs typeface="Courier New"/>
              </a:rPr>
              <a:t>'Katy':'A'}</a:t>
            </a:r>
            <a:endParaRPr sz="1588">
              <a:latin typeface="Courier New"/>
              <a:cs typeface="Courier New"/>
            </a:endParaRPr>
          </a:p>
          <a:p>
            <a:pPr marL="209561" indent="-198355">
              <a:spcBef>
                <a:spcPts val="777"/>
              </a:spcBef>
              <a:buClr>
                <a:srgbClr val="595959"/>
              </a:buClr>
              <a:buFont typeface="Wingdings"/>
              <a:buChar char=""/>
              <a:tabLst>
                <a:tab pos="209561" algn="l"/>
              </a:tabLst>
            </a:pPr>
            <a:r>
              <a:rPr sz="2294" b="1" dirty="0">
                <a:solidFill>
                  <a:srgbClr val="C00000"/>
                </a:solidFill>
                <a:latin typeface="Calibri"/>
                <a:cs typeface="Calibri"/>
              </a:rPr>
              <a:t>add</a:t>
            </a:r>
            <a:r>
              <a:rPr sz="2294" b="1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an</a:t>
            </a:r>
            <a:r>
              <a:rPr sz="2294" spc="-35" dirty="0">
                <a:latin typeface="Calibri"/>
                <a:cs typeface="Calibri"/>
              </a:rPr>
              <a:t> </a:t>
            </a:r>
            <a:r>
              <a:rPr sz="2294" spc="-9" dirty="0">
                <a:latin typeface="Calibri"/>
                <a:cs typeface="Calibri"/>
              </a:rPr>
              <a:t>entry</a:t>
            </a:r>
            <a:endParaRPr sz="2294">
              <a:latin typeface="Calibri"/>
              <a:cs typeface="Calibri"/>
            </a:endParaRPr>
          </a:p>
          <a:p>
            <a:pPr marL="266714">
              <a:spcBef>
                <a:spcPts val="812"/>
              </a:spcBef>
            </a:pPr>
            <a:r>
              <a:rPr sz="1677" dirty="0">
                <a:latin typeface="Courier New"/>
                <a:cs typeface="Courier New"/>
              </a:rPr>
              <a:t>grades['Sylvan'] = </a:t>
            </a:r>
            <a:r>
              <a:rPr sz="1677" spc="-22" dirty="0">
                <a:latin typeface="Courier New"/>
                <a:cs typeface="Courier New"/>
              </a:rPr>
              <a:t>'A'</a:t>
            </a:r>
            <a:endParaRPr sz="1677">
              <a:latin typeface="Courier New"/>
              <a:cs typeface="Courier New"/>
            </a:endParaRPr>
          </a:p>
          <a:p>
            <a:pPr marL="209561" indent="-198355">
              <a:spcBef>
                <a:spcPts val="688"/>
              </a:spcBef>
              <a:buClr>
                <a:srgbClr val="595959"/>
              </a:buClr>
              <a:buFont typeface="Wingdings"/>
              <a:buChar char=""/>
              <a:tabLst>
                <a:tab pos="209561" algn="l"/>
              </a:tabLst>
            </a:pPr>
            <a:r>
              <a:rPr sz="2294" b="1" dirty="0">
                <a:solidFill>
                  <a:srgbClr val="C00000"/>
                </a:solidFill>
                <a:latin typeface="Calibri"/>
                <a:cs typeface="Calibri"/>
              </a:rPr>
              <a:t>test</a:t>
            </a:r>
            <a:r>
              <a:rPr sz="2294" b="1" spc="-13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if</a:t>
            </a:r>
            <a:r>
              <a:rPr sz="2294" spc="-13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key</a:t>
            </a:r>
            <a:r>
              <a:rPr sz="2294" spc="-9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in</a:t>
            </a:r>
            <a:r>
              <a:rPr sz="2294" spc="-13" dirty="0">
                <a:latin typeface="Calibri"/>
                <a:cs typeface="Calibri"/>
              </a:rPr>
              <a:t> </a:t>
            </a:r>
            <a:r>
              <a:rPr sz="2294" spc="-9" dirty="0">
                <a:latin typeface="Calibri"/>
                <a:cs typeface="Calibri"/>
              </a:rPr>
              <a:t>dictionary</a:t>
            </a:r>
            <a:endParaRPr sz="2294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52816" y="4651937"/>
            <a:ext cx="2578474" cy="1480824"/>
          </a:xfrm>
          <a:prstGeom prst="rect">
            <a:avLst/>
          </a:prstGeom>
        </p:spPr>
        <p:txBody>
          <a:bodyPr vert="horz" wrap="square" lIns="0" tIns="64994" rIns="0" bIns="0" rtlCol="0">
            <a:spAutoFit/>
          </a:bodyPr>
          <a:lstStyle/>
          <a:p>
            <a:pPr marL="266714" marR="4483" indent="-560">
              <a:lnSpc>
                <a:spcPct val="78900"/>
              </a:lnSpc>
              <a:spcBef>
                <a:spcPts val="512"/>
              </a:spcBef>
            </a:pPr>
            <a:r>
              <a:rPr sz="1677" dirty="0">
                <a:latin typeface="Courier New"/>
                <a:cs typeface="Courier New"/>
              </a:rPr>
              <a:t>'John' in </a:t>
            </a:r>
            <a:r>
              <a:rPr sz="1677" spc="-9" dirty="0">
                <a:latin typeface="Courier New"/>
                <a:cs typeface="Courier New"/>
              </a:rPr>
              <a:t>grades </a:t>
            </a:r>
            <a:r>
              <a:rPr sz="1677" dirty="0">
                <a:latin typeface="Courier New"/>
                <a:cs typeface="Courier New"/>
              </a:rPr>
              <a:t>'Daniel' in </a:t>
            </a:r>
            <a:r>
              <a:rPr sz="1677" spc="-9" dirty="0">
                <a:latin typeface="Courier New"/>
                <a:cs typeface="Courier New"/>
              </a:rPr>
              <a:t>grades</a:t>
            </a:r>
            <a:endParaRPr sz="1677">
              <a:latin typeface="Courier New"/>
              <a:cs typeface="Courier New"/>
            </a:endParaRPr>
          </a:p>
          <a:p>
            <a:pPr marL="209561" indent="-198355">
              <a:spcBef>
                <a:spcPts val="688"/>
              </a:spcBef>
              <a:buClr>
                <a:srgbClr val="595959"/>
              </a:buClr>
              <a:buFont typeface="Wingdings"/>
              <a:buChar char=""/>
              <a:tabLst>
                <a:tab pos="209561" algn="l"/>
              </a:tabLst>
            </a:pPr>
            <a:r>
              <a:rPr sz="2294" b="1" dirty="0">
                <a:solidFill>
                  <a:srgbClr val="C00000"/>
                </a:solidFill>
                <a:latin typeface="Calibri"/>
                <a:cs typeface="Calibri"/>
              </a:rPr>
              <a:t>delete</a:t>
            </a:r>
            <a:r>
              <a:rPr sz="2294" b="1" spc="-79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94" spc="-9" dirty="0">
                <a:latin typeface="Calibri"/>
                <a:cs typeface="Calibri"/>
              </a:rPr>
              <a:t>entry</a:t>
            </a:r>
            <a:endParaRPr sz="2294">
              <a:latin typeface="Calibri"/>
              <a:cs typeface="Calibri"/>
            </a:endParaRPr>
          </a:p>
          <a:p>
            <a:pPr marL="266714">
              <a:spcBef>
                <a:spcPts val="811"/>
              </a:spcBef>
            </a:pPr>
            <a:r>
              <a:rPr sz="1677" spc="-9" dirty="0">
                <a:latin typeface="Courier New"/>
                <a:cs typeface="Courier New"/>
              </a:rPr>
              <a:t>del(grades['Ana'])</a:t>
            </a:r>
            <a:endParaRPr sz="1677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80179" y="4651936"/>
            <a:ext cx="1758762" cy="478944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lnSpc>
                <a:spcPts val="1799"/>
              </a:lnSpc>
              <a:spcBef>
                <a:spcPts val="88"/>
              </a:spcBef>
              <a:tabLst>
                <a:tab pos="347401" algn="l"/>
                <a:tab pos="1107761" algn="l"/>
              </a:tabLst>
            </a:pPr>
            <a:r>
              <a:rPr sz="1677" spc="-44" dirty="0">
                <a:latin typeface="Wingdings"/>
                <a:cs typeface="Wingdings"/>
              </a:rPr>
              <a:t></a:t>
            </a:r>
            <a:r>
              <a:rPr sz="1677" dirty="0">
                <a:latin typeface="Times New Roman"/>
                <a:cs typeface="Times New Roman"/>
              </a:rPr>
              <a:t>	</a:t>
            </a:r>
            <a:r>
              <a:rPr sz="1677" spc="-9" dirty="0">
                <a:latin typeface="Calibri"/>
                <a:cs typeface="Calibri"/>
              </a:rPr>
              <a:t>returns</a:t>
            </a:r>
            <a:r>
              <a:rPr sz="1677" dirty="0">
                <a:latin typeface="Calibri"/>
                <a:cs typeface="Calibri"/>
              </a:rPr>
              <a:t>	</a:t>
            </a:r>
            <a:r>
              <a:rPr sz="1677" spc="-18" dirty="0">
                <a:latin typeface="Courier New"/>
                <a:cs typeface="Courier New"/>
              </a:rPr>
              <a:t>True</a:t>
            </a:r>
            <a:endParaRPr sz="1677">
              <a:latin typeface="Courier New"/>
              <a:cs typeface="Courier New"/>
            </a:endParaRPr>
          </a:p>
          <a:p>
            <a:pPr marL="11206">
              <a:lnSpc>
                <a:spcPts val="1799"/>
              </a:lnSpc>
              <a:tabLst>
                <a:tab pos="347401" algn="l"/>
                <a:tab pos="1107761" algn="l"/>
              </a:tabLst>
            </a:pPr>
            <a:r>
              <a:rPr sz="1677" spc="-44" dirty="0">
                <a:latin typeface="Wingdings"/>
                <a:cs typeface="Wingdings"/>
              </a:rPr>
              <a:t></a:t>
            </a:r>
            <a:r>
              <a:rPr sz="1677" dirty="0">
                <a:latin typeface="Times New Roman"/>
                <a:cs typeface="Times New Roman"/>
              </a:rPr>
              <a:t>	</a:t>
            </a:r>
            <a:r>
              <a:rPr sz="1677" spc="-9" dirty="0">
                <a:latin typeface="Calibri"/>
                <a:cs typeface="Calibri"/>
              </a:rPr>
              <a:t>returns</a:t>
            </a:r>
            <a:r>
              <a:rPr sz="1677" dirty="0">
                <a:latin typeface="Calibri"/>
                <a:cs typeface="Calibri"/>
              </a:rPr>
              <a:t>	</a:t>
            </a:r>
            <a:r>
              <a:rPr sz="1677" spc="-9" dirty="0">
                <a:latin typeface="Courier New"/>
                <a:cs typeface="Courier New"/>
              </a:rPr>
              <a:t>False</a:t>
            </a:r>
            <a:endParaRPr sz="1677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37883" y="5918549"/>
            <a:ext cx="8068235" cy="536201"/>
            <a:chOff x="457200" y="6707688"/>
            <a:chExt cx="9144000" cy="607695"/>
          </a:xfrm>
        </p:grpSpPr>
        <p:sp>
          <p:nvSpPr>
            <p:cNvPr id="3" name="object 3"/>
            <p:cNvSpPr/>
            <p:nvPr/>
          </p:nvSpPr>
          <p:spPr>
            <a:xfrm>
              <a:off x="457200" y="6858000"/>
              <a:ext cx="9144000" cy="457200"/>
            </a:xfrm>
            <a:custGeom>
              <a:avLst/>
              <a:gdLst/>
              <a:ahLst/>
              <a:cxnLst/>
              <a:rect l="l" t="t" r="r" b="b"/>
              <a:pathLst>
                <a:path w="9144000" h="457200">
                  <a:moveTo>
                    <a:pt x="91440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9144000" y="4572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2F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57200" y="6791515"/>
              <a:ext cx="9144000" cy="66040"/>
            </a:xfrm>
            <a:custGeom>
              <a:avLst/>
              <a:gdLst/>
              <a:ahLst/>
              <a:cxnLst/>
              <a:rect l="l" t="t" r="r" b="b"/>
              <a:pathLst>
                <a:path w="9144000" h="66040">
                  <a:moveTo>
                    <a:pt x="9144000" y="0"/>
                  </a:moveTo>
                  <a:lnTo>
                    <a:pt x="0" y="0"/>
                  </a:lnTo>
                  <a:lnTo>
                    <a:pt x="0" y="66001"/>
                  </a:lnTo>
                  <a:lnTo>
                    <a:pt x="9144000" y="66001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6C6C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7200" y="6707688"/>
              <a:ext cx="9144000" cy="325755"/>
            </a:xfrm>
            <a:custGeom>
              <a:avLst/>
              <a:gdLst/>
              <a:ahLst/>
              <a:cxnLst/>
              <a:rect l="l" t="t" r="r" b="b"/>
              <a:pathLst>
                <a:path w="9144000" h="325754">
                  <a:moveTo>
                    <a:pt x="9144000" y="0"/>
                  </a:moveTo>
                  <a:lnTo>
                    <a:pt x="0" y="0"/>
                  </a:lnTo>
                  <a:lnTo>
                    <a:pt x="0" y="325678"/>
                  </a:lnTo>
                  <a:lnTo>
                    <a:pt x="9144000" y="325678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413727"/>
              </p:ext>
            </p:extLst>
          </p:nvPr>
        </p:nvGraphicFramePr>
        <p:xfrm>
          <a:off x="1320719" y="629787"/>
          <a:ext cx="7670881" cy="172318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016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40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51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9361">
                <a:tc rowSpan="3">
                  <a:txBody>
                    <a:bodyPr/>
                    <a:lstStyle/>
                    <a:p>
                      <a:pPr marL="19050" marR="1285875">
                        <a:lnSpc>
                          <a:spcPts val="4800"/>
                        </a:lnSpc>
                        <a:spcBef>
                          <a:spcPts val="1540"/>
                        </a:spcBef>
                      </a:pPr>
                      <a:r>
                        <a:rPr sz="4200" spc="-10" dirty="0">
                          <a:latin typeface="Calibri Light"/>
                          <a:cs typeface="Calibri Light"/>
                        </a:rPr>
                        <a:t>DICTIONARY </a:t>
                      </a:r>
                      <a:r>
                        <a:rPr sz="4200" spc="-95" dirty="0">
                          <a:latin typeface="Calibri Light"/>
                          <a:cs typeface="Calibri Light"/>
                        </a:rPr>
                        <a:t>OPERATIONS</a:t>
                      </a:r>
                      <a:endParaRPr sz="4200">
                        <a:latin typeface="Calibri Light"/>
                        <a:cs typeface="Calibri Light"/>
                      </a:endParaRPr>
                    </a:p>
                  </a:txBody>
                  <a:tcPr marL="0" marR="0" marT="172571" marB="0">
                    <a:lnR w="19050">
                      <a:solidFill>
                        <a:srgbClr val="001E56"/>
                      </a:solidFill>
                      <a:prstDash val="solid"/>
                    </a:lnR>
                    <a:lnB w="6350">
                      <a:solidFill>
                        <a:srgbClr val="91919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0"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600" spc="-1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'Ana'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92449" marB="0">
                    <a:lnL w="19050">
                      <a:solidFill>
                        <a:srgbClr val="001E56"/>
                      </a:solidFill>
                      <a:prstDash val="solid"/>
                    </a:lnL>
                    <a:lnR w="19050">
                      <a:solidFill>
                        <a:srgbClr val="81352E"/>
                      </a:solidFill>
                      <a:prstDash val="solid"/>
                    </a:lnR>
                    <a:lnT w="19050">
                      <a:solidFill>
                        <a:srgbClr val="001E56"/>
                      </a:solidFill>
                      <a:prstDash val="solid"/>
                    </a:lnT>
                    <a:lnB w="19050">
                      <a:solidFill>
                        <a:srgbClr val="001E56"/>
                      </a:solidFill>
                      <a:prstDash val="solid"/>
                    </a:lnB>
                    <a:solidFill>
                      <a:srgbClr val="002F73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sz="1600" spc="-25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'B'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95250" marB="0">
                    <a:lnL w="19050">
                      <a:solidFill>
                        <a:srgbClr val="81352E"/>
                      </a:solidFill>
                      <a:prstDash val="solid"/>
                    </a:lnL>
                    <a:lnR w="19050">
                      <a:solidFill>
                        <a:srgbClr val="81352E"/>
                      </a:solidFill>
                      <a:prstDash val="solid"/>
                    </a:lnR>
                    <a:lnT w="19050">
                      <a:solidFill>
                        <a:srgbClr val="81352E"/>
                      </a:solidFill>
                      <a:prstDash val="solid"/>
                    </a:lnT>
                    <a:lnB w="19050">
                      <a:solidFill>
                        <a:srgbClr val="81352E"/>
                      </a:solidFill>
                      <a:prstDash val="solid"/>
                    </a:lnB>
                    <a:solidFill>
                      <a:srgbClr val="A74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15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95580" marB="0">
                    <a:lnR w="19050">
                      <a:solidFill>
                        <a:srgbClr val="001E56"/>
                      </a:solidFill>
                      <a:prstDash val="solid"/>
                    </a:lnR>
                    <a:lnB w="6350">
                      <a:solidFill>
                        <a:srgbClr val="91919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0" algn="ctr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1600" spc="-1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'Denise'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91887" marB="0">
                    <a:lnL w="19050">
                      <a:solidFill>
                        <a:srgbClr val="001E56"/>
                      </a:solidFill>
                      <a:prstDash val="solid"/>
                    </a:lnL>
                    <a:lnR w="19050">
                      <a:solidFill>
                        <a:srgbClr val="81352E"/>
                      </a:solidFill>
                      <a:prstDash val="solid"/>
                    </a:lnR>
                    <a:lnT w="19050">
                      <a:solidFill>
                        <a:srgbClr val="001E56"/>
                      </a:solidFill>
                      <a:prstDash val="solid"/>
                    </a:lnT>
                    <a:lnB w="19050">
                      <a:solidFill>
                        <a:srgbClr val="001E56"/>
                      </a:solidFill>
                      <a:prstDash val="solid"/>
                    </a:lnB>
                    <a:solidFill>
                      <a:srgbClr val="002F73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600" spc="-25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'A'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96371" marB="0">
                    <a:lnL w="19050">
                      <a:solidFill>
                        <a:srgbClr val="81352E"/>
                      </a:solidFill>
                      <a:prstDash val="solid"/>
                    </a:lnL>
                    <a:lnR w="19050">
                      <a:solidFill>
                        <a:srgbClr val="81352E"/>
                      </a:solidFill>
                      <a:prstDash val="solid"/>
                    </a:lnR>
                    <a:lnT w="19050">
                      <a:solidFill>
                        <a:srgbClr val="81352E"/>
                      </a:solidFill>
                      <a:prstDash val="solid"/>
                    </a:lnT>
                    <a:lnB w="19050">
                      <a:solidFill>
                        <a:srgbClr val="81352E"/>
                      </a:solidFill>
                      <a:prstDash val="solid"/>
                    </a:lnB>
                    <a:solidFill>
                      <a:srgbClr val="A74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67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95580" marB="0">
                    <a:lnR w="19050">
                      <a:solidFill>
                        <a:srgbClr val="001E56"/>
                      </a:solidFill>
                      <a:prstDash val="solid"/>
                    </a:lnR>
                    <a:lnB w="6350">
                      <a:solidFill>
                        <a:srgbClr val="91919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0" algn="ct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600" spc="-1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'John'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93569" marB="0">
                    <a:lnL w="19050">
                      <a:solidFill>
                        <a:srgbClr val="001E56"/>
                      </a:solidFill>
                      <a:prstDash val="solid"/>
                    </a:lnL>
                    <a:lnR w="19050">
                      <a:solidFill>
                        <a:srgbClr val="81352E"/>
                      </a:solidFill>
                      <a:prstDash val="solid"/>
                    </a:lnR>
                    <a:lnT w="19050">
                      <a:solidFill>
                        <a:srgbClr val="001E56"/>
                      </a:solidFill>
                      <a:prstDash val="solid"/>
                    </a:lnT>
                    <a:lnB w="19050">
                      <a:solidFill>
                        <a:srgbClr val="001E56"/>
                      </a:solidFill>
                      <a:prstDash val="solid"/>
                    </a:lnB>
                    <a:solidFill>
                      <a:srgbClr val="002F73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1600" spc="-2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'A+'</a:t>
                      </a:r>
                      <a:endParaRPr sz="1600" dirty="0">
                        <a:latin typeface="Courier New"/>
                        <a:cs typeface="Courier New"/>
                      </a:endParaRPr>
                    </a:p>
                  </a:txBody>
                  <a:tcPr marL="0" marR="0" marT="94689" marB="0">
                    <a:lnL w="19050">
                      <a:solidFill>
                        <a:srgbClr val="81352E"/>
                      </a:solidFill>
                      <a:prstDash val="solid"/>
                    </a:lnL>
                    <a:lnR w="19050">
                      <a:solidFill>
                        <a:srgbClr val="81352E"/>
                      </a:solidFill>
                      <a:prstDash val="solid"/>
                    </a:lnR>
                    <a:lnT w="19050">
                      <a:solidFill>
                        <a:srgbClr val="81352E"/>
                      </a:solidFill>
                      <a:prstDash val="solid"/>
                    </a:lnT>
                    <a:lnB w="3175">
                      <a:solidFill>
                        <a:srgbClr val="81352E"/>
                      </a:solidFill>
                      <a:prstDash val="solid"/>
                    </a:lnB>
                    <a:solidFill>
                      <a:srgbClr val="A74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41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1E56"/>
                      </a:solidFill>
                      <a:prstDash val="solid"/>
                    </a:lnR>
                    <a:lnT w="6350">
                      <a:solidFill>
                        <a:srgbClr val="91919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9050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600" spc="-1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'Katy'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83484" marB="0">
                    <a:lnL w="19050">
                      <a:solidFill>
                        <a:srgbClr val="001E56"/>
                      </a:solidFill>
                      <a:prstDash val="solid"/>
                    </a:lnL>
                    <a:lnR w="19050">
                      <a:solidFill>
                        <a:srgbClr val="81352E"/>
                      </a:solidFill>
                      <a:prstDash val="solid"/>
                    </a:lnR>
                    <a:lnT w="19050">
                      <a:solidFill>
                        <a:srgbClr val="001E56"/>
                      </a:solidFill>
                      <a:prstDash val="solid"/>
                    </a:lnT>
                    <a:lnB w="19050">
                      <a:solidFill>
                        <a:srgbClr val="001E56"/>
                      </a:solidFill>
                      <a:prstDash val="solid"/>
                    </a:lnB>
                    <a:solidFill>
                      <a:srgbClr val="002F73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sz="1600" spc="-25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'A'</a:t>
                      </a:r>
                      <a:endParaRPr sz="1600" dirty="0">
                        <a:latin typeface="Courier New"/>
                        <a:cs typeface="Courier New"/>
                      </a:endParaRPr>
                    </a:p>
                  </a:txBody>
                  <a:tcPr marL="0" marR="0" marT="86285" marB="0">
                    <a:lnL w="19050">
                      <a:solidFill>
                        <a:srgbClr val="81352E"/>
                      </a:solidFill>
                      <a:prstDash val="solid"/>
                    </a:lnL>
                    <a:lnR w="19050">
                      <a:solidFill>
                        <a:srgbClr val="81352E"/>
                      </a:solidFill>
                      <a:prstDash val="solid"/>
                    </a:lnR>
                    <a:lnT w="3175">
                      <a:solidFill>
                        <a:srgbClr val="81352E"/>
                      </a:solidFill>
                      <a:prstDash val="solid"/>
                    </a:lnT>
                    <a:lnB w="19050">
                      <a:solidFill>
                        <a:srgbClr val="81352E"/>
                      </a:solidFill>
                      <a:prstDash val="solid"/>
                    </a:lnB>
                    <a:solidFill>
                      <a:srgbClr val="A74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1252817" y="3195171"/>
            <a:ext cx="7253007" cy="2320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88" dirty="0">
                <a:latin typeface="Courier New"/>
                <a:cs typeface="Courier New"/>
              </a:rPr>
              <a:t>grades = {'Ana':'B', 'John':'A+', 'Denise':'A', </a:t>
            </a:r>
            <a:r>
              <a:rPr sz="1588" spc="-9" dirty="0">
                <a:latin typeface="Courier New"/>
                <a:cs typeface="Courier New"/>
              </a:rPr>
              <a:t>'Katy':'A'}</a:t>
            </a:r>
            <a:endParaRPr sz="1588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588">
              <a:latin typeface="Courier New"/>
              <a:cs typeface="Courier New"/>
            </a:endParaRPr>
          </a:p>
          <a:p>
            <a:pPr>
              <a:spcBef>
                <a:spcPts val="1129"/>
              </a:spcBef>
            </a:pPr>
            <a:endParaRPr sz="1588">
              <a:latin typeface="Courier New"/>
              <a:cs typeface="Courier New"/>
            </a:endParaRPr>
          </a:p>
          <a:p>
            <a:pPr marL="209561" indent="-198355">
              <a:buClr>
                <a:srgbClr val="595959"/>
              </a:buClr>
              <a:buFont typeface="Wingdings"/>
              <a:buChar char=""/>
              <a:tabLst>
                <a:tab pos="209561" algn="l"/>
              </a:tabLst>
            </a:pPr>
            <a:r>
              <a:rPr sz="2294" dirty="0">
                <a:latin typeface="Calibri"/>
                <a:cs typeface="Calibri"/>
              </a:rPr>
              <a:t>get</a:t>
            </a:r>
            <a:r>
              <a:rPr sz="2294" spc="-44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an</a:t>
            </a:r>
            <a:r>
              <a:rPr sz="2294" spc="-40" dirty="0">
                <a:latin typeface="Calibri"/>
                <a:cs typeface="Calibri"/>
              </a:rPr>
              <a:t> </a:t>
            </a:r>
            <a:r>
              <a:rPr sz="2294" b="1" dirty="0">
                <a:solidFill>
                  <a:srgbClr val="C00000"/>
                </a:solidFill>
                <a:latin typeface="Calibri"/>
                <a:cs typeface="Calibri"/>
              </a:rPr>
              <a:t>iterable</a:t>
            </a:r>
            <a:r>
              <a:rPr sz="2294" b="1" spc="-44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94" b="1" dirty="0">
                <a:solidFill>
                  <a:srgbClr val="C00000"/>
                </a:solidFill>
                <a:latin typeface="Calibri"/>
                <a:cs typeface="Calibri"/>
              </a:rPr>
              <a:t>that</a:t>
            </a:r>
            <a:r>
              <a:rPr sz="2294" b="1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94" b="1" dirty="0">
                <a:solidFill>
                  <a:srgbClr val="C00000"/>
                </a:solidFill>
                <a:latin typeface="Calibri"/>
                <a:cs typeface="Calibri"/>
              </a:rPr>
              <a:t>acts</a:t>
            </a:r>
            <a:r>
              <a:rPr sz="2294" b="1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94" b="1" dirty="0">
                <a:solidFill>
                  <a:srgbClr val="C00000"/>
                </a:solidFill>
                <a:latin typeface="Calibri"/>
                <a:cs typeface="Calibri"/>
              </a:rPr>
              <a:t>like</a:t>
            </a:r>
            <a:r>
              <a:rPr sz="2294" b="1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94" b="1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294" b="1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94" b="1" dirty="0">
                <a:solidFill>
                  <a:srgbClr val="C00000"/>
                </a:solidFill>
                <a:latin typeface="Calibri"/>
                <a:cs typeface="Calibri"/>
              </a:rPr>
              <a:t>tuple</a:t>
            </a:r>
            <a:r>
              <a:rPr sz="2294" b="1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94" b="1" dirty="0">
                <a:solidFill>
                  <a:srgbClr val="C00000"/>
                </a:solidFill>
                <a:latin typeface="Calibri"/>
                <a:cs typeface="Calibri"/>
              </a:rPr>
              <a:t>of</a:t>
            </a:r>
            <a:r>
              <a:rPr sz="2294" b="1" spc="-44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94" b="1" dirty="0">
                <a:solidFill>
                  <a:srgbClr val="C00000"/>
                </a:solidFill>
                <a:latin typeface="Calibri"/>
                <a:cs typeface="Calibri"/>
              </a:rPr>
              <a:t>all</a:t>
            </a:r>
            <a:r>
              <a:rPr sz="2294" b="1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94" b="1" spc="-18" dirty="0">
                <a:solidFill>
                  <a:srgbClr val="C00000"/>
                </a:solidFill>
                <a:latin typeface="Calibri"/>
                <a:cs typeface="Calibri"/>
              </a:rPr>
              <a:t>keys</a:t>
            </a:r>
            <a:endParaRPr sz="2294">
              <a:latin typeface="Calibri"/>
              <a:cs typeface="Calibri"/>
            </a:endParaRPr>
          </a:p>
          <a:p>
            <a:pPr marL="266714">
              <a:spcBef>
                <a:spcPts val="1015"/>
              </a:spcBef>
              <a:tabLst>
                <a:tab pos="2311337" algn="l"/>
                <a:tab pos="2647531" algn="l"/>
                <a:tab pos="3407891" algn="l"/>
              </a:tabLst>
            </a:pPr>
            <a:r>
              <a:rPr sz="1677" spc="-9" dirty="0">
                <a:latin typeface="Courier New"/>
                <a:cs typeface="Courier New"/>
              </a:rPr>
              <a:t>grades.keys()</a:t>
            </a:r>
            <a:r>
              <a:rPr sz="1677" dirty="0">
                <a:latin typeface="Courier New"/>
                <a:cs typeface="Courier New"/>
              </a:rPr>
              <a:t>	</a:t>
            </a:r>
            <a:r>
              <a:rPr sz="1677" spc="-44" dirty="0">
                <a:latin typeface="Wingdings"/>
                <a:cs typeface="Wingdings"/>
              </a:rPr>
              <a:t></a:t>
            </a:r>
            <a:r>
              <a:rPr sz="1677" dirty="0">
                <a:latin typeface="Times New Roman"/>
                <a:cs typeface="Times New Roman"/>
              </a:rPr>
              <a:t>	</a:t>
            </a:r>
            <a:r>
              <a:rPr sz="1677" spc="-9" dirty="0">
                <a:latin typeface="Calibri"/>
                <a:cs typeface="Calibri"/>
              </a:rPr>
              <a:t>returns</a:t>
            </a:r>
            <a:r>
              <a:rPr sz="1677" dirty="0">
                <a:latin typeface="Calibri"/>
                <a:cs typeface="Calibri"/>
              </a:rPr>
              <a:t>	</a:t>
            </a:r>
            <a:r>
              <a:rPr sz="1677" spc="-9" dirty="0">
                <a:latin typeface="Courier New"/>
                <a:cs typeface="Courier New"/>
              </a:rPr>
              <a:t>['Denise','Katy','John','Ana']</a:t>
            </a:r>
            <a:endParaRPr sz="1677">
              <a:latin typeface="Courier New"/>
              <a:cs typeface="Courier New"/>
            </a:endParaRPr>
          </a:p>
          <a:p>
            <a:pPr marL="209561" indent="-198355">
              <a:lnSpc>
                <a:spcPts val="2643"/>
              </a:lnSpc>
              <a:spcBef>
                <a:spcPts val="927"/>
              </a:spcBef>
              <a:buClr>
                <a:srgbClr val="595959"/>
              </a:buClr>
              <a:buFont typeface="Wingdings"/>
              <a:buChar char=""/>
              <a:tabLst>
                <a:tab pos="209561" algn="l"/>
              </a:tabLst>
            </a:pPr>
            <a:r>
              <a:rPr sz="2294" dirty="0">
                <a:latin typeface="Calibri"/>
                <a:cs typeface="Calibri"/>
              </a:rPr>
              <a:t>get</a:t>
            </a:r>
            <a:r>
              <a:rPr sz="2294" spc="-44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an</a:t>
            </a:r>
            <a:r>
              <a:rPr sz="2294" spc="-40" dirty="0">
                <a:latin typeface="Calibri"/>
                <a:cs typeface="Calibri"/>
              </a:rPr>
              <a:t> </a:t>
            </a:r>
            <a:r>
              <a:rPr sz="2294" b="1" dirty="0">
                <a:solidFill>
                  <a:srgbClr val="C00000"/>
                </a:solidFill>
                <a:latin typeface="Calibri"/>
                <a:cs typeface="Calibri"/>
              </a:rPr>
              <a:t>iterable</a:t>
            </a:r>
            <a:r>
              <a:rPr sz="2294" b="1" spc="-44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94" b="1" dirty="0">
                <a:solidFill>
                  <a:srgbClr val="C00000"/>
                </a:solidFill>
                <a:latin typeface="Calibri"/>
                <a:cs typeface="Calibri"/>
              </a:rPr>
              <a:t>that</a:t>
            </a:r>
            <a:r>
              <a:rPr sz="2294" b="1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94" b="1" dirty="0">
                <a:solidFill>
                  <a:srgbClr val="C00000"/>
                </a:solidFill>
                <a:latin typeface="Calibri"/>
                <a:cs typeface="Calibri"/>
              </a:rPr>
              <a:t>acts</a:t>
            </a:r>
            <a:r>
              <a:rPr sz="2294" b="1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94" b="1" dirty="0">
                <a:solidFill>
                  <a:srgbClr val="C00000"/>
                </a:solidFill>
                <a:latin typeface="Calibri"/>
                <a:cs typeface="Calibri"/>
              </a:rPr>
              <a:t>like</a:t>
            </a:r>
            <a:r>
              <a:rPr sz="2294" b="1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94" b="1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294" b="1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94" b="1" dirty="0">
                <a:solidFill>
                  <a:srgbClr val="C00000"/>
                </a:solidFill>
                <a:latin typeface="Calibri"/>
                <a:cs typeface="Calibri"/>
              </a:rPr>
              <a:t>tuple</a:t>
            </a:r>
            <a:r>
              <a:rPr sz="2294" b="1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94" b="1" dirty="0">
                <a:solidFill>
                  <a:srgbClr val="C00000"/>
                </a:solidFill>
                <a:latin typeface="Calibri"/>
                <a:cs typeface="Calibri"/>
              </a:rPr>
              <a:t>of</a:t>
            </a:r>
            <a:r>
              <a:rPr sz="2294" b="1" spc="-44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94" b="1" dirty="0">
                <a:solidFill>
                  <a:srgbClr val="C00000"/>
                </a:solidFill>
                <a:latin typeface="Calibri"/>
                <a:cs typeface="Calibri"/>
              </a:rPr>
              <a:t>all</a:t>
            </a:r>
            <a:r>
              <a:rPr sz="2294" b="1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94" b="1" spc="-9" dirty="0">
                <a:solidFill>
                  <a:srgbClr val="C00000"/>
                </a:solidFill>
                <a:latin typeface="Calibri"/>
                <a:cs typeface="Calibri"/>
              </a:rPr>
              <a:t>values</a:t>
            </a:r>
            <a:endParaRPr sz="2294">
              <a:latin typeface="Calibri"/>
              <a:cs typeface="Calibri"/>
            </a:endParaRPr>
          </a:p>
          <a:p>
            <a:pPr marL="89652">
              <a:lnSpc>
                <a:spcPts val="1902"/>
              </a:lnSpc>
              <a:tabLst>
                <a:tab pos="2470469" algn="l"/>
                <a:tab pos="3230828" algn="l"/>
              </a:tabLst>
            </a:pPr>
            <a:r>
              <a:rPr sz="1677" dirty="0">
                <a:latin typeface="Courier New"/>
                <a:cs typeface="Courier New"/>
              </a:rPr>
              <a:t>grades.values() </a:t>
            </a:r>
            <a:r>
              <a:rPr sz="1677" spc="-44" dirty="0">
                <a:latin typeface="Wingdings"/>
                <a:cs typeface="Wingdings"/>
              </a:rPr>
              <a:t></a:t>
            </a:r>
            <a:r>
              <a:rPr sz="1677" dirty="0">
                <a:latin typeface="Times New Roman"/>
                <a:cs typeface="Times New Roman"/>
              </a:rPr>
              <a:t>	</a:t>
            </a:r>
            <a:r>
              <a:rPr sz="1677" spc="-9" dirty="0">
                <a:latin typeface="Calibri"/>
                <a:cs typeface="Calibri"/>
              </a:rPr>
              <a:t>returns</a:t>
            </a:r>
            <a:r>
              <a:rPr sz="1677" dirty="0">
                <a:latin typeface="Calibri"/>
                <a:cs typeface="Calibri"/>
              </a:rPr>
              <a:t>	</a:t>
            </a:r>
            <a:r>
              <a:rPr sz="1677" dirty="0">
                <a:latin typeface="Courier New"/>
                <a:cs typeface="Courier New"/>
              </a:rPr>
              <a:t>['A', 'A', 'A+', </a:t>
            </a:r>
            <a:r>
              <a:rPr sz="1677" spc="-18" dirty="0">
                <a:latin typeface="Courier New"/>
                <a:cs typeface="Courier New"/>
              </a:rPr>
              <a:t>'B']</a:t>
            </a:r>
            <a:endParaRPr sz="1677">
              <a:latin typeface="Courier New"/>
              <a:cs typeface="Courier New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4259" y="3641454"/>
            <a:ext cx="1082634" cy="85793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19635" y="5248175"/>
            <a:ext cx="1082634" cy="857936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7320130" y="5801565"/>
            <a:ext cx="198344" cy="167240"/>
          </a:xfrm>
          <a:prstGeom prst="rect">
            <a:avLst/>
          </a:prstGeom>
        </p:spPr>
        <p:txBody>
          <a:bodyPr vert="horz" wrap="square" lIns="0" tIns="5603" rIns="0" bIns="0" rtlCol="0">
            <a:spAutoFit/>
          </a:bodyPr>
          <a:lstStyle/>
          <a:p>
            <a:pPr marL="11206">
              <a:spcBef>
                <a:spcPts val="44"/>
              </a:spcBef>
            </a:pPr>
            <a:fld id="{81D60167-4931-47E6-BA6A-407CBD079E47}" type="slidenum">
              <a:rPr spc="-22" dirty="0"/>
              <a:pPr marL="11206">
                <a:spcBef>
                  <a:spcPts val="44"/>
                </a:spcBef>
              </a:pPr>
              <a:t>70</a:t>
            </a:fld>
            <a:endParaRPr spc="-22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7162" y="913440"/>
            <a:ext cx="7734300" cy="74997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pc="-44" dirty="0"/>
              <a:t>DICTIONARY</a:t>
            </a:r>
            <a:r>
              <a:rPr spc="-194" dirty="0"/>
              <a:t> </a:t>
            </a:r>
            <a:r>
              <a:rPr spc="-40" dirty="0"/>
              <a:t>KEYS</a:t>
            </a:r>
            <a:r>
              <a:rPr spc="-190" dirty="0"/>
              <a:t> </a:t>
            </a:r>
            <a:r>
              <a:rPr spc="-9" dirty="0"/>
              <a:t>and</a:t>
            </a:r>
            <a:r>
              <a:rPr spc="-190" dirty="0"/>
              <a:t> </a:t>
            </a:r>
            <a:r>
              <a:rPr spc="-49" dirty="0"/>
              <a:t>VALUES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7320130" y="5801565"/>
            <a:ext cx="198344" cy="167240"/>
          </a:xfrm>
          <a:prstGeom prst="rect">
            <a:avLst/>
          </a:prstGeom>
        </p:spPr>
        <p:txBody>
          <a:bodyPr vert="horz" wrap="square" lIns="0" tIns="5603" rIns="0" bIns="0" rtlCol="0">
            <a:spAutoFit/>
          </a:bodyPr>
          <a:lstStyle/>
          <a:p>
            <a:pPr marL="11206">
              <a:spcBef>
                <a:spcPts val="44"/>
              </a:spcBef>
            </a:pPr>
            <a:fld id="{81D60167-4931-47E6-BA6A-407CBD079E47}" type="slidenum">
              <a:rPr spc="-22" dirty="0"/>
              <a:pPr marL="11206">
                <a:spcBef>
                  <a:spcPts val="44"/>
                </a:spcBef>
              </a:pPr>
              <a:t>71</a:t>
            </a:fld>
            <a:endParaRPr spc="-22" dirty="0"/>
          </a:p>
        </p:txBody>
      </p:sp>
      <p:sp>
        <p:nvSpPr>
          <p:cNvPr id="3" name="object 3"/>
          <p:cNvSpPr txBox="1"/>
          <p:nvPr/>
        </p:nvSpPr>
        <p:spPr>
          <a:xfrm>
            <a:off x="1252816" y="2007348"/>
            <a:ext cx="6922993" cy="412301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94432" indent="-183226">
              <a:lnSpc>
                <a:spcPts val="2480"/>
              </a:lnSpc>
              <a:spcBef>
                <a:spcPts val="88"/>
              </a:spcBef>
              <a:buClr>
                <a:srgbClr val="595959"/>
              </a:buClr>
              <a:buFont typeface="Wingdings"/>
              <a:buChar char=""/>
              <a:tabLst>
                <a:tab pos="194432" algn="l"/>
              </a:tabLst>
            </a:pPr>
            <a:r>
              <a:rPr sz="2118" spc="-9" dirty="0">
                <a:latin typeface="Calibri"/>
                <a:cs typeface="Calibri"/>
              </a:rPr>
              <a:t>values</a:t>
            </a:r>
            <a:endParaRPr sz="2118">
              <a:latin typeface="Calibri"/>
              <a:cs typeface="Calibri"/>
            </a:endParaRPr>
          </a:p>
          <a:p>
            <a:pPr marL="396149" lvl="1" indent="-216845">
              <a:lnSpc>
                <a:spcPts val="2268"/>
              </a:lnSpc>
              <a:buClr>
                <a:srgbClr val="595959"/>
              </a:buClr>
              <a:buFont typeface="Arial MT"/>
              <a:buChar char="•"/>
              <a:tabLst>
                <a:tab pos="396149" algn="l"/>
              </a:tabLst>
            </a:pPr>
            <a:r>
              <a:rPr sz="1941" dirty="0">
                <a:latin typeface="Calibri"/>
                <a:cs typeface="Calibri"/>
              </a:rPr>
              <a:t>any</a:t>
            </a:r>
            <a:r>
              <a:rPr sz="1941" spc="-18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type</a:t>
            </a:r>
            <a:r>
              <a:rPr sz="1941" spc="-18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(</a:t>
            </a:r>
            <a:r>
              <a:rPr sz="1941" b="1" dirty="0">
                <a:solidFill>
                  <a:srgbClr val="C00000"/>
                </a:solidFill>
                <a:latin typeface="Calibri"/>
                <a:cs typeface="Calibri"/>
              </a:rPr>
              <a:t>immutable</a:t>
            </a:r>
            <a:r>
              <a:rPr sz="1941" b="1" spc="-18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941" b="1" dirty="0">
                <a:solidFill>
                  <a:srgbClr val="C00000"/>
                </a:solidFill>
                <a:latin typeface="Calibri"/>
                <a:cs typeface="Calibri"/>
              </a:rPr>
              <a:t>and</a:t>
            </a:r>
            <a:r>
              <a:rPr sz="1941" b="1" spc="-13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941" b="1" spc="-9" dirty="0">
                <a:solidFill>
                  <a:srgbClr val="C00000"/>
                </a:solidFill>
                <a:latin typeface="Calibri"/>
                <a:cs typeface="Calibri"/>
              </a:rPr>
              <a:t>mutable</a:t>
            </a:r>
            <a:r>
              <a:rPr sz="1941" spc="-9" dirty="0">
                <a:latin typeface="Calibri"/>
                <a:cs typeface="Calibri"/>
              </a:rPr>
              <a:t>)</a:t>
            </a:r>
            <a:endParaRPr sz="1941">
              <a:latin typeface="Calibri"/>
              <a:cs typeface="Calibri"/>
            </a:endParaRPr>
          </a:p>
          <a:p>
            <a:pPr marL="396149" lvl="1" indent="-216845">
              <a:spcBef>
                <a:spcPts val="53"/>
              </a:spcBef>
              <a:buClr>
                <a:srgbClr val="595959"/>
              </a:buClr>
              <a:buFont typeface="Arial MT"/>
              <a:buChar char="•"/>
              <a:tabLst>
                <a:tab pos="396149" algn="l"/>
              </a:tabLst>
            </a:pPr>
            <a:r>
              <a:rPr sz="1941" dirty="0">
                <a:latin typeface="Calibri"/>
                <a:cs typeface="Calibri"/>
              </a:rPr>
              <a:t>can</a:t>
            </a:r>
            <a:r>
              <a:rPr sz="1941" spc="-9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be</a:t>
            </a:r>
            <a:r>
              <a:rPr sz="1941" spc="-4" dirty="0">
                <a:latin typeface="Calibri"/>
                <a:cs typeface="Calibri"/>
              </a:rPr>
              <a:t> </a:t>
            </a:r>
            <a:r>
              <a:rPr sz="1941" b="1" spc="-9" dirty="0">
                <a:solidFill>
                  <a:srgbClr val="C00000"/>
                </a:solidFill>
                <a:latin typeface="Calibri"/>
                <a:cs typeface="Calibri"/>
              </a:rPr>
              <a:t>duplicates</a:t>
            </a:r>
            <a:endParaRPr sz="1941">
              <a:latin typeface="Calibri"/>
              <a:cs typeface="Calibri"/>
            </a:endParaRPr>
          </a:p>
          <a:p>
            <a:pPr marL="396149" lvl="1" indent="-216845">
              <a:spcBef>
                <a:spcPts val="49"/>
              </a:spcBef>
              <a:buClr>
                <a:srgbClr val="595959"/>
              </a:buClr>
              <a:buFont typeface="Arial MT"/>
              <a:buChar char="•"/>
              <a:tabLst>
                <a:tab pos="396149" algn="l"/>
              </a:tabLst>
            </a:pPr>
            <a:r>
              <a:rPr sz="1941" dirty="0">
                <a:latin typeface="Calibri"/>
                <a:cs typeface="Calibri"/>
              </a:rPr>
              <a:t>dictionary</a:t>
            </a:r>
            <a:r>
              <a:rPr sz="1941" spc="-18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values</a:t>
            </a:r>
            <a:r>
              <a:rPr sz="1941" spc="-9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can</a:t>
            </a:r>
            <a:r>
              <a:rPr sz="1941" spc="-13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be</a:t>
            </a:r>
            <a:r>
              <a:rPr sz="1941" spc="-4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lists,</a:t>
            </a:r>
            <a:r>
              <a:rPr sz="1941" spc="-13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even</a:t>
            </a:r>
            <a:r>
              <a:rPr sz="1941" spc="-9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other</a:t>
            </a:r>
            <a:r>
              <a:rPr sz="1941" spc="-4" dirty="0">
                <a:latin typeface="Calibri"/>
                <a:cs typeface="Calibri"/>
              </a:rPr>
              <a:t> </a:t>
            </a:r>
            <a:r>
              <a:rPr sz="1941" spc="-9" dirty="0">
                <a:latin typeface="Calibri"/>
                <a:cs typeface="Calibri"/>
              </a:rPr>
              <a:t>dictionaries!</a:t>
            </a:r>
            <a:endParaRPr sz="1941">
              <a:latin typeface="Calibri"/>
              <a:cs typeface="Calibri"/>
            </a:endParaRPr>
          </a:p>
          <a:p>
            <a:pPr marL="194432" indent="-183226">
              <a:lnSpc>
                <a:spcPts val="2480"/>
              </a:lnSpc>
              <a:spcBef>
                <a:spcPts val="904"/>
              </a:spcBef>
              <a:buClr>
                <a:srgbClr val="595959"/>
              </a:buClr>
              <a:buFont typeface="Wingdings"/>
              <a:buChar char=""/>
              <a:tabLst>
                <a:tab pos="194432" algn="l"/>
              </a:tabLst>
            </a:pPr>
            <a:r>
              <a:rPr sz="2118" spc="-18" dirty="0">
                <a:latin typeface="Calibri"/>
                <a:cs typeface="Calibri"/>
              </a:rPr>
              <a:t>keys</a:t>
            </a:r>
            <a:endParaRPr sz="2118">
              <a:latin typeface="Calibri"/>
              <a:cs typeface="Calibri"/>
            </a:endParaRPr>
          </a:p>
          <a:p>
            <a:pPr marL="396149" lvl="1" indent="-216845">
              <a:lnSpc>
                <a:spcPts val="2268"/>
              </a:lnSpc>
              <a:buClr>
                <a:srgbClr val="595959"/>
              </a:buClr>
              <a:buFont typeface="Arial MT"/>
              <a:buChar char="•"/>
              <a:tabLst>
                <a:tab pos="396149" algn="l"/>
              </a:tabLst>
            </a:pPr>
            <a:r>
              <a:rPr sz="1941" dirty="0">
                <a:latin typeface="Calibri"/>
                <a:cs typeface="Calibri"/>
              </a:rPr>
              <a:t>must</a:t>
            </a:r>
            <a:r>
              <a:rPr sz="1941" spc="-26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be</a:t>
            </a:r>
            <a:r>
              <a:rPr sz="1941" spc="-22" dirty="0">
                <a:latin typeface="Calibri"/>
                <a:cs typeface="Calibri"/>
              </a:rPr>
              <a:t> </a:t>
            </a:r>
            <a:r>
              <a:rPr sz="1941" b="1" spc="-9" dirty="0">
                <a:solidFill>
                  <a:srgbClr val="C00000"/>
                </a:solidFill>
                <a:latin typeface="Calibri"/>
                <a:cs typeface="Calibri"/>
              </a:rPr>
              <a:t>unique</a:t>
            </a:r>
            <a:endParaRPr sz="1941">
              <a:latin typeface="Calibri"/>
              <a:cs typeface="Calibri"/>
            </a:endParaRPr>
          </a:p>
          <a:p>
            <a:pPr marL="396149" lvl="1" indent="-216845">
              <a:spcBef>
                <a:spcPts val="53"/>
              </a:spcBef>
              <a:buClr>
                <a:srgbClr val="595959"/>
              </a:buClr>
              <a:buFont typeface="Arial MT"/>
              <a:buChar char="•"/>
              <a:tabLst>
                <a:tab pos="396149" algn="l"/>
              </a:tabLst>
            </a:pPr>
            <a:r>
              <a:rPr sz="1941" b="1" dirty="0">
                <a:solidFill>
                  <a:srgbClr val="C00000"/>
                </a:solidFill>
                <a:latin typeface="Calibri"/>
                <a:cs typeface="Calibri"/>
              </a:rPr>
              <a:t>immutable</a:t>
            </a:r>
            <a:r>
              <a:rPr sz="1941" b="1" spc="-22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type</a:t>
            </a:r>
            <a:r>
              <a:rPr sz="1941" spc="-18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(</a:t>
            </a:r>
            <a:r>
              <a:rPr sz="1677" dirty="0">
                <a:latin typeface="Courier New"/>
                <a:cs typeface="Courier New"/>
              </a:rPr>
              <a:t>int</a:t>
            </a:r>
            <a:r>
              <a:rPr sz="1677" dirty="0">
                <a:latin typeface="Calibri"/>
                <a:cs typeface="Calibri"/>
              </a:rPr>
              <a:t>,</a:t>
            </a:r>
            <a:r>
              <a:rPr sz="1677" spc="-22" dirty="0">
                <a:latin typeface="Calibri"/>
                <a:cs typeface="Calibri"/>
              </a:rPr>
              <a:t> </a:t>
            </a:r>
            <a:r>
              <a:rPr sz="1677" dirty="0">
                <a:latin typeface="Courier New"/>
                <a:cs typeface="Courier New"/>
              </a:rPr>
              <a:t>float</a:t>
            </a:r>
            <a:r>
              <a:rPr sz="1677" dirty="0">
                <a:latin typeface="Calibri"/>
                <a:cs typeface="Calibri"/>
              </a:rPr>
              <a:t>,</a:t>
            </a:r>
            <a:r>
              <a:rPr sz="1677" spc="-18" dirty="0">
                <a:latin typeface="Calibri"/>
                <a:cs typeface="Calibri"/>
              </a:rPr>
              <a:t> </a:t>
            </a:r>
            <a:r>
              <a:rPr sz="1677" dirty="0">
                <a:latin typeface="Courier New"/>
                <a:cs typeface="Courier New"/>
              </a:rPr>
              <a:t>string</a:t>
            </a:r>
            <a:r>
              <a:rPr sz="1677" dirty="0">
                <a:latin typeface="Calibri"/>
                <a:cs typeface="Calibri"/>
              </a:rPr>
              <a:t>,</a:t>
            </a:r>
            <a:r>
              <a:rPr sz="1677" spc="-22" dirty="0">
                <a:latin typeface="Calibri"/>
                <a:cs typeface="Calibri"/>
              </a:rPr>
              <a:t> </a:t>
            </a:r>
            <a:r>
              <a:rPr sz="1677" spc="-9" dirty="0">
                <a:latin typeface="Courier New"/>
                <a:cs typeface="Courier New"/>
              </a:rPr>
              <a:t>tuple,bool</a:t>
            </a:r>
            <a:r>
              <a:rPr sz="1941" spc="-9" dirty="0">
                <a:latin typeface="Calibri"/>
                <a:cs typeface="Calibri"/>
              </a:rPr>
              <a:t>)</a:t>
            </a:r>
            <a:endParaRPr sz="1941">
              <a:latin typeface="Calibri"/>
              <a:cs typeface="Calibri"/>
            </a:endParaRPr>
          </a:p>
          <a:p>
            <a:pPr marL="504292" marR="152408" lvl="2" indent="-157451">
              <a:lnSpc>
                <a:spcPct val="78900"/>
              </a:lnSpc>
              <a:spcBef>
                <a:spcPts val="529"/>
              </a:spcBef>
              <a:buClr>
                <a:srgbClr val="595959"/>
              </a:buClr>
              <a:buFont typeface="Arial MT"/>
              <a:buChar char="•"/>
              <a:tabLst>
                <a:tab pos="504292" algn="l"/>
                <a:tab pos="507654" algn="l"/>
              </a:tabLst>
            </a:pPr>
            <a:r>
              <a:rPr sz="1677" dirty="0">
                <a:latin typeface="Calibri"/>
                <a:cs typeface="Calibri"/>
              </a:rPr>
              <a:t>actually</a:t>
            </a:r>
            <a:r>
              <a:rPr sz="1677" spc="-31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need</a:t>
            </a:r>
            <a:r>
              <a:rPr sz="1677" spc="-35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an</a:t>
            </a:r>
            <a:r>
              <a:rPr sz="1677" spc="-35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object</a:t>
            </a:r>
            <a:r>
              <a:rPr sz="1677" spc="-31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that</a:t>
            </a:r>
            <a:r>
              <a:rPr sz="1677" spc="-35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is</a:t>
            </a:r>
            <a:r>
              <a:rPr sz="1677" spc="-35" dirty="0">
                <a:latin typeface="Calibri"/>
                <a:cs typeface="Calibri"/>
              </a:rPr>
              <a:t> </a:t>
            </a:r>
            <a:r>
              <a:rPr sz="1677" b="1" dirty="0">
                <a:latin typeface="Calibri"/>
                <a:cs typeface="Calibri"/>
              </a:rPr>
              <a:t>hashable,</a:t>
            </a:r>
            <a:r>
              <a:rPr sz="1677" b="1" spc="-31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but</a:t>
            </a:r>
            <a:r>
              <a:rPr sz="1677" spc="-35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think</a:t>
            </a:r>
            <a:r>
              <a:rPr sz="1677" spc="-31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of</a:t>
            </a:r>
            <a:r>
              <a:rPr sz="1677" spc="-35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as</a:t>
            </a:r>
            <a:r>
              <a:rPr sz="1677" spc="-31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immutable</a:t>
            </a:r>
            <a:r>
              <a:rPr sz="1677" spc="-31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as</a:t>
            </a:r>
            <a:r>
              <a:rPr sz="1677" spc="-35" dirty="0">
                <a:latin typeface="Calibri"/>
                <a:cs typeface="Calibri"/>
              </a:rPr>
              <a:t> </a:t>
            </a:r>
            <a:r>
              <a:rPr sz="1677" spc="-22" dirty="0">
                <a:latin typeface="Calibri"/>
                <a:cs typeface="Calibri"/>
              </a:rPr>
              <a:t>all </a:t>
            </a:r>
            <a:r>
              <a:rPr sz="1677" dirty="0">
                <a:latin typeface="Calibri"/>
                <a:cs typeface="Calibri"/>
              </a:rPr>
              <a:t>immutable</a:t>
            </a:r>
            <a:r>
              <a:rPr sz="1677" spc="-5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types</a:t>
            </a:r>
            <a:r>
              <a:rPr sz="1677" spc="-5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are</a:t>
            </a:r>
            <a:r>
              <a:rPr sz="1677" spc="-53" dirty="0">
                <a:latin typeface="Calibri"/>
                <a:cs typeface="Calibri"/>
              </a:rPr>
              <a:t> </a:t>
            </a:r>
            <a:r>
              <a:rPr sz="1677" spc="-9" dirty="0">
                <a:latin typeface="Calibri"/>
                <a:cs typeface="Calibri"/>
              </a:rPr>
              <a:t>hashable</a:t>
            </a:r>
            <a:endParaRPr sz="1677">
              <a:latin typeface="Calibri"/>
              <a:cs typeface="Calibri"/>
            </a:endParaRPr>
          </a:p>
          <a:p>
            <a:pPr marL="396149" lvl="1" indent="-216845">
              <a:spcBef>
                <a:spcPts val="141"/>
              </a:spcBef>
              <a:buClr>
                <a:srgbClr val="595959"/>
              </a:buClr>
              <a:buFont typeface="Arial MT"/>
              <a:buChar char="•"/>
              <a:tabLst>
                <a:tab pos="396149" algn="l"/>
              </a:tabLst>
            </a:pPr>
            <a:r>
              <a:rPr sz="1941" dirty="0">
                <a:latin typeface="Calibri"/>
                <a:cs typeface="Calibri"/>
              </a:rPr>
              <a:t>careful</a:t>
            </a:r>
            <a:r>
              <a:rPr sz="1941" spc="-22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with</a:t>
            </a:r>
            <a:r>
              <a:rPr sz="1941" spc="-13" dirty="0">
                <a:latin typeface="Calibri"/>
                <a:cs typeface="Calibri"/>
              </a:rPr>
              <a:t> </a:t>
            </a:r>
            <a:r>
              <a:rPr sz="1941" spc="-18" dirty="0">
                <a:latin typeface="Courier New"/>
                <a:cs typeface="Courier New"/>
              </a:rPr>
              <a:t>float</a:t>
            </a:r>
            <a:r>
              <a:rPr sz="1941" spc="-728" dirty="0">
                <a:latin typeface="Courier New"/>
                <a:cs typeface="Courier New"/>
              </a:rPr>
              <a:t> </a:t>
            </a:r>
            <a:r>
              <a:rPr sz="1941" dirty="0">
                <a:latin typeface="Calibri"/>
                <a:cs typeface="Calibri"/>
              </a:rPr>
              <a:t>type</a:t>
            </a:r>
            <a:r>
              <a:rPr sz="1941" spc="-9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as</a:t>
            </a:r>
            <a:r>
              <a:rPr sz="1941" spc="-13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a</a:t>
            </a:r>
            <a:r>
              <a:rPr sz="1941" spc="-13" dirty="0">
                <a:latin typeface="Calibri"/>
                <a:cs typeface="Calibri"/>
              </a:rPr>
              <a:t> </a:t>
            </a:r>
            <a:r>
              <a:rPr sz="1941" spc="-22" dirty="0">
                <a:latin typeface="Calibri"/>
                <a:cs typeface="Calibri"/>
              </a:rPr>
              <a:t>key</a:t>
            </a:r>
            <a:endParaRPr sz="1941">
              <a:latin typeface="Calibri"/>
              <a:cs typeface="Calibri"/>
            </a:endParaRPr>
          </a:p>
          <a:p>
            <a:pPr marL="194432" indent="-183226">
              <a:spcBef>
                <a:spcPts val="899"/>
              </a:spcBef>
              <a:buClr>
                <a:srgbClr val="595959"/>
              </a:buClr>
              <a:buFont typeface="Wingdings"/>
              <a:buChar char=""/>
              <a:tabLst>
                <a:tab pos="194432" algn="l"/>
              </a:tabLst>
            </a:pPr>
            <a:r>
              <a:rPr sz="2118" b="1" dirty="0">
                <a:solidFill>
                  <a:srgbClr val="C00000"/>
                </a:solidFill>
                <a:latin typeface="Calibri"/>
                <a:cs typeface="Calibri"/>
              </a:rPr>
              <a:t>no</a:t>
            </a:r>
            <a:r>
              <a:rPr sz="2118" b="1" spc="-18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18" b="1" dirty="0">
                <a:solidFill>
                  <a:srgbClr val="C00000"/>
                </a:solidFill>
                <a:latin typeface="Calibri"/>
                <a:cs typeface="Calibri"/>
              </a:rPr>
              <a:t>order</a:t>
            </a:r>
            <a:r>
              <a:rPr sz="2118" b="1" spc="-22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to</a:t>
            </a:r>
            <a:r>
              <a:rPr sz="2118" spc="-22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keys</a:t>
            </a:r>
            <a:r>
              <a:rPr sz="2118" spc="-22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or</a:t>
            </a:r>
            <a:r>
              <a:rPr sz="2118" spc="-18" dirty="0">
                <a:latin typeface="Calibri"/>
                <a:cs typeface="Calibri"/>
              </a:rPr>
              <a:t> </a:t>
            </a:r>
            <a:r>
              <a:rPr sz="2118" spc="-9" dirty="0">
                <a:latin typeface="Calibri"/>
                <a:cs typeface="Calibri"/>
              </a:rPr>
              <a:t>values!</a:t>
            </a:r>
            <a:endParaRPr sz="2118">
              <a:latin typeface="Calibri"/>
              <a:cs typeface="Calibri"/>
            </a:endParaRPr>
          </a:p>
          <a:p>
            <a:pPr marL="11206">
              <a:spcBef>
                <a:spcPts val="811"/>
              </a:spcBef>
            </a:pPr>
            <a:r>
              <a:rPr sz="1677" dirty="0">
                <a:latin typeface="Courier New"/>
                <a:cs typeface="Courier New"/>
              </a:rPr>
              <a:t>d</a:t>
            </a:r>
            <a:r>
              <a:rPr sz="1677" spc="-4" dirty="0">
                <a:latin typeface="Courier New"/>
                <a:cs typeface="Courier New"/>
              </a:rPr>
              <a:t> </a:t>
            </a:r>
            <a:r>
              <a:rPr sz="1677" dirty="0">
                <a:latin typeface="Courier New"/>
                <a:cs typeface="Courier New"/>
              </a:rPr>
              <a:t>= {4:{1:0}, (1,3):"twelve", </a:t>
            </a:r>
            <a:r>
              <a:rPr sz="1677" spc="-9" dirty="0">
                <a:latin typeface="Courier New"/>
                <a:cs typeface="Courier New"/>
              </a:rPr>
              <a:t>'const':[3.14,2.7,8.44]}</a:t>
            </a:r>
            <a:endParaRPr sz="1677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9846" y="1110195"/>
            <a:ext cx="4592781" cy="74997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  <a:tabLst>
                <a:tab pos="2431246" algn="l"/>
              </a:tabLst>
            </a:pPr>
            <a:r>
              <a:rPr spc="-18" dirty="0">
                <a:latin typeface="Courier New"/>
                <a:cs typeface="Courier New"/>
              </a:rPr>
              <a:t>list</a:t>
            </a:r>
            <a:r>
              <a:rPr dirty="0">
                <a:latin typeface="Courier New"/>
                <a:cs typeface="Courier New"/>
              </a:rPr>
              <a:t>	</a:t>
            </a:r>
            <a:r>
              <a:rPr spc="-49" dirty="0"/>
              <a:t>vs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7320130" y="5801565"/>
            <a:ext cx="198344" cy="167240"/>
          </a:xfrm>
          <a:prstGeom prst="rect">
            <a:avLst/>
          </a:prstGeom>
        </p:spPr>
        <p:txBody>
          <a:bodyPr vert="horz" wrap="square" lIns="0" tIns="5603" rIns="0" bIns="0" rtlCol="0">
            <a:spAutoFit/>
          </a:bodyPr>
          <a:lstStyle/>
          <a:p>
            <a:pPr marL="11206">
              <a:spcBef>
                <a:spcPts val="44"/>
              </a:spcBef>
            </a:pPr>
            <a:fld id="{81D60167-4931-47E6-BA6A-407CBD079E47}" type="slidenum">
              <a:rPr spc="-22" dirty="0"/>
              <a:pPr marL="11206">
                <a:spcBef>
                  <a:spcPts val="44"/>
                </a:spcBef>
              </a:pPr>
              <a:t>72</a:t>
            </a:fld>
            <a:endParaRPr spc="-22" dirty="0"/>
          </a:p>
        </p:txBody>
      </p:sp>
      <p:sp>
        <p:nvSpPr>
          <p:cNvPr id="3" name="object 3"/>
          <p:cNvSpPr txBox="1"/>
          <p:nvPr/>
        </p:nvSpPr>
        <p:spPr>
          <a:xfrm>
            <a:off x="5367618" y="1239372"/>
            <a:ext cx="1291478" cy="663161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4236" spc="-35" dirty="0">
                <a:latin typeface="Courier New"/>
                <a:cs typeface="Courier New"/>
              </a:rPr>
              <a:t>dict</a:t>
            </a:r>
            <a:endParaRPr sz="4236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3000" y="2031710"/>
            <a:ext cx="2975162" cy="2438087"/>
          </a:xfrm>
          <a:prstGeom prst="rect">
            <a:avLst/>
          </a:prstGeom>
        </p:spPr>
        <p:txBody>
          <a:bodyPr vert="horz" wrap="square" lIns="0" tIns="51546" rIns="0" bIns="0" rtlCol="0">
            <a:spAutoFit/>
          </a:bodyPr>
          <a:lstStyle/>
          <a:p>
            <a:pPr marL="89652" marR="281843" indent="-79006">
              <a:lnSpc>
                <a:spcPts val="2471"/>
              </a:lnSpc>
              <a:spcBef>
                <a:spcPts val="405"/>
              </a:spcBef>
              <a:buClr>
                <a:srgbClr val="595959"/>
              </a:buClr>
              <a:buFont typeface="Wingdings"/>
              <a:buChar char=""/>
              <a:tabLst>
                <a:tab pos="89652" algn="l"/>
                <a:tab pos="209000" algn="l"/>
              </a:tabLst>
            </a:pPr>
            <a:r>
              <a:rPr sz="2294" b="1" dirty="0">
                <a:solidFill>
                  <a:srgbClr val="C00000"/>
                </a:solidFill>
                <a:latin typeface="Calibri"/>
                <a:cs typeface="Calibri"/>
              </a:rPr>
              <a:t>	ordered</a:t>
            </a:r>
            <a:r>
              <a:rPr sz="2294" b="1" spc="-53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sequence</a:t>
            </a:r>
            <a:r>
              <a:rPr sz="2294" spc="-53" dirty="0">
                <a:latin typeface="Calibri"/>
                <a:cs typeface="Calibri"/>
              </a:rPr>
              <a:t> </a:t>
            </a:r>
            <a:r>
              <a:rPr sz="2294" spc="-22" dirty="0">
                <a:latin typeface="Calibri"/>
                <a:cs typeface="Calibri"/>
              </a:rPr>
              <a:t>of </a:t>
            </a:r>
            <a:r>
              <a:rPr sz="2294" spc="-9" dirty="0">
                <a:latin typeface="Calibri"/>
                <a:cs typeface="Calibri"/>
              </a:rPr>
              <a:t>elements</a:t>
            </a:r>
            <a:endParaRPr sz="2294" dirty="0">
              <a:latin typeface="Calibri"/>
              <a:cs typeface="Calibri"/>
            </a:endParaRPr>
          </a:p>
          <a:p>
            <a:pPr marL="89652" marR="4483" indent="-79006">
              <a:lnSpc>
                <a:spcPts val="2471"/>
              </a:lnSpc>
              <a:spcBef>
                <a:spcPts val="1235"/>
              </a:spcBef>
              <a:buClr>
                <a:srgbClr val="595959"/>
              </a:buClr>
              <a:buFont typeface="Wingdings"/>
              <a:buChar char=""/>
              <a:tabLst>
                <a:tab pos="89652" algn="l"/>
                <a:tab pos="209000" algn="l"/>
              </a:tabLst>
            </a:pPr>
            <a:r>
              <a:rPr sz="2294" dirty="0">
                <a:latin typeface="Calibri"/>
                <a:cs typeface="Calibri"/>
              </a:rPr>
              <a:t>	look</a:t>
            </a:r>
            <a:r>
              <a:rPr sz="2294" spc="-22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up</a:t>
            </a:r>
            <a:r>
              <a:rPr sz="2294" spc="-22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elements</a:t>
            </a:r>
            <a:r>
              <a:rPr sz="2294" spc="-22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by</a:t>
            </a:r>
            <a:r>
              <a:rPr sz="2294" spc="-22" dirty="0">
                <a:latin typeface="Calibri"/>
                <a:cs typeface="Calibri"/>
              </a:rPr>
              <a:t> an </a:t>
            </a:r>
            <a:r>
              <a:rPr sz="2294" dirty="0">
                <a:latin typeface="Calibri"/>
                <a:cs typeface="Calibri"/>
              </a:rPr>
              <a:t>integer </a:t>
            </a:r>
            <a:r>
              <a:rPr sz="2294" spc="-9" dirty="0">
                <a:latin typeface="Calibri"/>
                <a:cs typeface="Calibri"/>
              </a:rPr>
              <a:t>index</a:t>
            </a:r>
            <a:endParaRPr sz="2294" dirty="0">
              <a:latin typeface="Calibri"/>
              <a:cs typeface="Calibri"/>
            </a:endParaRPr>
          </a:p>
          <a:p>
            <a:pPr marL="210122" indent="-198355">
              <a:spcBef>
                <a:spcPts val="913"/>
              </a:spcBef>
              <a:buClr>
                <a:srgbClr val="595959"/>
              </a:buClr>
              <a:buFont typeface="Wingdings"/>
              <a:buChar char=""/>
              <a:tabLst>
                <a:tab pos="210122" algn="l"/>
              </a:tabLst>
            </a:pPr>
            <a:r>
              <a:rPr sz="2294" dirty="0">
                <a:latin typeface="Calibri"/>
                <a:cs typeface="Calibri"/>
              </a:rPr>
              <a:t>indices</a:t>
            </a:r>
            <a:r>
              <a:rPr sz="2294" spc="-26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have</a:t>
            </a:r>
            <a:r>
              <a:rPr sz="2294" spc="-18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an</a:t>
            </a:r>
            <a:r>
              <a:rPr sz="2294" spc="-22" dirty="0">
                <a:latin typeface="Calibri"/>
                <a:cs typeface="Calibri"/>
              </a:rPr>
              <a:t> </a:t>
            </a:r>
            <a:r>
              <a:rPr sz="2294" b="1" spc="-18" dirty="0">
                <a:solidFill>
                  <a:srgbClr val="C00000"/>
                </a:solidFill>
                <a:latin typeface="Calibri"/>
                <a:cs typeface="Calibri"/>
              </a:rPr>
              <a:t>order</a:t>
            </a:r>
            <a:endParaRPr sz="2294" dirty="0">
              <a:latin typeface="Calibri"/>
              <a:cs typeface="Calibri"/>
            </a:endParaRPr>
          </a:p>
          <a:p>
            <a:pPr marL="210122" indent="-198355">
              <a:spcBef>
                <a:spcPts val="953"/>
              </a:spcBef>
              <a:buClr>
                <a:srgbClr val="595959"/>
              </a:buClr>
              <a:buFont typeface="Wingdings"/>
              <a:buChar char=""/>
              <a:tabLst>
                <a:tab pos="210122" algn="l"/>
              </a:tabLst>
            </a:pPr>
            <a:r>
              <a:rPr sz="2294" dirty="0">
                <a:latin typeface="Calibri"/>
                <a:cs typeface="Calibri"/>
              </a:rPr>
              <a:t>index</a:t>
            </a:r>
            <a:r>
              <a:rPr sz="2294" spc="-22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is</a:t>
            </a:r>
            <a:r>
              <a:rPr sz="2294" spc="-22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an</a:t>
            </a:r>
            <a:r>
              <a:rPr sz="2294" spc="-22" dirty="0">
                <a:latin typeface="Calibri"/>
                <a:cs typeface="Calibri"/>
              </a:rPr>
              <a:t> </a:t>
            </a:r>
            <a:r>
              <a:rPr sz="2294" b="1" spc="-9" dirty="0">
                <a:solidFill>
                  <a:srgbClr val="C00000"/>
                </a:solidFill>
                <a:latin typeface="Calibri"/>
                <a:cs typeface="Calibri"/>
              </a:rPr>
              <a:t>integer</a:t>
            </a:r>
            <a:endParaRPr sz="2294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91910" y="2031710"/>
            <a:ext cx="2943785" cy="2751891"/>
          </a:xfrm>
          <a:prstGeom prst="rect">
            <a:avLst/>
          </a:prstGeom>
        </p:spPr>
        <p:txBody>
          <a:bodyPr vert="horz" wrap="square" lIns="0" tIns="51546" rIns="0" bIns="0" rtlCol="0">
            <a:spAutoFit/>
          </a:bodyPr>
          <a:lstStyle/>
          <a:p>
            <a:pPr marL="89652" marR="553040" indent="-79006">
              <a:lnSpc>
                <a:spcPts val="2471"/>
              </a:lnSpc>
              <a:spcBef>
                <a:spcPts val="405"/>
              </a:spcBef>
              <a:buClr>
                <a:srgbClr val="595959"/>
              </a:buClr>
              <a:buFont typeface="Wingdings"/>
              <a:buChar char=""/>
              <a:tabLst>
                <a:tab pos="89652" algn="l"/>
                <a:tab pos="209000" algn="l"/>
              </a:tabLst>
            </a:pPr>
            <a:r>
              <a:rPr sz="2294" b="1" dirty="0">
                <a:solidFill>
                  <a:srgbClr val="C00000"/>
                </a:solidFill>
                <a:latin typeface="Calibri"/>
                <a:cs typeface="Calibri"/>
              </a:rPr>
              <a:t>	matches</a:t>
            </a:r>
            <a:r>
              <a:rPr sz="2294" b="1" spc="-57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94" dirty="0">
                <a:solidFill>
                  <a:srgbClr val="404040"/>
                </a:solidFill>
                <a:latin typeface="Calibri"/>
                <a:cs typeface="Calibri"/>
              </a:rPr>
              <a:t>“keys”</a:t>
            </a:r>
            <a:r>
              <a:rPr sz="2294" spc="-57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94" spc="-22" dirty="0">
                <a:solidFill>
                  <a:srgbClr val="404040"/>
                </a:solidFill>
                <a:latin typeface="Calibri"/>
                <a:cs typeface="Calibri"/>
              </a:rPr>
              <a:t>to </a:t>
            </a:r>
            <a:r>
              <a:rPr sz="2294" spc="-9" dirty="0">
                <a:solidFill>
                  <a:srgbClr val="404040"/>
                </a:solidFill>
                <a:latin typeface="Calibri"/>
                <a:cs typeface="Calibri"/>
              </a:rPr>
              <a:t>“values”</a:t>
            </a:r>
            <a:endParaRPr sz="2294">
              <a:latin typeface="Calibri"/>
              <a:cs typeface="Calibri"/>
            </a:endParaRPr>
          </a:p>
          <a:p>
            <a:pPr marL="89652" marR="369814" indent="-79006">
              <a:lnSpc>
                <a:spcPts val="2471"/>
              </a:lnSpc>
              <a:spcBef>
                <a:spcPts val="1235"/>
              </a:spcBef>
              <a:buClr>
                <a:srgbClr val="595959"/>
              </a:buClr>
              <a:buFont typeface="Wingdings"/>
              <a:buChar char=""/>
              <a:tabLst>
                <a:tab pos="89652" algn="l"/>
                <a:tab pos="209000" algn="l"/>
              </a:tabLst>
            </a:pPr>
            <a:r>
              <a:rPr sz="2294" dirty="0">
                <a:solidFill>
                  <a:srgbClr val="404040"/>
                </a:solidFill>
                <a:latin typeface="Calibri"/>
                <a:cs typeface="Calibri"/>
              </a:rPr>
              <a:t>	look</a:t>
            </a:r>
            <a:r>
              <a:rPr sz="2294" spc="-13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94" dirty="0">
                <a:solidFill>
                  <a:srgbClr val="404040"/>
                </a:solidFill>
                <a:latin typeface="Calibri"/>
                <a:cs typeface="Calibri"/>
              </a:rPr>
              <a:t>up</a:t>
            </a:r>
            <a:r>
              <a:rPr sz="2294" spc="-18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94" dirty="0">
                <a:solidFill>
                  <a:srgbClr val="404040"/>
                </a:solidFill>
                <a:latin typeface="Calibri"/>
                <a:cs typeface="Calibri"/>
              </a:rPr>
              <a:t>one</a:t>
            </a:r>
            <a:r>
              <a:rPr sz="2294" spc="-9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94" dirty="0">
                <a:solidFill>
                  <a:srgbClr val="404040"/>
                </a:solidFill>
                <a:latin typeface="Calibri"/>
                <a:cs typeface="Calibri"/>
              </a:rPr>
              <a:t>item</a:t>
            </a:r>
            <a:r>
              <a:rPr sz="2294" spc="-13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94" spc="-22" dirty="0">
                <a:solidFill>
                  <a:srgbClr val="404040"/>
                </a:solidFill>
                <a:latin typeface="Calibri"/>
                <a:cs typeface="Calibri"/>
              </a:rPr>
              <a:t>by </a:t>
            </a:r>
            <a:r>
              <a:rPr sz="2294" dirty="0">
                <a:solidFill>
                  <a:srgbClr val="404040"/>
                </a:solidFill>
                <a:latin typeface="Calibri"/>
                <a:cs typeface="Calibri"/>
              </a:rPr>
              <a:t>another</a:t>
            </a:r>
            <a:r>
              <a:rPr sz="2294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94" spc="-18" dirty="0">
                <a:solidFill>
                  <a:srgbClr val="404040"/>
                </a:solidFill>
                <a:latin typeface="Calibri"/>
                <a:cs typeface="Calibri"/>
              </a:rPr>
              <a:t>item</a:t>
            </a:r>
            <a:endParaRPr sz="2294">
              <a:latin typeface="Calibri"/>
              <a:cs typeface="Calibri"/>
            </a:endParaRPr>
          </a:p>
          <a:p>
            <a:pPr marL="210122" indent="-198355">
              <a:spcBef>
                <a:spcPts val="913"/>
              </a:spcBef>
              <a:buClr>
                <a:srgbClr val="595959"/>
              </a:buClr>
              <a:buFont typeface="Wingdings"/>
              <a:buChar char=""/>
              <a:tabLst>
                <a:tab pos="210122" algn="l"/>
              </a:tabLst>
            </a:pPr>
            <a:r>
              <a:rPr sz="2294" b="1" dirty="0">
                <a:solidFill>
                  <a:srgbClr val="C00000"/>
                </a:solidFill>
                <a:latin typeface="Calibri"/>
                <a:cs typeface="Calibri"/>
              </a:rPr>
              <a:t>no</a:t>
            </a:r>
            <a:r>
              <a:rPr sz="2294" b="1" spc="-31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94" b="1" dirty="0">
                <a:solidFill>
                  <a:srgbClr val="C00000"/>
                </a:solidFill>
                <a:latin typeface="Calibri"/>
                <a:cs typeface="Calibri"/>
              </a:rPr>
              <a:t>order</a:t>
            </a:r>
            <a:r>
              <a:rPr sz="2294" b="1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94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2294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94" spc="-9" dirty="0">
                <a:solidFill>
                  <a:srgbClr val="404040"/>
                </a:solidFill>
                <a:latin typeface="Calibri"/>
                <a:cs typeface="Calibri"/>
              </a:rPr>
              <a:t>guaranteed</a:t>
            </a:r>
            <a:endParaRPr sz="2294">
              <a:latin typeface="Calibri"/>
              <a:cs typeface="Calibri"/>
            </a:endParaRPr>
          </a:p>
          <a:p>
            <a:pPr marL="210122" indent="-198355">
              <a:lnSpc>
                <a:spcPts val="2612"/>
              </a:lnSpc>
              <a:spcBef>
                <a:spcPts val="953"/>
              </a:spcBef>
              <a:buClr>
                <a:srgbClr val="595959"/>
              </a:buClr>
              <a:buFont typeface="Wingdings"/>
              <a:buChar char=""/>
              <a:tabLst>
                <a:tab pos="210122" algn="l"/>
              </a:tabLst>
            </a:pPr>
            <a:r>
              <a:rPr sz="2294" dirty="0">
                <a:solidFill>
                  <a:srgbClr val="404040"/>
                </a:solidFill>
                <a:latin typeface="Calibri"/>
                <a:cs typeface="Calibri"/>
              </a:rPr>
              <a:t>key</a:t>
            </a:r>
            <a:r>
              <a:rPr sz="2294" spc="-18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94" dirty="0">
                <a:solidFill>
                  <a:srgbClr val="404040"/>
                </a:solidFill>
                <a:latin typeface="Calibri"/>
                <a:cs typeface="Calibri"/>
              </a:rPr>
              <a:t>can</a:t>
            </a:r>
            <a:r>
              <a:rPr sz="2294" spc="-18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94" dirty="0">
                <a:solidFill>
                  <a:srgbClr val="404040"/>
                </a:solidFill>
                <a:latin typeface="Calibri"/>
                <a:cs typeface="Calibri"/>
              </a:rPr>
              <a:t>be</a:t>
            </a:r>
            <a:r>
              <a:rPr sz="2294" spc="-13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94" spc="-22" dirty="0">
                <a:solidFill>
                  <a:srgbClr val="404040"/>
                </a:solidFill>
                <a:latin typeface="Calibri"/>
                <a:cs typeface="Calibri"/>
              </a:rPr>
              <a:t>any</a:t>
            </a:r>
            <a:endParaRPr sz="2294">
              <a:latin typeface="Calibri"/>
              <a:cs typeface="Calibri"/>
            </a:endParaRPr>
          </a:p>
          <a:p>
            <a:pPr marL="90212">
              <a:lnSpc>
                <a:spcPts val="2612"/>
              </a:lnSpc>
            </a:pPr>
            <a:r>
              <a:rPr sz="2294" b="1" dirty="0">
                <a:solidFill>
                  <a:srgbClr val="C00000"/>
                </a:solidFill>
                <a:latin typeface="Calibri"/>
                <a:cs typeface="Calibri"/>
              </a:rPr>
              <a:t>immutable</a:t>
            </a:r>
            <a:r>
              <a:rPr sz="2294" b="1" spc="-79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94" spc="-18" dirty="0">
                <a:solidFill>
                  <a:srgbClr val="404040"/>
                </a:solidFill>
                <a:latin typeface="Calibri"/>
                <a:cs typeface="Calibri"/>
              </a:rPr>
              <a:t>type</a:t>
            </a:r>
            <a:endParaRPr sz="2294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914146"/>
            <a:ext cx="209359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OBJECTS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25" dirty="0"/>
              <a:t>73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810259" y="1610482"/>
            <a:ext cx="7798434" cy="4608195"/>
          </a:xfrm>
          <a:prstGeom prst="rect">
            <a:avLst/>
          </a:prstGeom>
        </p:spPr>
        <p:txBody>
          <a:bodyPr vert="horz" wrap="square" lIns="0" tIns="220345" rIns="0" bIns="0" rtlCol="0">
            <a:spAutoFit/>
          </a:bodyPr>
          <a:lstStyle/>
          <a:p>
            <a:pPr marL="237490" indent="-224790">
              <a:lnSpc>
                <a:spcPct val="100000"/>
              </a:lnSpc>
              <a:spcBef>
                <a:spcPts val="1735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sz="2600" dirty="0">
                <a:latin typeface="Calibri"/>
                <a:cs typeface="Calibri"/>
              </a:rPr>
              <a:t>Python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supports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many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different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kinds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data</a:t>
            </a:r>
            <a:endParaRPr sz="2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55"/>
              </a:spcBef>
              <a:tabLst>
                <a:tab pos="1536700" algn="l"/>
                <a:tab pos="3365500" algn="l"/>
                <a:tab pos="5194300" algn="l"/>
              </a:tabLst>
            </a:pPr>
            <a:r>
              <a:rPr sz="2000" spc="-20" dirty="0">
                <a:latin typeface="Courier New"/>
                <a:cs typeface="Courier New"/>
              </a:rPr>
              <a:t>1234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10" dirty="0">
                <a:latin typeface="Courier New"/>
                <a:cs typeface="Courier New"/>
              </a:rPr>
              <a:t>3.14159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10" dirty="0">
                <a:latin typeface="Courier New"/>
                <a:cs typeface="Courier New"/>
              </a:rPr>
              <a:t>"Hello"</a:t>
            </a:r>
            <a:r>
              <a:rPr sz="2000" dirty="0">
                <a:latin typeface="Courier New"/>
                <a:cs typeface="Courier New"/>
              </a:rPr>
              <a:t>	[1,</a:t>
            </a:r>
            <a:r>
              <a:rPr sz="2000" spc="-4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5,</a:t>
            </a:r>
            <a:r>
              <a:rPr sz="2000" spc="-3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7,</a:t>
            </a:r>
            <a:r>
              <a:rPr sz="2000" spc="-3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11,</a:t>
            </a:r>
            <a:r>
              <a:rPr sz="2000" spc="-30" dirty="0">
                <a:latin typeface="Courier New"/>
                <a:cs typeface="Courier New"/>
              </a:rPr>
              <a:t> </a:t>
            </a:r>
            <a:r>
              <a:rPr sz="2000" spc="-25" dirty="0">
                <a:latin typeface="Courier New"/>
                <a:cs typeface="Courier New"/>
              </a:rPr>
              <a:t>13]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sz="2000" dirty="0">
                <a:latin typeface="Courier New"/>
                <a:cs typeface="Courier New"/>
              </a:rPr>
              <a:t>{"CA":</a:t>
            </a:r>
            <a:r>
              <a:rPr sz="2000" spc="-10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"California",</a:t>
            </a:r>
            <a:r>
              <a:rPr sz="2000" spc="-9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"MA":</a:t>
            </a:r>
            <a:r>
              <a:rPr sz="2000" spc="-9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"Massachusetts"}</a:t>
            </a:r>
            <a:endParaRPr sz="2000">
              <a:latin typeface="Courier New"/>
              <a:cs typeface="Courier New"/>
            </a:endParaRPr>
          </a:p>
          <a:p>
            <a:pPr marL="237490" indent="-224790">
              <a:lnSpc>
                <a:spcPct val="100000"/>
              </a:lnSpc>
              <a:spcBef>
                <a:spcPts val="990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sz="2600" dirty="0">
                <a:latin typeface="Calibri"/>
                <a:cs typeface="Calibri"/>
              </a:rPr>
              <a:t>each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object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every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object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has:</a:t>
            </a:r>
            <a:endParaRPr sz="2600">
              <a:latin typeface="Calibri"/>
              <a:cs typeface="Calibri"/>
            </a:endParaRPr>
          </a:p>
          <a:p>
            <a:pPr marL="464820" lvl="1" indent="-251460">
              <a:lnSpc>
                <a:spcPct val="100000"/>
              </a:lnSpc>
              <a:spcBef>
                <a:spcPts val="125"/>
              </a:spcBef>
              <a:buClr>
                <a:srgbClr val="585858"/>
              </a:buClr>
              <a:buFont typeface="Arial MT"/>
              <a:buChar char="•"/>
              <a:tabLst>
                <a:tab pos="464820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C00000"/>
                </a:solidFill>
                <a:latin typeface="Calibri"/>
                <a:cs typeface="Calibri"/>
              </a:rPr>
              <a:t>type</a:t>
            </a:r>
            <a:endParaRPr sz="2400">
              <a:latin typeface="Calibri"/>
              <a:cs typeface="Calibri"/>
            </a:endParaRPr>
          </a:p>
          <a:p>
            <a:pPr marL="464820" lvl="1" indent="-251460">
              <a:lnSpc>
                <a:spcPct val="100000"/>
              </a:lnSpc>
              <a:spcBef>
                <a:spcPts val="310"/>
              </a:spcBef>
              <a:buClr>
                <a:srgbClr val="585858"/>
              </a:buClr>
              <a:buFont typeface="Arial MT"/>
              <a:buChar char="•"/>
              <a:tabLst>
                <a:tab pos="464820" algn="l"/>
              </a:tabLst>
            </a:pPr>
            <a:r>
              <a:rPr sz="2400" dirty="0">
                <a:latin typeface="Calibri"/>
                <a:cs typeface="Calibri"/>
              </a:rPr>
              <a:t>an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internal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data</a:t>
            </a:r>
            <a:r>
              <a:rPr sz="2400" b="1" spc="-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C00000"/>
                </a:solidFill>
                <a:latin typeface="Calibri"/>
                <a:cs typeface="Calibri"/>
              </a:rPr>
              <a:t>representation</a:t>
            </a:r>
            <a:r>
              <a:rPr sz="2400" b="1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(primitive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composite)</a:t>
            </a:r>
            <a:endParaRPr sz="2400">
              <a:latin typeface="Calibri"/>
              <a:cs typeface="Calibri"/>
            </a:endParaRPr>
          </a:p>
          <a:p>
            <a:pPr marL="464820" lvl="1" indent="-251460">
              <a:lnSpc>
                <a:spcPct val="100000"/>
              </a:lnSpc>
              <a:spcBef>
                <a:spcPts val="310"/>
              </a:spcBef>
              <a:buClr>
                <a:srgbClr val="585858"/>
              </a:buClr>
              <a:buFont typeface="Arial MT"/>
              <a:buChar char="•"/>
              <a:tabLst>
                <a:tab pos="464820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procedures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interaction</a:t>
            </a:r>
            <a:r>
              <a:rPr sz="2400" b="1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object</a:t>
            </a:r>
            <a:endParaRPr sz="2400">
              <a:latin typeface="Calibri"/>
              <a:cs typeface="Calibri"/>
            </a:endParaRPr>
          </a:p>
          <a:p>
            <a:pPr marL="237490" indent="-224790">
              <a:lnSpc>
                <a:spcPct val="100000"/>
              </a:lnSpc>
              <a:spcBef>
                <a:spcPts val="1280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sz="2600" dirty="0">
                <a:latin typeface="Calibri"/>
                <a:cs typeface="Calibri"/>
              </a:rPr>
              <a:t>an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object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instance</a:t>
            </a:r>
            <a:r>
              <a:rPr sz="2600" b="1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type</a:t>
            </a:r>
            <a:endParaRPr sz="2600">
              <a:latin typeface="Calibri"/>
              <a:cs typeface="Calibri"/>
            </a:endParaRPr>
          </a:p>
          <a:p>
            <a:pPr marL="579120" lvl="1" indent="-365760">
              <a:lnSpc>
                <a:spcPct val="100000"/>
              </a:lnSpc>
              <a:spcBef>
                <a:spcPts val="140"/>
              </a:spcBef>
              <a:buClr>
                <a:srgbClr val="585858"/>
              </a:buClr>
              <a:buFont typeface="Arial MT"/>
              <a:buChar char="•"/>
              <a:tabLst>
                <a:tab pos="579120" algn="l"/>
              </a:tabLst>
            </a:pPr>
            <a:r>
              <a:rPr sz="2400" dirty="0">
                <a:latin typeface="Courier New"/>
                <a:cs typeface="Courier New"/>
              </a:rPr>
              <a:t>1234</a:t>
            </a:r>
            <a:r>
              <a:rPr sz="2400" spc="-95" dirty="0">
                <a:latin typeface="Courier New"/>
                <a:cs typeface="Courier New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instance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int</a:t>
            </a:r>
            <a:endParaRPr sz="2400">
              <a:latin typeface="Courier New"/>
              <a:cs typeface="Courier New"/>
            </a:endParaRPr>
          </a:p>
          <a:p>
            <a:pPr marL="579120" lvl="1" indent="-365760">
              <a:lnSpc>
                <a:spcPct val="100000"/>
              </a:lnSpc>
              <a:spcBef>
                <a:spcPts val="310"/>
              </a:spcBef>
              <a:buClr>
                <a:srgbClr val="585858"/>
              </a:buClr>
              <a:buFont typeface="Arial MT"/>
              <a:buChar char="•"/>
              <a:tabLst>
                <a:tab pos="579120" algn="l"/>
              </a:tabLst>
            </a:pPr>
            <a:r>
              <a:rPr sz="2400" spc="-10" dirty="0">
                <a:latin typeface="Courier New"/>
                <a:cs typeface="Courier New"/>
              </a:rPr>
              <a:t>"hello"</a:t>
            </a:r>
            <a:r>
              <a:rPr sz="2400" spc="-925" dirty="0">
                <a:latin typeface="Courier New"/>
                <a:cs typeface="Courier New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instance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string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291845"/>
            <a:ext cx="5559425" cy="1379220"/>
          </a:xfrm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12700" marR="5080">
              <a:lnSpc>
                <a:spcPts val="4900"/>
              </a:lnSpc>
              <a:spcBef>
                <a:spcPts val="980"/>
              </a:spcBef>
            </a:pPr>
            <a:r>
              <a:rPr spc="-40" dirty="0"/>
              <a:t>OBJECT</a:t>
            </a:r>
            <a:r>
              <a:rPr spc="-229" dirty="0"/>
              <a:t> </a:t>
            </a:r>
            <a:r>
              <a:rPr spc="-10" dirty="0"/>
              <a:t>ORIENTED </a:t>
            </a:r>
            <a:r>
              <a:rPr spc="-55" dirty="0"/>
              <a:t>PROGRAMMING</a:t>
            </a:r>
            <a:r>
              <a:rPr spc="-165" dirty="0"/>
              <a:t> </a:t>
            </a:r>
            <a:r>
              <a:rPr spc="-30" dirty="0"/>
              <a:t>(OOP)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25" dirty="0"/>
              <a:t>74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810259" y="1679849"/>
            <a:ext cx="7736840" cy="3279775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237490" indent="-224790">
              <a:lnSpc>
                <a:spcPct val="100000"/>
              </a:lnSpc>
              <a:spcBef>
                <a:spcPts val="1190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sz="2600" b="1" dirty="0">
                <a:latin typeface="Calibri"/>
                <a:cs typeface="Calibri"/>
              </a:rPr>
              <a:t>EVERYTHING</a:t>
            </a:r>
            <a:r>
              <a:rPr sz="2600" b="1" spc="-5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IN</a:t>
            </a:r>
            <a:r>
              <a:rPr sz="2600" b="1" spc="-5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PYTHON</a:t>
            </a:r>
            <a:r>
              <a:rPr sz="2600" b="1" spc="-3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IS</a:t>
            </a:r>
            <a:r>
              <a:rPr sz="2600" b="1" spc="-5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AN</a:t>
            </a:r>
            <a:r>
              <a:rPr sz="2600" b="1" spc="-4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OBJECT</a:t>
            </a:r>
            <a:r>
              <a:rPr sz="2600" b="1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(and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has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type)</a:t>
            </a:r>
            <a:endParaRPr sz="2600">
              <a:latin typeface="Calibri"/>
              <a:cs typeface="Calibri"/>
            </a:endParaRPr>
          </a:p>
          <a:p>
            <a:pPr marL="237490" indent="-224790">
              <a:lnSpc>
                <a:spcPct val="100000"/>
              </a:lnSpc>
              <a:spcBef>
                <a:spcPts val="1085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sz="2600" dirty="0">
                <a:latin typeface="Calibri"/>
                <a:cs typeface="Calibri"/>
              </a:rPr>
              <a:t>can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create</a:t>
            </a:r>
            <a:r>
              <a:rPr sz="2600" b="1" spc="-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new</a:t>
            </a:r>
            <a:r>
              <a:rPr sz="2600" b="1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objects</a:t>
            </a:r>
            <a:r>
              <a:rPr sz="2600" b="1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some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type</a:t>
            </a:r>
            <a:endParaRPr sz="2600">
              <a:latin typeface="Calibri"/>
              <a:cs typeface="Calibri"/>
            </a:endParaRPr>
          </a:p>
          <a:p>
            <a:pPr marL="237490" indent="-224790">
              <a:lnSpc>
                <a:spcPct val="100000"/>
              </a:lnSpc>
              <a:spcBef>
                <a:spcPts val="1090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sz="2600" dirty="0">
                <a:latin typeface="Calibri"/>
                <a:cs typeface="Calibri"/>
              </a:rPr>
              <a:t>can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manipulate</a:t>
            </a:r>
            <a:r>
              <a:rPr sz="2600" b="1" spc="-5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objects</a:t>
            </a:r>
            <a:endParaRPr sz="2600">
              <a:latin typeface="Calibri"/>
              <a:cs typeface="Calibri"/>
            </a:endParaRPr>
          </a:p>
          <a:p>
            <a:pPr marL="237490" indent="-224790">
              <a:lnSpc>
                <a:spcPct val="100000"/>
              </a:lnSpc>
              <a:spcBef>
                <a:spcPts val="1090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sz="2600" dirty="0">
                <a:latin typeface="Calibri"/>
                <a:cs typeface="Calibri"/>
              </a:rPr>
              <a:t>can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destroy</a:t>
            </a:r>
            <a:r>
              <a:rPr sz="2600" b="1" spc="-6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objects</a:t>
            </a:r>
            <a:endParaRPr sz="2600">
              <a:latin typeface="Calibri"/>
              <a:cs typeface="Calibri"/>
            </a:endParaRPr>
          </a:p>
          <a:p>
            <a:pPr marL="464820" lvl="1" indent="-251460">
              <a:lnSpc>
                <a:spcPct val="100000"/>
              </a:lnSpc>
              <a:spcBef>
                <a:spcPts val="140"/>
              </a:spcBef>
              <a:buClr>
                <a:srgbClr val="585858"/>
              </a:buClr>
              <a:buFont typeface="Arial MT"/>
              <a:buChar char="•"/>
              <a:tabLst>
                <a:tab pos="464820" algn="l"/>
              </a:tabLst>
            </a:pPr>
            <a:r>
              <a:rPr sz="2400" dirty="0">
                <a:latin typeface="Calibri"/>
                <a:cs typeface="Calibri"/>
              </a:rPr>
              <a:t>explicitly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using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del</a:t>
            </a:r>
            <a:r>
              <a:rPr sz="2400" spc="-910" dirty="0">
                <a:latin typeface="Courier New"/>
                <a:cs typeface="Courier New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just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“forget”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about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them</a:t>
            </a:r>
            <a:endParaRPr sz="2400">
              <a:latin typeface="Calibri"/>
              <a:cs typeface="Calibri"/>
            </a:endParaRPr>
          </a:p>
          <a:p>
            <a:pPr marL="396240" marR="796290" lvl="1" indent="-182880">
              <a:lnSpc>
                <a:spcPts val="2590"/>
              </a:lnSpc>
              <a:spcBef>
                <a:spcPts val="620"/>
              </a:spcBef>
              <a:buChar char="•"/>
              <a:tabLst>
                <a:tab pos="396240" algn="l"/>
                <a:tab pos="464820" algn="l"/>
              </a:tabLst>
            </a:pPr>
            <a:r>
              <a:rPr sz="2400" dirty="0">
                <a:solidFill>
                  <a:srgbClr val="585858"/>
                </a:solidFill>
                <a:latin typeface="Arial MT"/>
                <a:cs typeface="Arial MT"/>
              </a:rPr>
              <a:t>	</a:t>
            </a:r>
            <a:r>
              <a:rPr sz="2400" dirty="0">
                <a:latin typeface="Calibri"/>
                <a:cs typeface="Calibri"/>
              </a:rPr>
              <a:t>python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system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will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reclaim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destroyed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inaccessible </a:t>
            </a:r>
            <a:r>
              <a:rPr sz="2400" dirty="0">
                <a:latin typeface="Calibri"/>
                <a:cs typeface="Calibri"/>
              </a:rPr>
              <a:t>objects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–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called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“garbage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collection”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50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5" dirty="0"/>
              <a:t>WHAT</a:t>
            </a:r>
            <a:r>
              <a:rPr spc="-130" dirty="0"/>
              <a:t> </a:t>
            </a:r>
            <a:r>
              <a:rPr dirty="0"/>
              <a:t>ARE</a:t>
            </a:r>
            <a:r>
              <a:rPr spc="-210" dirty="0"/>
              <a:t> </a:t>
            </a:r>
            <a:r>
              <a:rPr spc="-40" dirty="0"/>
              <a:t>OBJECTS?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25" dirty="0"/>
              <a:t>75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810259" y="1818385"/>
            <a:ext cx="4271645" cy="4055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7490" indent="-224790">
              <a:lnSpc>
                <a:spcPts val="2965"/>
              </a:lnSpc>
              <a:spcBef>
                <a:spcPts val="100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sz="2600" dirty="0">
                <a:latin typeface="Calibri"/>
                <a:cs typeface="Calibri"/>
              </a:rPr>
              <a:t>objects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are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600" b="1" spc="-5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data</a:t>
            </a:r>
            <a:r>
              <a:rPr sz="2600" b="1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abstraction</a:t>
            </a:r>
            <a:endParaRPr sz="2600">
              <a:latin typeface="Calibri"/>
              <a:cs typeface="Calibri"/>
            </a:endParaRPr>
          </a:p>
          <a:p>
            <a:pPr marL="253365">
              <a:lnSpc>
                <a:spcPts val="2965"/>
              </a:lnSpc>
            </a:pPr>
            <a:r>
              <a:rPr sz="2600" dirty="0">
                <a:latin typeface="Calibri"/>
                <a:cs typeface="Calibri"/>
              </a:rPr>
              <a:t>that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captures…</a:t>
            </a:r>
            <a:endParaRPr sz="2600">
              <a:latin typeface="Calibri"/>
              <a:cs typeface="Calibri"/>
            </a:endParaRPr>
          </a:p>
          <a:p>
            <a:pPr marL="452120" indent="-439420">
              <a:lnSpc>
                <a:spcPct val="100000"/>
              </a:lnSpc>
              <a:spcBef>
                <a:spcPts val="1085"/>
              </a:spcBef>
              <a:buAutoNum type="arabicParenBoth"/>
              <a:tabLst>
                <a:tab pos="452120" algn="l"/>
              </a:tabLst>
            </a:pPr>
            <a:r>
              <a:rPr sz="2600" dirty="0">
                <a:latin typeface="Calibri"/>
                <a:cs typeface="Calibri"/>
              </a:rPr>
              <a:t>an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internal</a:t>
            </a:r>
            <a:r>
              <a:rPr sz="2600" b="1" spc="-7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representation</a:t>
            </a:r>
            <a:endParaRPr sz="2600">
              <a:latin typeface="Calibri"/>
              <a:cs typeface="Calibri"/>
            </a:endParaRPr>
          </a:p>
          <a:p>
            <a:pPr marL="464820" lvl="1" indent="-251460">
              <a:lnSpc>
                <a:spcPct val="100000"/>
              </a:lnSpc>
              <a:spcBef>
                <a:spcPts val="120"/>
              </a:spcBef>
              <a:buClr>
                <a:srgbClr val="585858"/>
              </a:buClr>
              <a:buFont typeface="Arial MT"/>
              <a:buChar char="•"/>
              <a:tabLst>
                <a:tab pos="464820" algn="l"/>
              </a:tabLst>
            </a:pPr>
            <a:r>
              <a:rPr sz="2400" dirty="0">
                <a:latin typeface="Calibri"/>
                <a:cs typeface="Calibri"/>
              </a:rPr>
              <a:t>through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attributes</a:t>
            </a:r>
            <a:endParaRPr sz="2400">
              <a:latin typeface="Calibri"/>
              <a:cs typeface="Calibri"/>
            </a:endParaRPr>
          </a:p>
          <a:p>
            <a:pPr marL="451484" marR="775970" indent="-439420">
              <a:lnSpc>
                <a:spcPts val="2810"/>
              </a:lnSpc>
              <a:spcBef>
                <a:spcPts val="1630"/>
              </a:spcBef>
              <a:buAutoNum type="arabicParenBoth"/>
              <a:tabLst>
                <a:tab pos="460375" algn="l"/>
              </a:tabLst>
            </a:pPr>
            <a:r>
              <a:rPr sz="2600" dirty="0">
                <a:latin typeface="Calibri"/>
                <a:cs typeface="Calibri"/>
              </a:rPr>
              <a:t>an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interface</a:t>
            </a:r>
            <a:r>
              <a:rPr sz="2600" b="1" spc="-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for 	</a:t>
            </a:r>
            <a:r>
              <a:rPr sz="2600" spc="-10" dirty="0">
                <a:latin typeface="Calibri"/>
                <a:cs typeface="Calibri"/>
              </a:rPr>
              <a:t>interacting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with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object</a:t>
            </a:r>
            <a:endParaRPr sz="2600">
              <a:latin typeface="Calibri"/>
              <a:cs typeface="Calibri"/>
            </a:endParaRPr>
          </a:p>
          <a:p>
            <a:pPr marL="464820" lvl="1" indent="-251460">
              <a:lnSpc>
                <a:spcPts val="2735"/>
              </a:lnSpc>
              <a:spcBef>
                <a:spcPts val="85"/>
              </a:spcBef>
              <a:buClr>
                <a:srgbClr val="585858"/>
              </a:buClr>
              <a:buFont typeface="Arial MT"/>
              <a:buChar char="•"/>
              <a:tabLst>
                <a:tab pos="464820" algn="l"/>
              </a:tabLst>
            </a:pPr>
            <a:r>
              <a:rPr sz="2400" dirty="0">
                <a:latin typeface="Calibri"/>
                <a:cs typeface="Calibri"/>
              </a:rPr>
              <a:t>through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methods</a:t>
            </a:r>
            <a:endParaRPr sz="2400">
              <a:latin typeface="Calibri"/>
              <a:cs typeface="Calibri"/>
            </a:endParaRPr>
          </a:p>
          <a:p>
            <a:pPr marL="396240">
              <a:lnSpc>
                <a:spcPts val="2735"/>
              </a:lnSpc>
            </a:pPr>
            <a:r>
              <a:rPr sz="2400" dirty="0">
                <a:latin typeface="Calibri"/>
                <a:cs typeface="Calibri"/>
              </a:rPr>
              <a:t>(aka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procedures/functions)</a:t>
            </a:r>
            <a:endParaRPr sz="2400">
              <a:latin typeface="Calibri"/>
              <a:cs typeface="Calibri"/>
            </a:endParaRPr>
          </a:p>
          <a:p>
            <a:pPr marL="396240" marR="1130935" lvl="1" indent="-182880">
              <a:lnSpc>
                <a:spcPts val="2590"/>
              </a:lnSpc>
              <a:spcBef>
                <a:spcPts val="640"/>
              </a:spcBef>
              <a:buChar char="•"/>
              <a:tabLst>
                <a:tab pos="396240" algn="l"/>
                <a:tab pos="464820" algn="l"/>
              </a:tabLst>
            </a:pPr>
            <a:r>
              <a:rPr sz="2400" dirty="0">
                <a:solidFill>
                  <a:srgbClr val="585858"/>
                </a:solidFill>
                <a:latin typeface="Arial MT"/>
                <a:cs typeface="Arial MT"/>
              </a:rPr>
              <a:t>	</a:t>
            </a:r>
            <a:r>
              <a:rPr sz="2400" dirty="0">
                <a:latin typeface="Calibri"/>
                <a:cs typeface="Calibri"/>
              </a:rPr>
              <a:t>defines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behaviors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but </a:t>
            </a:r>
            <a:r>
              <a:rPr sz="2400" dirty="0">
                <a:latin typeface="Calibri"/>
                <a:cs typeface="Calibri"/>
              </a:rPr>
              <a:t>hides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implementation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0259" y="1822195"/>
            <a:ext cx="697166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9710" indent="-207010">
              <a:lnSpc>
                <a:spcPct val="100000"/>
              </a:lnSpc>
              <a:spcBef>
                <a:spcPts val="100"/>
              </a:spcBef>
              <a:buClr>
                <a:srgbClr val="585858"/>
              </a:buClr>
              <a:buFont typeface="Wingdings"/>
              <a:buChar char=""/>
              <a:tabLst>
                <a:tab pos="219710" algn="l"/>
              </a:tabLst>
            </a:pPr>
            <a:r>
              <a:rPr sz="2400" dirty="0">
                <a:latin typeface="Calibri"/>
                <a:cs typeface="Calibri"/>
              </a:rPr>
              <a:t>how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lists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represented</a:t>
            </a:r>
            <a:r>
              <a:rPr sz="2400" b="1" spc="-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internally</a:t>
            </a:r>
            <a:r>
              <a:rPr sz="2400" dirty="0">
                <a:latin typeface="Calibri"/>
                <a:cs typeface="Calibri"/>
              </a:rPr>
              <a:t>?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linked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list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cells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66289" y="2331720"/>
            <a:ext cx="5746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ourier New"/>
                <a:cs typeface="Courier New"/>
              </a:rPr>
              <a:t>L</a:t>
            </a:r>
            <a:r>
              <a:rPr sz="2400" b="1" spc="-5" dirty="0">
                <a:latin typeface="Courier New"/>
                <a:cs typeface="Courier New"/>
              </a:rPr>
              <a:t> </a:t>
            </a:r>
            <a:r>
              <a:rPr sz="2400" b="1" spc="-50" dirty="0">
                <a:latin typeface="Courier New"/>
                <a:cs typeface="Courier New"/>
              </a:rPr>
              <a:t>=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0259" y="3262888"/>
            <a:ext cx="7834630" cy="3205480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220345" indent="-207645">
              <a:lnSpc>
                <a:spcPct val="100000"/>
              </a:lnSpc>
              <a:spcBef>
                <a:spcPts val="735"/>
              </a:spcBef>
              <a:buClr>
                <a:srgbClr val="585858"/>
              </a:buClr>
              <a:buFont typeface="Wingdings"/>
              <a:buChar char=""/>
              <a:tabLst>
                <a:tab pos="220345" algn="l"/>
              </a:tabLst>
            </a:pPr>
            <a:r>
              <a:rPr sz="2400" dirty="0">
                <a:latin typeface="Calibri"/>
                <a:cs typeface="Calibri"/>
              </a:rPr>
              <a:t>how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manipulate</a:t>
            </a:r>
            <a:r>
              <a:rPr sz="2400" b="1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lists?</a:t>
            </a:r>
            <a:endParaRPr sz="2400">
              <a:latin typeface="Calibri"/>
              <a:cs typeface="Calibri"/>
            </a:endParaRPr>
          </a:p>
          <a:p>
            <a:pPr marL="450215" lvl="1" indent="-236854">
              <a:lnSpc>
                <a:spcPct val="100000"/>
              </a:lnSpc>
              <a:spcBef>
                <a:spcPts val="505"/>
              </a:spcBef>
              <a:buClr>
                <a:srgbClr val="585858"/>
              </a:buClr>
              <a:buFont typeface="Arial MT"/>
              <a:buChar char="•"/>
              <a:tabLst>
                <a:tab pos="450215" algn="l"/>
              </a:tabLst>
            </a:pPr>
            <a:r>
              <a:rPr sz="1900" dirty="0">
                <a:latin typeface="Courier New"/>
                <a:cs typeface="Courier New"/>
              </a:rPr>
              <a:t>L[i],</a:t>
            </a:r>
            <a:r>
              <a:rPr sz="1900" spc="-45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L[i:j],</a:t>
            </a:r>
            <a:r>
              <a:rPr sz="1900" spc="-45" dirty="0">
                <a:latin typeface="Courier New"/>
                <a:cs typeface="Courier New"/>
              </a:rPr>
              <a:t> </a:t>
            </a:r>
            <a:r>
              <a:rPr sz="1900" spc="-50" dirty="0">
                <a:latin typeface="Courier New"/>
                <a:cs typeface="Courier New"/>
              </a:rPr>
              <a:t>+</a:t>
            </a:r>
            <a:endParaRPr sz="1900">
              <a:latin typeface="Courier New"/>
              <a:cs typeface="Courier New"/>
            </a:endParaRPr>
          </a:p>
          <a:p>
            <a:pPr marL="450215" lvl="1" indent="-236854">
              <a:lnSpc>
                <a:spcPct val="100000"/>
              </a:lnSpc>
              <a:spcBef>
                <a:spcPts val="455"/>
              </a:spcBef>
              <a:buClr>
                <a:srgbClr val="585858"/>
              </a:buClr>
              <a:buFont typeface="Arial MT"/>
              <a:buChar char="•"/>
              <a:tabLst>
                <a:tab pos="450215" algn="l"/>
              </a:tabLst>
            </a:pPr>
            <a:r>
              <a:rPr sz="1900" dirty="0">
                <a:latin typeface="Courier New"/>
                <a:cs typeface="Courier New"/>
              </a:rPr>
              <a:t>len(),</a:t>
            </a:r>
            <a:r>
              <a:rPr sz="1900" spc="-55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min(),</a:t>
            </a:r>
            <a:r>
              <a:rPr sz="1900" spc="-55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max(),</a:t>
            </a:r>
            <a:r>
              <a:rPr sz="1900" spc="-4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del(L[i])</a:t>
            </a:r>
            <a:endParaRPr sz="1900">
              <a:latin typeface="Courier New"/>
              <a:cs typeface="Courier New"/>
            </a:endParaRPr>
          </a:p>
          <a:p>
            <a:pPr marL="450215" lvl="1" indent="-236854">
              <a:lnSpc>
                <a:spcPct val="100000"/>
              </a:lnSpc>
              <a:spcBef>
                <a:spcPts val="455"/>
              </a:spcBef>
              <a:buClr>
                <a:srgbClr val="585858"/>
              </a:buClr>
              <a:buFont typeface="Arial MT"/>
              <a:buChar char="•"/>
              <a:tabLst>
                <a:tab pos="450215" algn="l"/>
              </a:tabLst>
            </a:pPr>
            <a:r>
              <a:rPr sz="1900" spc="-10" dirty="0">
                <a:latin typeface="Courier New"/>
                <a:cs typeface="Courier New"/>
              </a:rPr>
              <a:t>L.append(),L.extend(),L.count(),L.index(),</a:t>
            </a:r>
            <a:endParaRPr sz="1900">
              <a:latin typeface="Courier New"/>
              <a:cs typeface="Courier New"/>
            </a:endParaRPr>
          </a:p>
          <a:p>
            <a:pPr marL="450850">
              <a:lnSpc>
                <a:spcPct val="100000"/>
              </a:lnSpc>
              <a:spcBef>
                <a:spcPts val="459"/>
              </a:spcBef>
            </a:pPr>
            <a:r>
              <a:rPr sz="1900" spc="-10" dirty="0">
                <a:latin typeface="Courier New"/>
                <a:cs typeface="Courier New"/>
              </a:rPr>
              <a:t>L.insert(),L.pop(),L.remove(),L.reverse(),</a:t>
            </a:r>
            <a:r>
              <a:rPr sz="1900" spc="120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L.sort()</a:t>
            </a:r>
            <a:endParaRPr sz="1900">
              <a:latin typeface="Courier New"/>
              <a:cs typeface="Courier New"/>
            </a:endParaRPr>
          </a:p>
          <a:p>
            <a:pPr marL="220345" indent="-207645">
              <a:lnSpc>
                <a:spcPct val="100000"/>
              </a:lnSpc>
              <a:spcBef>
                <a:spcPts val="1065"/>
              </a:spcBef>
              <a:buClr>
                <a:srgbClr val="585858"/>
              </a:buClr>
              <a:buFont typeface="Wingdings"/>
              <a:buChar char=""/>
              <a:tabLst>
                <a:tab pos="220345" algn="l"/>
              </a:tabLst>
            </a:pPr>
            <a:r>
              <a:rPr sz="2400" dirty="0">
                <a:latin typeface="Calibri"/>
                <a:cs typeface="Calibri"/>
              </a:rPr>
              <a:t>internal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representation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should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private</a:t>
            </a:r>
            <a:endParaRPr sz="2400">
              <a:latin typeface="Calibri"/>
              <a:cs typeface="Calibri"/>
            </a:endParaRPr>
          </a:p>
          <a:p>
            <a:pPr marL="104139" marR="608330" indent="-91440">
              <a:lnSpc>
                <a:spcPts val="2590"/>
              </a:lnSpc>
              <a:spcBef>
                <a:spcPts val="1440"/>
              </a:spcBef>
              <a:buClr>
                <a:srgbClr val="585858"/>
              </a:buClr>
              <a:buFont typeface="Wingdings"/>
              <a:buChar char=""/>
              <a:tabLst>
                <a:tab pos="104139" algn="l"/>
                <a:tab pos="220345" algn="l"/>
              </a:tabLst>
            </a:pPr>
            <a:r>
              <a:rPr sz="2400" dirty="0">
                <a:latin typeface="Calibri"/>
                <a:cs typeface="Calibri"/>
              </a:rPr>
              <a:t>	correct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behavior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may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compromised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you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manipulate </a:t>
            </a:r>
            <a:r>
              <a:rPr sz="2400" dirty="0">
                <a:latin typeface="Calibri"/>
                <a:cs typeface="Calibri"/>
              </a:rPr>
              <a:t>internal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representation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directly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5330"/>
              </a:lnSpc>
              <a:spcBef>
                <a:spcPts val="100"/>
              </a:spcBef>
            </a:pPr>
            <a:r>
              <a:rPr spc="-10" dirty="0"/>
              <a:t>EXAMPLE:</a:t>
            </a:r>
          </a:p>
          <a:p>
            <a:pPr marL="12700">
              <a:lnSpc>
                <a:spcPts val="5330"/>
              </a:lnSpc>
            </a:pPr>
            <a:r>
              <a:rPr spc="-50" dirty="0"/>
              <a:t>[1,2,3,4]</a:t>
            </a:r>
            <a:r>
              <a:rPr spc="-225" dirty="0"/>
              <a:t> </a:t>
            </a:r>
            <a:r>
              <a:rPr dirty="0"/>
              <a:t>has</a:t>
            </a:r>
            <a:r>
              <a:rPr spc="-220" dirty="0"/>
              <a:t> </a:t>
            </a:r>
            <a:r>
              <a:rPr spc="-20" dirty="0"/>
              <a:t>type</a:t>
            </a:r>
            <a:r>
              <a:rPr spc="-235" dirty="0"/>
              <a:t> </a:t>
            </a:r>
            <a:r>
              <a:rPr spc="-20" dirty="0"/>
              <a:t>list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2756661" y="2363470"/>
            <a:ext cx="5611495" cy="309880"/>
            <a:chOff x="2756661" y="2363470"/>
            <a:chExt cx="5611495" cy="309880"/>
          </a:xfrm>
        </p:grpSpPr>
        <p:sp>
          <p:nvSpPr>
            <p:cNvPr id="7" name="object 7"/>
            <p:cNvSpPr/>
            <p:nvPr/>
          </p:nvSpPr>
          <p:spPr>
            <a:xfrm>
              <a:off x="2764916" y="2371725"/>
              <a:ext cx="1090930" cy="287655"/>
            </a:xfrm>
            <a:custGeom>
              <a:avLst/>
              <a:gdLst/>
              <a:ahLst/>
              <a:cxnLst/>
              <a:rect l="l" t="t" r="r" b="b"/>
              <a:pathLst>
                <a:path w="1090929" h="287655">
                  <a:moveTo>
                    <a:pt x="1090421" y="0"/>
                  </a:moveTo>
                  <a:lnTo>
                    <a:pt x="0" y="0"/>
                  </a:lnTo>
                  <a:lnTo>
                    <a:pt x="0" y="287274"/>
                  </a:lnTo>
                  <a:lnTo>
                    <a:pt x="1090421" y="287274"/>
                  </a:lnTo>
                  <a:lnTo>
                    <a:pt x="1090421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764916" y="2371725"/>
              <a:ext cx="1090930" cy="287655"/>
            </a:xfrm>
            <a:custGeom>
              <a:avLst/>
              <a:gdLst/>
              <a:ahLst/>
              <a:cxnLst/>
              <a:rect l="l" t="t" r="r" b="b"/>
              <a:pathLst>
                <a:path w="1090929" h="287655">
                  <a:moveTo>
                    <a:pt x="0" y="287274"/>
                  </a:moveTo>
                  <a:lnTo>
                    <a:pt x="1090421" y="287274"/>
                  </a:lnTo>
                  <a:lnTo>
                    <a:pt x="1090421" y="0"/>
                  </a:lnTo>
                  <a:lnTo>
                    <a:pt x="0" y="0"/>
                  </a:lnTo>
                  <a:lnTo>
                    <a:pt x="0" y="287274"/>
                  </a:lnTo>
                  <a:close/>
                </a:path>
              </a:pathLst>
            </a:custGeom>
            <a:ln w="16002">
              <a:solidFill>
                <a:srgbClr val="5C5C5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336922" y="2371725"/>
              <a:ext cx="1090930" cy="287655"/>
            </a:xfrm>
            <a:custGeom>
              <a:avLst/>
              <a:gdLst/>
              <a:ahLst/>
              <a:cxnLst/>
              <a:rect l="l" t="t" r="r" b="b"/>
              <a:pathLst>
                <a:path w="1090929" h="287655">
                  <a:moveTo>
                    <a:pt x="1090422" y="0"/>
                  </a:moveTo>
                  <a:lnTo>
                    <a:pt x="0" y="0"/>
                  </a:lnTo>
                  <a:lnTo>
                    <a:pt x="0" y="287274"/>
                  </a:lnTo>
                  <a:lnTo>
                    <a:pt x="1090422" y="287274"/>
                  </a:lnTo>
                  <a:lnTo>
                    <a:pt x="1090422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336922" y="2371725"/>
              <a:ext cx="1090930" cy="287655"/>
            </a:xfrm>
            <a:custGeom>
              <a:avLst/>
              <a:gdLst/>
              <a:ahLst/>
              <a:cxnLst/>
              <a:rect l="l" t="t" r="r" b="b"/>
              <a:pathLst>
                <a:path w="1090929" h="287655">
                  <a:moveTo>
                    <a:pt x="0" y="287274"/>
                  </a:moveTo>
                  <a:lnTo>
                    <a:pt x="1090422" y="287274"/>
                  </a:lnTo>
                  <a:lnTo>
                    <a:pt x="1090422" y="0"/>
                  </a:lnTo>
                  <a:lnTo>
                    <a:pt x="0" y="0"/>
                  </a:lnTo>
                  <a:lnTo>
                    <a:pt x="0" y="287274"/>
                  </a:lnTo>
                  <a:close/>
                </a:path>
              </a:pathLst>
            </a:custGeom>
            <a:ln w="16002">
              <a:solidFill>
                <a:srgbClr val="5C5C5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817488" y="2377821"/>
              <a:ext cx="1089660" cy="287655"/>
            </a:xfrm>
            <a:custGeom>
              <a:avLst/>
              <a:gdLst/>
              <a:ahLst/>
              <a:cxnLst/>
              <a:rect l="l" t="t" r="r" b="b"/>
              <a:pathLst>
                <a:path w="1089659" h="287655">
                  <a:moveTo>
                    <a:pt x="1089660" y="0"/>
                  </a:moveTo>
                  <a:lnTo>
                    <a:pt x="0" y="0"/>
                  </a:lnTo>
                  <a:lnTo>
                    <a:pt x="0" y="287274"/>
                  </a:lnTo>
                  <a:lnTo>
                    <a:pt x="1089660" y="287274"/>
                  </a:lnTo>
                  <a:lnTo>
                    <a:pt x="1089660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817488" y="2377821"/>
              <a:ext cx="1089660" cy="287655"/>
            </a:xfrm>
            <a:custGeom>
              <a:avLst/>
              <a:gdLst/>
              <a:ahLst/>
              <a:cxnLst/>
              <a:rect l="l" t="t" r="r" b="b"/>
              <a:pathLst>
                <a:path w="1089659" h="287655">
                  <a:moveTo>
                    <a:pt x="0" y="287274"/>
                  </a:moveTo>
                  <a:lnTo>
                    <a:pt x="1089660" y="287274"/>
                  </a:lnTo>
                  <a:lnTo>
                    <a:pt x="1089660" y="0"/>
                  </a:lnTo>
                  <a:lnTo>
                    <a:pt x="0" y="0"/>
                  </a:lnTo>
                  <a:lnTo>
                    <a:pt x="0" y="287274"/>
                  </a:lnTo>
                  <a:close/>
                </a:path>
              </a:pathLst>
            </a:custGeom>
            <a:ln w="16002">
              <a:solidFill>
                <a:srgbClr val="5C5C5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269098" y="2377821"/>
              <a:ext cx="1090930" cy="287655"/>
            </a:xfrm>
            <a:custGeom>
              <a:avLst/>
              <a:gdLst/>
              <a:ahLst/>
              <a:cxnLst/>
              <a:rect l="l" t="t" r="r" b="b"/>
              <a:pathLst>
                <a:path w="1090929" h="287655">
                  <a:moveTo>
                    <a:pt x="1090422" y="0"/>
                  </a:moveTo>
                  <a:lnTo>
                    <a:pt x="0" y="0"/>
                  </a:lnTo>
                  <a:lnTo>
                    <a:pt x="0" y="287274"/>
                  </a:lnTo>
                  <a:lnTo>
                    <a:pt x="1090422" y="287274"/>
                  </a:lnTo>
                  <a:lnTo>
                    <a:pt x="1090422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269098" y="2377821"/>
              <a:ext cx="1090930" cy="287655"/>
            </a:xfrm>
            <a:custGeom>
              <a:avLst/>
              <a:gdLst/>
              <a:ahLst/>
              <a:cxnLst/>
              <a:rect l="l" t="t" r="r" b="b"/>
              <a:pathLst>
                <a:path w="1090929" h="287655">
                  <a:moveTo>
                    <a:pt x="0" y="287274"/>
                  </a:moveTo>
                  <a:lnTo>
                    <a:pt x="1090422" y="287274"/>
                  </a:lnTo>
                  <a:lnTo>
                    <a:pt x="1090422" y="0"/>
                  </a:lnTo>
                  <a:lnTo>
                    <a:pt x="0" y="0"/>
                  </a:lnTo>
                  <a:lnTo>
                    <a:pt x="0" y="287274"/>
                  </a:lnTo>
                  <a:close/>
                </a:path>
              </a:pathLst>
            </a:custGeom>
            <a:ln w="16002">
              <a:solidFill>
                <a:srgbClr val="5C5C5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937764" y="2357120"/>
            <a:ext cx="52228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47370" algn="l"/>
                <a:tab pos="1610995" algn="l"/>
                <a:tab pos="2093595" algn="l"/>
                <a:tab pos="3091180" algn="l"/>
                <a:tab pos="3573779" algn="l"/>
                <a:tab pos="4543425" algn="l"/>
                <a:tab pos="5026025" algn="l"/>
              </a:tabLst>
            </a:pPr>
            <a:r>
              <a:rPr sz="2700" spc="-75" baseline="1543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r>
              <a:rPr sz="2700" baseline="1543" dirty="0">
                <a:solidFill>
                  <a:srgbClr val="FFFFFF"/>
                </a:solidFill>
                <a:latin typeface="Calibri"/>
                <a:cs typeface="Calibri"/>
              </a:rPr>
              <a:t>	-</a:t>
            </a:r>
            <a:r>
              <a:rPr sz="2700" spc="-75" baseline="1543" dirty="0">
                <a:solidFill>
                  <a:srgbClr val="FFFFFF"/>
                </a:solidFill>
                <a:latin typeface="Calibri"/>
                <a:cs typeface="Calibri"/>
              </a:rPr>
              <a:t>&gt;</a:t>
            </a:r>
            <a:r>
              <a:rPr sz="2700" baseline="1543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700" spc="-75" baseline="1543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r>
              <a:rPr sz="2700" baseline="1543" dirty="0">
                <a:solidFill>
                  <a:srgbClr val="FFFFFF"/>
                </a:solidFill>
                <a:latin typeface="Calibri"/>
                <a:cs typeface="Calibri"/>
              </a:rPr>
              <a:t>	-</a:t>
            </a:r>
            <a:r>
              <a:rPr sz="2700" spc="-75" baseline="1543" dirty="0">
                <a:solidFill>
                  <a:srgbClr val="FFFFFF"/>
                </a:solidFill>
                <a:latin typeface="Calibri"/>
                <a:cs typeface="Calibri"/>
              </a:rPr>
              <a:t>&gt;</a:t>
            </a:r>
            <a:r>
              <a:rPr sz="2700" baseline="1543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	-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&gt;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	-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&gt;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302508" y="2371725"/>
            <a:ext cx="4519930" cy="293370"/>
            <a:chOff x="3302508" y="2371725"/>
            <a:chExt cx="4519930" cy="293370"/>
          </a:xfrm>
        </p:grpSpPr>
        <p:sp>
          <p:nvSpPr>
            <p:cNvPr id="17" name="object 17"/>
            <p:cNvSpPr/>
            <p:nvPr/>
          </p:nvSpPr>
          <p:spPr>
            <a:xfrm>
              <a:off x="3855326" y="2476880"/>
              <a:ext cx="1962150" cy="92075"/>
            </a:xfrm>
            <a:custGeom>
              <a:avLst/>
              <a:gdLst/>
              <a:ahLst/>
              <a:cxnLst/>
              <a:rect l="l" t="t" r="r" b="b"/>
              <a:pathLst>
                <a:path w="1962150" h="92075">
                  <a:moveTo>
                    <a:pt x="482092" y="38100"/>
                  </a:moveTo>
                  <a:lnTo>
                    <a:pt x="469607" y="32385"/>
                  </a:lnTo>
                  <a:lnTo>
                    <a:pt x="418973" y="9232"/>
                  </a:lnTo>
                  <a:lnTo>
                    <a:pt x="418973" y="48387"/>
                  </a:lnTo>
                  <a:lnTo>
                    <a:pt x="418541" y="37541"/>
                  </a:lnTo>
                  <a:lnTo>
                    <a:pt x="418833" y="44564"/>
                  </a:lnTo>
                  <a:lnTo>
                    <a:pt x="418884" y="45847"/>
                  </a:lnTo>
                  <a:lnTo>
                    <a:pt x="418973" y="48387"/>
                  </a:lnTo>
                  <a:lnTo>
                    <a:pt x="418973" y="9232"/>
                  </a:lnTo>
                  <a:lnTo>
                    <a:pt x="404622" y="2667"/>
                  </a:lnTo>
                  <a:lnTo>
                    <a:pt x="405663" y="32385"/>
                  </a:lnTo>
                  <a:lnTo>
                    <a:pt x="405688" y="32842"/>
                  </a:lnTo>
                  <a:lnTo>
                    <a:pt x="74282" y="44564"/>
                  </a:lnTo>
                  <a:lnTo>
                    <a:pt x="38354" y="16027"/>
                  </a:lnTo>
                  <a:lnTo>
                    <a:pt x="38354" y="61849"/>
                  </a:lnTo>
                  <a:lnTo>
                    <a:pt x="38277" y="59385"/>
                  </a:lnTo>
                  <a:lnTo>
                    <a:pt x="38315" y="60566"/>
                  </a:lnTo>
                  <a:lnTo>
                    <a:pt x="38354" y="61849"/>
                  </a:lnTo>
                  <a:lnTo>
                    <a:pt x="38354" y="16027"/>
                  </a:lnTo>
                  <a:lnTo>
                    <a:pt x="2476" y="40297"/>
                  </a:lnTo>
                  <a:lnTo>
                    <a:pt x="0" y="55245"/>
                  </a:lnTo>
                  <a:lnTo>
                    <a:pt x="3530" y="69938"/>
                  </a:lnTo>
                  <a:lnTo>
                    <a:pt x="12128" y="81749"/>
                  </a:lnTo>
                  <a:lnTo>
                    <a:pt x="24549" y="89484"/>
                  </a:lnTo>
                  <a:lnTo>
                    <a:pt x="39497" y="91948"/>
                  </a:lnTo>
                  <a:lnTo>
                    <a:pt x="54190" y="88430"/>
                  </a:lnTo>
                  <a:lnTo>
                    <a:pt x="66001" y="79844"/>
                  </a:lnTo>
                  <a:lnTo>
                    <a:pt x="73736" y="67475"/>
                  </a:lnTo>
                  <a:lnTo>
                    <a:pt x="74676" y="61849"/>
                  </a:lnTo>
                  <a:lnTo>
                    <a:pt x="74879" y="60566"/>
                  </a:lnTo>
                  <a:lnTo>
                    <a:pt x="406247" y="48844"/>
                  </a:lnTo>
                  <a:lnTo>
                    <a:pt x="407289" y="78867"/>
                  </a:lnTo>
                  <a:lnTo>
                    <a:pt x="482092" y="38100"/>
                  </a:lnTo>
                  <a:close/>
                </a:path>
                <a:path w="1962150" h="92075">
                  <a:moveTo>
                    <a:pt x="1961781" y="44577"/>
                  </a:moveTo>
                  <a:lnTo>
                    <a:pt x="1886216" y="5207"/>
                  </a:lnTo>
                  <a:lnTo>
                    <a:pt x="1885924" y="22669"/>
                  </a:lnTo>
                  <a:lnTo>
                    <a:pt x="1885797" y="30099"/>
                  </a:lnTo>
                  <a:lnTo>
                    <a:pt x="1885708" y="35356"/>
                  </a:lnTo>
                  <a:lnTo>
                    <a:pt x="1608645" y="30721"/>
                  </a:lnTo>
                  <a:lnTo>
                    <a:pt x="1608531" y="30099"/>
                  </a:lnTo>
                  <a:lnTo>
                    <a:pt x="1607388" y="23850"/>
                  </a:lnTo>
                  <a:lnTo>
                    <a:pt x="1599425" y="11607"/>
                  </a:lnTo>
                  <a:lnTo>
                    <a:pt x="1587449" y="3251"/>
                  </a:lnTo>
                  <a:lnTo>
                    <a:pt x="1572653" y="0"/>
                  </a:lnTo>
                  <a:lnTo>
                    <a:pt x="1557756" y="2730"/>
                  </a:lnTo>
                  <a:lnTo>
                    <a:pt x="1545513" y="10693"/>
                  </a:lnTo>
                  <a:lnTo>
                    <a:pt x="1537157" y="22669"/>
                  </a:lnTo>
                  <a:lnTo>
                    <a:pt x="1533918" y="37465"/>
                  </a:lnTo>
                  <a:lnTo>
                    <a:pt x="1536636" y="52362"/>
                  </a:lnTo>
                  <a:lnTo>
                    <a:pt x="1544599" y="64604"/>
                  </a:lnTo>
                  <a:lnTo>
                    <a:pt x="1556575" y="72961"/>
                  </a:lnTo>
                  <a:lnTo>
                    <a:pt x="1571383" y="76200"/>
                  </a:lnTo>
                  <a:lnTo>
                    <a:pt x="1586268" y="73482"/>
                  </a:lnTo>
                  <a:lnTo>
                    <a:pt x="1598510" y="65519"/>
                  </a:lnTo>
                  <a:lnTo>
                    <a:pt x="1606867" y="53543"/>
                  </a:lnTo>
                  <a:lnTo>
                    <a:pt x="1608366" y="46723"/>
                  </a:lnTo>
                  <a:lnTo>
                    <a:pt x="1885442" y="51358"/>
                  </a:lnTo>
                  <a:lnTo>
                    <a:pt x="1885226" y="64604"/>
                  </a:lnTo>
                  <a:lnTo>
                    <a:pt x="1885200" y="65519"/>
                  </a:lnTo>
                  <a:lnTo>
                    <a:pt x="1885086" y="72961"/>
                  </a:lnTo>
                  <a:lnTo>
                    <a:pt x="1885022" y="76200"/>
                  </a:lnTo>
                  <a:lnTo>
                    <a:pt x="1884946" y="81407"/>
                  </a:lnTo>
                  <a:lnTo>
                    <a:pt x="1947202" y="51562"/>
                  </a:lnTo>
                  <a:lnTo>
                    <a:pt x="1961781" y="4457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310509" y="2371725"/>
              <a:ext cx="0" cy="287655"/>
            </a:xfrm>
            <a:custGeom>
              <a:avLst/>
              <a:gdLst/>
              <a:ahLst/>
              <a:cxnLst/>
              <a:rect l="l" t="t" r="r" b="b"/>
              <a:pathLst>
                <a:path h="287655">
                  <a:moveTo>
                    <a:pt x="0" y="0"/>
                  </a:moveTo>
                  <a:lnTo>
                    <a:pt x="0" y="287274"/>
                  </a:lnTo>
                </a:path>
              </a:pathLst>
            </a:custGeom>
            <a:ln w="16002">
              <a:solidFill>
                <a:srgbClr val="FFFFFF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882515" y="2371725"/>
              <a:ext cx="0" cy="287655"/>
            </a:xfrm>
            <a:custGeom>
              <a:avLst/>
              <a:gdLst/>
              <a:ahLst/>
              <a:cxnLst/>
              <a:rect l="l" t="t" r="r" b="b"/>
              <a:pathLst>
                <a:path h="287655">
                  <a:moveTo>
                    <a:pt x="0" y="0"/>
                  </a:moveTo>
                  <a:lnTo>
                    <a:pt x="0" y="287274"/>
                  </a:lnTo>
                </a:path>
              </a:pathLst>
            </a:custGeom>
            <a:ln w="16002">
              <a:solidFill>
                <a:srgbClr val="FFFFFF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362319" y="2377820"/>
              <a:ext cx="0" cy="287655"/>
            </a:xfrm>
            <a:custGeom>
              <a:avLst/>
              <a:gdLst/>
              <a:ahLst/>
              <a:cxnLst/>
              <a:rect l="l" t="t" r="r" b="b"/>
              <a:pathLst>
                <a:path h="287655">
                  <a:moveTo>
                    <a:pt x="0" y="0"/>
                  </a:moveTo>
                  <a:lnTo>
                    <a:pt x="0" y="287274"/>
                  </a:lnTo>
                </a:path>
              </a:pathLst>
            </a:custGeom>
            <a:ln w="16002">
              <a:solidFill>
                <a:srgbClr val="FFFFFF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813929" y="2377820"/>
              <a:ext cx="0" cy="287655"/>
            </a:xfrm>
            <a:custGeom>
              <a:avLst/>
              <a:gdLst/>
              <a:ahLst/>
              <a:cxnLst/>
              <a:rect l="l" t="t" r="r" b="b"/>
              <a:pathLst>
                <a:path h="287655">
                  <a:moveTo>
                    <a:pt x="0" y="0"/>
                  </a:moveTo>
                  <a:lnTo>
                    <a:pt x="0" y="287274"/>
                  </a:lnTo>
                </a:path>
              </a:pathLst>
            </a:custGeom>
            <a:ln w="16002">
              <a:solidFill>
                <a:srgbClr val="FFFFFF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869048" y="2483739"/>
              <a:ext cx="400050" cy="76200"/>
            </a:xfrm>
            <a:custGeom>
              <a:avLst/>
              <a:gdLst/>
              <a:ahLst/>
              <a:cxnLst/>
              <a:rect l="l" t="t" r="r" b="b"/>
              <a:pathLst>
                <a:path w="400050" h="76200">
                  <a:moveTo>
                    <a:pt x="38100" y="0"/>
                  </a:moveTo>
                  <a:lnTo>
                    <a:pt x="23252" y="2988"/>
                  </a:lnTo>
                  <a:lnTo>
                    <a:pt x="11144" y="11144"/>
                  </a:lnTo>
                  <a:lnTo>
                    <a:pt x="2988" y="23252"/>
                  </a:lnTo>
                  <a:lnTo>
                    <a:pt x="0" y="38100"/>
                  </a:lnTo>
                  <a:lnTo>
                    <a:pt x="2988" y="52947"/>
                  </a:lnTo>
                  <a:lnTo>
                    <a:pt x="11144" y="65055"/>
                  </a:lnTo>
                  <a:lnTo>
                    <a:pt x="23252" y="73211"/>
                  </a:lnTo>
                  <a:lnTo>
                    <a:pt x="38100" y="76200"/>
                  </a:lnTo>
                  <a:lnTo>
                    <a:pt x="52947" y="73211"/>
                  </a:lnTo>
                  <a:lnTo>
                    <a:pt x="65055" y="65055"/>
                  </a:lnTo>
                  <a:lnTo>
                    <a:pt x="73211" y="52947"/>
                  </a:lnTo>
                  <a:lnTo>
                    <a:pt x="74589" y="46101"/>
                  </a:lnTo>
                  <a:lnTo>
                    <a:pt x="38100" y="46101"/>
                  </a:lnTo>
                  <a:lnTo>
                    <a:pt x="38100" y="30099"/>
                  </a:lnTo>
                  <a:lnTo>
                    <a:pt x="74589" y="30099"/>
                  </a:lnTo>
                  <a:lnTo>
                    <a:pt x="73211" y="23252"/>
                  </a:lnTo>
                  <a:lnTo>
                    <a:pt x="65055" y="11144"/>
                  </a:lnTo>
                  <a:lnTo>
                    <a:pt x="52947" y="2988"/>
                  </a:lnTo>
                  <a:lnTo>
                    <a:pt x="38100" y="0"/>
                  </a:lnTo>
                  <a:close/>
                </a:path>
                <a:path w="400050" h="76200">
                  <a:moveTo>
                    <a:pt x="323596" y="0"/>
                  </a:moveTo>
                  <a:lnTo>
                    <a:pt x="323596" y="76200"/>
                  </a:lnTo>
                  <a:lnTo>
                    <a:pt x="383794" y="46101"/>
                  </a:lnTo>
                  <a:lnTo>
                    <a:pt x="336296" y="46101"/>
                  </a:lnTo>
                  <a:lnTo>
                    <a:pt x="336296" y="30099"/>
                  </a:lnTo>
                  <a:lnTo>
                    <a:pt x="383794" y="30099"/>
                  </a:lnTo>
                  <a:lnTo>
                    <a:pt x="323596" y="0"/>
                  </a:lnTo>
                  <a:close/>
                </a:path>
                <a:path w="400050" h="76200">
                  <a:moveTo>
                    <a:pt x="74589" y="30099"/>
                  </a:moveTo>
                  <a:lnTo>
                    <a:pt x="38100" y="30099"/>
                  </a:lnTo>
                  <a:lnTo>
                    <a:pt x="38100" y="46101"/>
                  </a:lnTo>
                  <a:lnTo>
                    <a:pt x="74589" y="46101"/>
                  </a:lnTo>
                  <a:lnTo>
                    <a:pt x="76200" y="38100"/>
                  </a:lnTo>
                  <a:lnTo>
                    <a:pt x="74589" y="30099"/>
                  </a:lnTo>
                  <a:close/>
                </a:path>
                <a:path w="400050" h="76200">
                  <a:moveTo>
                    <a:pt x="323596" y="30099"/>
                  </a:moveTo>
                  <a:lnTo>
                    <a:pt x="74589" y="30099"/>
                  </a:lnTo>
                  <a:lnTo>
                    <a:pt x="76200" y="38100"/>
                  </a:lnTo>
                  <a:lnTo>
                    <a:pt x="74589" y="46101"/>
                  </a:lnTo>
                  <a:lnTo>
                    <a:pt x="323596" y="46101"/>
                  </a:lnTo>
                  <a:lnTo>
                    <a:pt x="323596" y="30099"/>
                  </a:lnTo>
                  <a:close/>
                </a:path>
                <a:path w="400050" h="76200">
                  <a:moveTo>
                    <a:pt x="383794" y="30099"/>
                  </a:moveTo>
                  <a:lnTo>
                    <a:pt x="336296" y="30099"/>
                  </a:lnTo>
                  <a:lnTo>
                    <a:pt x="336296" y="46101"/>
                  </a:lnTo>
                  <a:lnTo>
                    <a:pt x="383794" y="46101"/>
                  </a:lnTo>
                  <a:lnTo>
                    <a:pt x="399796" y="38100"/>
                  </a:lnTo>
                  <a:lnTo>
                    <a:pt x="383794" y="300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3" name="object 2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25615" y="2755011"/>
            <a:ext cx="1480241" cy="1015618"/>
          </a:xfrm>
          <a:prstGeom prst="rect">
            <a:avLst/>
          </a:prstGeom>
        </p:spPr>
      </p:pic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25" dirty="0"/>
              <a:t>76</a:t>
            </a:fld>
            <a:endParaRPr spc="-25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50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30" dirty="0"/>
              <a:t>ADVANTAGES</a:t>
            </a:r>
            <a:r>
              <a:rPr spc="-145" dirty="0"/>
              <a:t> </a:t>
            </a:r>
            <a:r>
              <a:rPr dirty="0"/>
              <a:t>OF</a:t>
            </a:r>
            <a:r>
              <a:rPr spc="-130" dirty="0"/>
              <a:t> </a:t>
            </a:r>
            <a:r>
              <a:rPr spc="-25" dirty="0"/>
              <a:t>OOP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25" dirty="0"/>
              <a:t>77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810259" y="1786382"/>
            <a:ext cx="7334250" cy="413385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04139" marR="5080" indent="-91440">
              <a:lnSpc>
                <a:spcPts val="2500"/>
              </a:lnSpc>
              <a:spcBef>
                <a:spcPts val="700"/>
              </a:spcBef>
              <a:buClr>
                <a:srgbClr val="585858"/>
              </a:buClr>
              <a:buFont typeface="Wingdings"/>
              <a:buChar char=""/>
              <a:tabLst>
                <a:tab pos="104139" algn="l"/>
                <a:tab pos="237490" algn="l"/>
              </a:tabLst>
            </a:pP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	bundle</a:t>
            </a:r>
            <a:r>
              <a:rPr sz="2600" b="1" spc="-8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data</a:t>
            </a:r>
            <a:r>
              <a:rPr sz="2600" b="1" spc="-9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into</a:t>
            </a:r>
            <a:r>
              <a:rPr sz="2600" b="1" spc="-9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packages</a:t>
            </a:r>
            <a:r>
              <a:rPr sz="2600" b="1" spc="-7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together</a:t>
            </a:r>
            <a:r>
              <a:rPr sz="2600" spc="-10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with</a:t>
            </a:r>
            <a:r>
              <a:rPr sz="2600" spc="-10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procedures </a:t>
            </a:r>
            <a:r>
              <a:rPr sz="2600" dirty="0">
                <a:latin typeface="Calibri"/>
                <a:cs typeface="Calibri"/>
              </a:rPr>
              <a:t>that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work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on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them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through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well-</a:t>
            </a:r>
            <a:r>
              <a:rPr sz="2600" dirty="0">
                <a:latin typeface="Calibri"/>
                <a:cs typeface="Calibri"/>
              </a:rPr>
              <a:t>defined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interfaces</a:t>
            </a:r>
            <a:endParaRPr sz="2600">
              <a:latin typeface="Calibri"/>
              <a:cs typeface="Calibri"/>
            </a:endParaRPr>
          </a:p>
          <a:p>
            <a:pPr marL="237490" indent="-224790">
              <a:lnSpc>
                <a:spcPts val="3035"/>
              </a:lnSpc>
              <a:spcBef>
                <a:spcPts val="790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sz="2600" b="1" spc="-20" dirty="0">
                <a:solidFill>
                  <a:srgbClr val="C00000"/>
                </a:solidFill>
                <a:latin typeface="Calibri"/>
                <a:cs typeface="Calibri"/>
              </a:rPr>
              <a:t>divide-and-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conquer</a:t>
            </a:r>
            <a:r>
              <a:rPr sz="2600" b="1" spc="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development</a:t>
            </a:r>
            <a:endParaRPr sz="2600">
              <a:latin typeface="Calibri"/>
              <a:cs typeface="Calibri"/>
            </a:endParaRPr>
          </a:p>
          <a:p>
            <a:pPr marL="464820" lvl="1" indent="-251460">
              <a:lnSpc>
                <a:spcPts val="2795"/>
              </a:lnSpc>
              <a:buClr>
                <a:srgbClr val="585858"/>
              </a:buClr>
              <a:buFont typeface="Arial MT"/>
              <a:buChar char="•"/>
              <a:tabLst>
                <a:tab pos="464820" algn="l"/>
              </a:tabLst>
            </a:pPr>
            <a:r>
              <a:rPr sz="2400" spc="-10" dirty="0">
                <a:latin typeface="Calibri"/>
                <a:cs typeface="Calibri"/>
              </a:rPr>
              <a:t>implement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test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behavior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class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separately</a:t>
            </a:r>
            <a:endParaRPr sz="2400">
              <a:latin typeface="Calibri"/>
              <a:cs typeface="Calibri"/>
            </a:endParaRPr>
          </a:p>
          <a:p>
            <a:pPr marL="464820" lvl="1" indent="-251460">
              <a:lnSpc>
                <a:spcPct val="100000"/>
              </a:lnSpc>
              <a:spcBef>
                <a:spcPts val="25"/>
              </a:spcBef>
              <a:buClr>
                <a:srgbClr val="585858"/>
              </a:buClr>
              <a:buFont typeface="Arial MT"/>
              <a:buChar char="•"/>
              <a:tabLst>
                <a:tab pos="464820" algn="l"/>
              </a:tabLst>
            </a:pPr>
            <a:r>
              <a:rPr sz="2400" dirty="0">
                <a:latin typeface="Calibri"/>
                <a:cs typeface="Calibri"/>
              </a:rPr>
              <a:t>increased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modularity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reduces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complexity</a:t>
            </a:r>
            <a:endParaRPr sz="2400">
              <a:latin typeface="Calibri"/>
              <a:cs typeface="Calibri"/>
            </a:endParaRPr>
          </a:p>
          <a:p>
            <a:pPr marL="237490" indent="-224790">
              <a:lnSpc>
                <a:spcPts val="3035"/>
              </a:lnSpc>
              <a:spcBef>
                <a:spcPts val="969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sz="2600" dirty="0">
                <a:latin typeface="Calibri"/>
                <a:cs typeface="Calibri"/>
              </a:rPr>
              <a:t>classes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make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it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easy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reuse</a:t>
            </a:r>
            <a:r>
              <a:rPr sz="2600" b="1" spc="-5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code</a:t>
            </a:r>
            <a:endParaRPr sz="2600">
              <a:latin typeface="Calibri"/>
              <a:cs typeface="Calibri"/>
            </a:endParaRPr>
          </a:p>
          <a:p>
            <a:pPr marL="464820" lvl="1" indent="-251460">
              <a:lnSpc>
                <a:spcPts val="2795"/>
              </a:lnSpc>
              <a:buClr>
                <a:srgbClr val="585858"/>
              </a:buClr>
              <a:buFont typeface="Arial MT"/>
              <a:buChar char="•"/>
              <a:tabLst>
                <a:tab pos="464820" algn="l"/>
              </a:tabLst>
            </a:pPr>
            <a:r>
              <a:rPr sz="2400" dirty="0">
                <a:latin typeface="Calibri"/>
                <a:cs typeface="Calibri"/>
              </a:rPr>
              <a:t>many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Python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modules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define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new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classes</a:t>
            </a:r>
            <a:endParaRPr sz="2400">
              <a:latin typeface="Calibri"/>
              <a:cs typeface="Calibri"/>
            </a:endParaRPr>
          </a:p>
          <a:p>
            <a:pPr marL="396240" marR="172085" lvl="1" indent="-182880">
              <a:lnSpc>
                <a:spcPts val="2310"/>
              </a:lnSpc>
              <a:spcBef>
                <a:spcPts val="575"/>
              </a:spcBef>
              <a:buChar char="•"/>
              <a:tabLst>
                <a:tab pos="396240" algn="l"/>
                <a:tab pos="464820" algn="l"/>
              </a:tabLst>
            </a:pPr>
            <a:r>
              <a:rPr sz="2400" dirty="0">
                <a:solidFill>
                  <a:srgbClr val="585858"/>
                </a:solidFill>
                <a:latin typeface="Arial MT"/>
                <a:cs typeface="Arial MT"/>
              </a:rPr>
              <a:t>	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class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separate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environment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(no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collision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on </a:t>
            </a:r>
            <a:r>
              <a:rPr sz="2400" dirty="0">
                <a:latin typeface="Calibri"/>
                <a:cs typeface="Calibri"/>
              </a:rPr>
              <a:t>function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names)</a:t>
            </a:r>
            <a:endParaRPr sz="2400">
              <a:latin typeface="Calibri"/>
              <a:cs typeface="Calibri"/>
            </a:endParaRPr>
          </a:p>
          <a:p>
            <a:pPr marL="396240" marR="340360" lvl="1" indent="-182880">
              <a:lnSpc>
                <a:spcPts val="2300"/>
              </a:lnSpc>
              <a:spcBef>
                <a:spcPts val="600"/>
              </a:spcBef>
              <a:buChar char="•"/>
              <a:tabLst>
                <a:tab pos="396240" algn="l"/>
                <a:tab pos="464820" algn="l"/>
              </a:tabLst>
            </a:pPr>
            <a:r>
              <a:rPr sz="2400" dirty="0">
                <a:solidFill>
                  <a:srgbClr val="585858"/>
                </a:solidFill>
                <a:latin typeface="Arial MT"/>
                <a:cs typeface="Arial MT"/>
              </a:rPr>
              <a:t>	</a:t>
            </a:r>
            <a:r>
              <a:rPr sz="2400" spc="-10" dirty="0">
                <a:latin typeface="Calibri"/>
                <a:cs typeface="Calibri"/>
              </a:rPr>
              <a:t>inheritance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allows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subclasses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redefine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extend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a </a:t>
            </a:r>
            <a:r>
              <a:rPr sz="2400" dirty="0">
                <a:latin typeface="Calibri"/>
                <a:cs typeface="Calibri"/>
              </a:rPr>
              <a:t>selected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subset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superclass’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behavior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0259" y="1818385"/>
            <a:ext cx="7675245" cy="4257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7490" indent="-224790">
              <a:lnSpc>
                <a:spcPts val="2965"/>
              </a:lnSpc>
              <a:spcBef>
                <a:spcPts val="100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sz="2600" dirty="0">
                <a:latin typeface="Calibri"/>
                <a:cs typeface="Calibri"/>
              </a:rPr>
              <a:t>make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distinction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between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creating</a:t>
            </a:r>
            <a:r>
              <a:rPr sz="2600" b="1" spc="-6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600" b="1" spc="-8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class</a:t>
            </a:r>
            <a:r>
              <a:rPr sz="2600" b="1" spc="-8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and</a:t>
            </a:r>
            <a:endParaRPr sz="2600">
              <a:latin typeface="Calibri"/>
              <a:cs typeface="Calibri"/>
            </a:endParaRPr>
          </a:p>
          <a:p>
            <a:pPr marL="104139">
              <a:lnSpc>
                <a:spcPts val="2965"/>
              </a:lnSpc>
            </a:pP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using</a:t>
            </a:r>
            <a:r>
              <a:rPr sz="2600" b="1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an</a:t>
            </a:r>
            <a:r>
              <a:rPr sz="2600" b="1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instance</a:t>
            </a:r>
            <a:r>
              <a:rPr sz="2600" b="1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class</a:t>
            </a:r>
            <a:endParaRPr sz="2600">
              <a:latin typeface="Calibri"/>
              <a:cs typeface="Calibri"/>
            </a:endParaRPr>
          </a:p>
          <a:p>
            <a:pPr marL="237490" indent="-224790">
              <a:lnSpc>
                <a:spcPct val="100000"/>
              </a:lnSpc>
              <a:spcBef>
                <a:spcPts val="1085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creating</a:t>
            </a:r>
            <a:r>
              <a:rPr sz="2600" b="1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class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involves</a:t>
            </a:r>
            <a:endParaRPr sz="2600">
              <a:latin typeface="Calibri"/>
              <a:cs typeface="Calibri"/>
            </a:endParaRPr>
          </a:p>
          <a:p>
            <a:pPr marL="464820" lvl="1" indent="-251460">
              <a:lnSpc>
                <a:spcPct val="100000"/>
              </a:lnSpc>
              <a:spcBef>
                <a:spcPts val="120"/>
              </a:spcBef>
              <a:buClr>
                <a:srgbClr val="585858"/>
              </a:buClr>
              <a:buFont typeface="Arial MT"/>
              <a:buChar char="•"/>
              <a:tabLst>
                <a:tab pos="464820" algn="l"/>
              </a:tabLst>
            </a:pPr>
            <a:r>
              <a:rPr sz="2400" dirty="0">
                <a:latin typeface="Calibri"/>
                <a:cs typeface="Calibri"/>
              </a:rPr>
              <a:t>defining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class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name</a:t>
            </a:r>
            <a:endParaRPr sz="2400">
              <a:latin typeface="Calibri"/>
              <a:cs typeface="Calibri"/>
            </a:endParaRPr>
          </a:p>
          <a:p>
            <a:pPr marL="464820" lvl="1" indent="-251460">
              <a:lnSpc>
                <a:spcPct val="100000"/>
              </a:lnSpc>
              <a:spcBef>
                <a:spcPts val="315"/>
              </a:spcBef>
              <a:buClr>
                <a:srgbClr val="585858"/>
              </a:buClr>
              <a:buFont typeface="Arial MT"/>
              <a:buChar char="•"/>
              <a:tabLst>
                <a:tab pos="464820" algn="l"/>
              </a:tabLst>
            </a:pPr>
            <a:r>
              <a:rPr sz="2400" dirty="0">
                <a:latin typeface="Calibri"/>
                <a:cs typeface="Calibri"/>
              </a:rPr>
              <a:t>defining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class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attributes</a:t>
            </a:r>
            <a:endParaRPr sz="2400">
              <a:latin typeface="Calibri"/>
              <a:cs typeface="Calibri"/>
            </a:endParaRPr>
          </a:p>
          <a:p>
            <a:pPr marL="464820" lvl="1" indent="-251460">
              <a:lnSpc>
                <a:spcPct val="100000"/>
              </a:lnSpc>
              <a:spcBef>
                <a:spcPts val="310"/>
              </a:spcBef>
              <a:buClr>
                <a:srgbClr val="585858"/>
              </a:buClr>
              <a:buFont typeface="Arial MT"/>
              <a:buChar char="•"/>
              <a:tabLst>
                <a:tab pos="464820" algn="l"/>
              </a:tabLst>
            </a:pPr>
            <a:r>
              <a:rPr sz="2400" i="1" dirty="0">
                <a:latin typeface="Calibri"/>
                <a:cs typeface="Calibri"/>
              </a:rPr>
              <a:t>for</a:t>
            </a:r>
            <a:r>
              <a:rPr sz="2400" i="1" spc="-65" dirty="0">
                <a:latin typeface="Calibri"/>
                <a:cs typeface="Calibri"/>
              </a:rPr>
              <a:t> </a:t>
            </a:r>
            <a:r>
              <a:rPr sz="2400" i="1" spc="-10" dirty="0">
                <a:latin typeface="Calibri"/>
                <a:cs typeface="Calibri"/>
              </a:rPr>
              <a:t>example,</a:t>
            </a:r>
            <a:r>
              <a:rPr sz="2400" i="1" spc="-6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someone</a:t>
            </a:r>
            <a:r>
              <a:rPr sz="2400" i="1" spc="-5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wrote</a:t>
            </a:r>
            <a:r>
              <a:rPr sz="2400" i="1" spc="-6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code</a:t>
            </a:r>
            <a:r>
              <a:rPr sz="2400" i="1" spc="-6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to</a:t>
            </a:r>
            <a:r>
              <a:rPr sz="2400" i="1" spc="-70" dirty="0">
                <a:latin typeface="Calibri"/>
                <a:cs typeface="Calibri"/>
              </a:rPr>
              <a:t> </a:t>
            </a:r>
            <a:r>
              <a:rPr sz="2400" i="1" spc="-10" dirty="0">
                <a:latin typeface="Calibri"/>
                <a:cs typeface="Calibri"/>
              </a:rPr>
              <a:t>implement</a:t>
            </a:r>
            <a:r>
              <a:rPr sz="2400" i="1" spc="-7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a</a:t>
            </a:r>
            <a:r>
              <a:rPr sz="2400" i="1" spc="-7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list</a:t>
            </a:r>
            <a:r>
              <a:rPr sz="2400" i="1" spc="-75" dirty="0">
                <a:latin typeface="Calibri"/>
                <a:cs typeface="Calibri"/>
              </a:rPr>
              <a:t> </a:t>
            </a:r>
            <a:r>
              <a:rPr sz="2400" i="1" spc="-10" dirty="0">
                <a:latin typeface="Calibri"/>
                <a:cs typeface="Calibri"/>
              </a:rPr>
              <a:t>class</a:t>
            </a:r>
            <a:endParaRPr sz="2400">
              <a:latin typeface="Calibri"/>
              <a:cs typeface="Calibri"/>
            </a:endParaRPr>
          </a:p>
          <a:p>
            <a:pPr marL="237490" indent="-224790">
              <a:lnSpc>
                <a:spcPct val="100000"/>
              </a:lnSpc>
              <a:spcBef>
                <a:spcPts val="1275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using</a:t>
            </a:r>
            <a:r>
              <a:rPr sz="2600" b="1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class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involves</a:t>
            </a:r>
            <a:endParaRPr sz="2600">
              <a:latin typeface="Calibri"/>
              <a:cs typeface="Calibri"/>
            </a:endParaRPr>
          </a:p>
          <a:p>
            <a:pPr marL="464820" lvl="1" indent="-251460">
              <a:lnSpc>
                <a:spcPct val="100000"/>
              </a:lnSpc>
              <a:spcBef>
                <a:spcPts val="130"/>
              </a:spcBef>
              <a:buClr>
                <a:srgbClr val="585858"/>
              </a:buClr>
              <a:buFont typeface="Arial MT"/>
              <a:buChar char="•"/>
              <a:tabLst>
                <a:tab pos="464820" algn="l"/>
              </a:tabLst>
            </a:pPr>
            <a:r>
              <a:rPr sz="2400" dirty="0">
                <a:latin typeface="Calibri"/>
                <a:cs typeface="Calibri"/>
              </a:rPr>
              <a:t>creating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new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instances</a:t>
            </a:r>
            <a:r>
              <a:rPr sz="2400" b="1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objects</a:t>
            </a:r>
            <a:endParaRPr sz="2400">
              <a:latin typeface="Calibri"/>
              <a:cs typeface="Calibri"/>
            </a:endParaRPr>
          </a:p>
          <a:p>
            <a:pPr marL="464820" lvl="1" indent="-251460">
              <a:lnSpc>
                <a:spcPct val="100000"/>
              </a:lnSpc>
              <a:spcBef>
                <a:spcPts val="315"/>
              </a:spcBef>
              <a:buClr>
                <a:srgbClr val="585858"/>
              </a:buClr>
              <a:buFont typeface="Arial MT"/>
              <a:buChar char="•"/>
              <a:tabLst>
                <a:tab pos="464820" algn="l"/>
              </a:tabLst>
            </a:pPr>
            <a:r>
              <a:rPr sz="2400" dirty="0">
                <a:latin typeface="Calibri"/>
                <a:cs typeface="Calibri"/>
              </a:rPr>
              <a:t>doing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operations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instances</a:t>
            </a:r>
            <a:endParaRPr sz="2400">
              <a:latin typeface="Calibri"/>
              <a:cs typeface="Calibri"/>
            </a:endParaRPr>
          </a:p>
          <a:p>
            <a:pPr marL="464820" lvl="1" indent="-251460">
              <a:lnSpc>
                <a:spcPct val="100000"/>
              </a:lnSpc>
              <a:spcBef>
                <a:spcPts val="325"/>
              </a:spcBef>
              <a:buClr>
                <a:srgbClr val="585858"/>
              </a:buClr>
              <a:buFont typeface="Arial MT"/>
              <a:buChar char="•"/>
              <a:tabLst>
                <a:tab pos="464820" algn="l"/>
              </a:tabLst>
            </a:pPr>
            <a:r>
              <a:rPr sz="2400" i="1" dirty="0">
                <a:latin typeface="Calibri"/>
                <a:cs typeface="Calibri"/>
              </a:rPr>
              <a:t>for</a:t>
            </a:r>
            <a:r>
              <a:rPr sz="2400" i="1" spc="-80" dirty="0">
                <a:latin typeface="Calibri"/>
                <a:cs typeface="Calibri"/>
              </a:rPr>
              <a:t> </a:t>
            </a:r>
            <a:r>
              <a:rPr sz="2400" i="1" spc="-10" dirty="0">
                <a:latin typeface="Calibri"/>
                <a:cs typeface="Calibri"/>
              </a:rPr>
              <a:t>example,</a:t>
            </a:r>
            <a:r>
              <a:rPr sz="2400" i="1" spc="-45" dirty="0">
                <a:latin typeface="Calibri"/>
                <a:cs typeface="Calibri"/>
              </a:rPr>
              <a:t> </a:t>
            </a:r>
            <a:r>
              <a:rPr sz="2400" i="1" spc="-10" dirty="0">
                <a:latin typeface="Courier New"/>
                <a:cs typeface="Courier New"/>
              </a:rPr>
              <a:t>L=[1,2]</a:t>
            </a:r>
            <a:r>
              <a:rPr sz="2400" i="1" spc="-919" dirty="0">
                <a:latin typeface="Courier New"/>
                <a:cs typeface="Courier New"/>
              </a:rPr>
              <a:t> </a:t>
            </a:r>
            <a:r>
              <a:rPr sz="2400" i="1" dirty="0">
                <a:latin typeface="Calibri"/>
                <a:cs typeface="Calibri"/>
              </a:rPr>
              <a:t>and</a:t>
            </a:r>
            <a:r>
              <a:rPr sz="2400" i="1" spc="-45" dirty="0">
                <a:latin typeface="Calibri"/>
                <a:cs typeface="Calibri"/>
              </a:rPr>
              <a:t> </a:t>
            </a:r>
            <a:r>
              <a:rPr sz="2400" i="1" spc="-10" dirty="0">
                <a:latin typeface="Courier New"/>
                <a:cs typeface="Courier New"/>
              </a:rPr>
              <a:t>len(L)</a:t>
            </a:r>
            <a:endParaRPr sz="2400">
              <a:latin typeface="Courier New"/>
              <a:cs typeface="Courier New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7620" y="-7620"/>
            <a:ext cx="4246880" cy="302895"/>
            <a:chOff x="-7620" y="-7620"/>
            <a:chExt cx="4246880" cy="302895"/>
          </a:xfrm>
        </p:grpSpPr>
        <p:sp>
          <p:nvSpPr>
            <p:cNvPr id="4" name="object 4"/>
            <p:cNvSpPr/>
            <p:nvPr/>
          </p:nvSpPr>
          <p:spPr>
            <a:xfrm>
              <a:off x="380" y="380"/>
              <a:ext cx="4231005" cy="287020"/>
            </a:xfrm>
            <a:custGeom>
              <a:avLst/>
              <a:gdLst/>
              <a:ahLst/>
              <a:cxnLst/>
              <a:rect l="l" t="t" r="r" b="b"/>
              <a:pathLst>
                <a:path w="4231005" h="287020">
                  <a:moveTo>
                    <a:pt x="4182872" y="0"/>
                  </a:moveTo>
                  <a:lnTo>
                    <a:pt x="47752" y="0"/>
                  </a:lnTo>
                  <a:lnTo>
                    <a:pt x="29162" y="3746"/>
                  </a:lnTo>
                  <a:lnTo>
                    <a:pt x="13984" y="13969"/>
                  </a:lnTo>
                  <a:lnTo>
                    <a:pt x="3751" y="29146"/>
                  </a:lnTo>
                  <a:lnTo>
                    <a:pt x="0" y="47751"/>
                  </a:lnTo>
                  <a:lnTo>
                    <a:pt x="0" y="238759"/>
                  </a:lnTo>
                  <a:lnTo>
                    <a:pt x="3751" y="257365"/>
                  </a:lnTo>
                  <a:lnTo>
                    <a:pt x="13984" y="272541"/>
                  </a:lnTo>
                  <a:lnTo>
                    <a:pt x="29162" y="282765"/>
                  </a:lnTo>
                  <a:lnTo>
                    <a:pt x="47752" y="286511"/>
                  </a:lnTo>
                  <a:lnTo>
                    <a:pt x="4182872" y="286511"/>
                  </a:lnTo>
                  <a:lnTo>
                    <a:pt x="4201477" y="282765"/>
                  </a:lnTo>
                  <a:lnTo>
                    <a:pt x="4216654" y="272541"/>
                  </a:lnTo>
                  <a:lnTo>
                    <a:pt x="4226877" y="257365"/>
                  </a:lnTo>
                  <a:lnTo>
                    <a:pt x="4230624" y="238759"/>
                  </a:lnTo>
                  <a:lnTo>
                    <a:pt x="4230624" y="47751"/>
                  </a:lnTo>
                  <a:lnTo>
                    <a:pt x="4226877" y="29146"/>
                  </a:lnTo>
                  <a:lnTo>
                    <a:pt x="4216654" y="13969"/>
                  </a:lnTo>
                  <a:lnTo>
                    <a:pt x="4201477" y="3746"/>
                  </a:lnTo>
                  <a:lnTo>
                    <a:pt x="4182872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80" y="380"/>
              <a:ext cx="4231005" cy="287020"/>
            </a:xfrm>
            <a:custGeom>
              <a:avLst/>
              <a:gdLst/>
              <a:ahLst/>
              <a:cxnLst/>
              <a:rect l="l" t="t" r="r" b="b"/>
              <a:pathLst>
                <a:path w="4231005" h="287020">
                  <a:moveTo>
                    <a:pt x="0" y="47751"/>
                  </a:moveTo>
                  <a:lnTo>
                    <a:pt x="3751" y="29146"/>
                  </a:lnTo>
                  <a:lnTo>
                    <a:pt x="13984" y="13969"/>
                  </a:lnTo>
                  <a:lnTo>
                    <a:pt x="29162" y="3746"/>
                  </a:lnTo>
                  <a:lnTo>
                    <a:pt x="47752" y="0"/>
                  </a:lnTo>
                  <a:lnTo>
                    <a:pt x="4182872" y="0"/>
                  </a:lnTo>
                  <a:lnTo>
                    <a:pt x="4201477" y="3746"/>
                  </a:lnTo>
                  <a:lnTo>
                    <a:pt x="4216654" y="13969"/>
                  </a:lnTo>
                  <a:lnTo>
                    <a:pt x="4226877" y="29146"/>
                  </a:lnTo>
                  <a:lnTo>
                    <a:pt x="4230624" y="47751"/>
                  </a:lnTo>
                  <a:lnTo>
                    <a:pt x="4230624" y="238759"/>
                  </a:lnTo>
                  <a:lnTo>
                    <a:pt x="4226877" y="257365"/>
                  </a:lnTo>
                  <a:lnTo>
                    <a:pt x="4216654" y="272541"/>
                  </a:lnTo>
                  <a:lnTo>
                    <a:pt x="4201477" y="282765"/>
                  </a:lnTo>
                  <a:lnTo>
                    <a:pt x="4182872" y="286511"/>
                  </a:lnTo>
                  <a:lnTo>
                    <a:pt x="47752" y="286511"/>
                  </a:lnTo>
                  <a:lnTo>
                    <a:pt x="29162" y="282765"/>
                  </a:lnTo>
                  <a:lnTo>
                    <a:pt x="13984" y="272541"/>
                  </a:lnTo>
                  <a:lnTo>
                    <a:pt x="3751" y="257365"/>
                  </a:lnTo>
                  <a:lnTo>
                    <a:pt x="0" y="238759"/>
                  </a:lnTo>
                  <a:lnTo>
                    <a:pt x="0" y="47751"/>
                  </a:lnTo>
                  <a:close/>
                </a:path>
              </a:pathLst>
            </a:custGeom>
            <a:ln w="16002">
              <a:solidFill>
                <a:srgbClr val="0013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4905755" y="-7620"/>
            <a:ext cx="4246880" cy="302895"/>
            <a:chOff x="4905755" y="-7620"/>
            <a:chExt cx="4246880" cy="302895"/>
          </a:xfrm>
        </p:grpSpPr>
        <p:sp>
          <p:nvSpPr>
            <p:cNvPr id="7" name="object 7"/>
            <p:cNvSpPr/>
            <p:nvPr/>
          </p:nvSpPr>
          <p:spPr>
            <a:xfrm>
              <a:off x="4913756" y="380"/>
              <a:ext cx="4231005" cy="287020"/>
            </a:xfrm>
            <a:custGeom>
              <a:avLst/>
              <a:gdLst/>
              <a:ahLst/>
              <a:cxnLst/>
              <a:rect l="l" t="t" r="r" b="b"/>
              <a:pathLst>
                <a:path w="4231005" h="287020">
                  <a:moveTo>
                    <a:pt x="4182872" y="0"/>
                  </a:moveTo>
                  <a:lnTo>
                    <a:pt x="47752" y="0"/>
                  </a:lnTo>
                  <a:lnTo>
                    <a:pt x="29146" y="3746"/>
                  </a:lnTo>
                  <a:lnTo>
                    <a:pt x="13970" y="13969"/>
                  </a:lnTo>
                  <a:lnTo>
                    <a:pt x="3746" y="29146"/>
                  </a:lnTo>
                  <a:lnTo>
                    <a:pt x="0" y="47751"/>
                  </a:lnTo>
                  <a:lnTo>
                    <a:pt x="0" y="238759"/>
                  </a:lnTo>
                  <a:lnTo>
                    <a:pt x="3746" y="257365"/>
                  </a:lnTo>
                  <a:lnTo>
                    <a:pt x="13970" y="272541"/>
                  </a:lnTo>
                  <a:lnTo>
                    <a:pt x="29146" y="282765"/>
                  </a:lnTo>
                  <a:lnTo>
                    <a:pt x="47752" y="286511"/>
                  </a:lnTo>
                  <a:lnTo>
                    <a:pt x="4182872" y="286511"/>
                  </a:lnTo>
                  <a:lnTo>
                    <a:pt x="4201477" y="282765"/>
                  </a:lnTo>
                  <a:lnTo>
                    <a:pt x="4216654" y="272541"/>
                  </a:lnTo>
                  <a:lnTo>
                    <a:pt x="4226877" y="257365"/>
                  </a:lnTo>
                  <a:lnTo>
                    <a:pt x="4230624" y="238759"/>
                  </a:lnTo>
                  <a:lnTo>
                    <a:pt x="4230624" y="47751"/>
                  </a:lnTo>
                  <a:lnTo>
                    <a:pt x="4226877" y="29146"/>
                  </a:lnTo>
                  <a:lnTo>
                    <a:pt x="4216654" y="13969"/>
                  </a:lnTo>
                  <a:lnTo>
                    <a:pt x="4201477" y="3746"/>
                  </a:lnTo>
                  <a:lnTo>
                    <a:pt x="4182872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913756" y="380"/>
              <a:ext cx="4231005" cy="287020"/>
            </a:xfrm>
            <a:custGeom>
              <a:avLst/>
              <a:gdLst/>
              <a:ahLst/>
              <a:cxnLst/>
              <a:rect l="l" t="t" r="r" b="b"/>
              <a:pathLst>
                <a:path w="4231005" h="287020">
                  <a:moveTo>
                    <a:pt x="0" y="47751"/>
                  </a:moveTo>
                  <a:lnTo>
                    <a:pt x="3746" y="29146"/>
                  </a:lnTo>
                  <a:lnTo>
                    <a:pt x="13970" y="13969"/>
                  </a:lnTo>
                  <a:lnTo>
                    <a:pt x="29146" y="3746"/>
                  </a:lnTo>
                  <a:lnTo>
                    <a:pt x="47752" y="0"/>
                  </a:lnTo>
                  <a:lnTo>
                    <a:pt x="4182872" y="0"/>
                  </a:lnTo>
                  <a:lnTo>
                    <a:pt x="4201477" y="3746"/>
                  </a:lnTo>
                  <a:lnTo>
                    <a:pt x="4216654" y="13969"/>
                  </a:lnTo>
                  <a:lnTo>
                    <a:pt x="4226877" y="29146"/>
                  </a:lnTo>
                  <a:lnTo>
                    <a:pt x="4230624" y="47751"/>
                  </a:lnTo>
                  <a:lnTo>
                    <a:pt x="4230624" y="238759"/>
                  </a:lnTo>
                  <a:lnTo>
                    <a:pt x="4226877" y="257365"/>
                  </a:lnTo>
                  <a:lnTo>
                    <a:pt x="4216654" y="272541"/>
                  </a:lnTo>
                  <a:lnTo>
                    <a:pt x="4201477" y="282765"/>
                  </a:lnTo>
                  <a:lnTo>
                    <a:pt x="4182872" y="286511"/>
                  </a:lnTo>
                  <a:lnTo>
                    <a:pt x="47752" y="286511"/>
                  </a:lnTo>
                  <a:lnTo>
                    <a:pt x="29146" y="282765"/>
                  </a:lnTo>
                  <a:lnTo>
                    <a:pt x="13970" y="272541"/>
                  </a:lnTo>
                  <a:lnTo>
                    <a:pt x="3746" y="257365"/>
                  </a:lnTo>
                  <a:lnTo>
                    <a:pt x="0" y="238759"/>
                  </a:lnTo>
                  <a:lnTo>
                    <a:pt x="0" y="47751"/>
                  </a:lnTo>
                  <a:close/>
                </a:path>
              </a:pathLst>
            </a:custGeom>
            <a:ln w="16002">
              <a:solidFill>
                <a:srgbClr val="0013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026413" y="-21081"/>
            <a:ext cx="669988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317490" algn="l"/>
              </a:tabLst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Implementing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class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	Using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class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25" dirty="0"/>
              <a:t>78</a:t>
            </a:fld>
            <a:endParaRPr spc="-25" dirty="0"/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12700" marR="5080">
              <a:lnSpc>
                <a:spcPts val="4900"/>
              </a:lnSpc>
              <a:spcBef>
                <a:spcPts val="980"/>
              </a:spcBef>
            </a:pPr>
            <a:r>
              <a:rPr spc="-105" dirty="0"/>
              <a:t>CREATING</a:t>
            </a:r>
            <a:r>
              <a:rPr spc="-170" dirty="0"/>
              <a:t> </a:t>
            </a:r>
            <a:r>
              <a:rPr dirty="0"/>
              <a:t>AND</a:t>
            </a:r>
            <a:r>
              <a:rPr spc="-225" dirty="0"/>
              <a:t> </a:t>
            </a:r>
            <a:r>
              <a:rPr spc="-20" dirty="0"/>
              <a:t>USING</a:t>
            </a:r>
            <a:r>
              <a:rPr spc="-190" dirty="0"/>
              <a:t> </a:t>
            </a:r>
            <a:r>
              <a:rPr spc="-50" dirty="0"/>
              <a:t>YOUR </a:t>
            </a:r>
            <a:r>
              <a:rPr dirty="0"/>
              <a:t>OWN</a:t>
            </a:r>
            <a:r>
              <a:rPr spc="-229" dirty="0"/>
              <a:t> </a:t>
            </a:r>
            <a:r>
              <a:rPr spc="-45" dirty="0"/>
              <a:t>TYPES</a:t>
            </a:r>
            <a:r>
              <a:rPr spc="-225" dirty="0"/>
              <a:t> </a:t>
            </a:r>
            <a:r>
              <a:rPr spc="-20" dirty="0"/>
              <a:t>WITH</a:t>
            </a:r>
            <a:r>
              <a:rPr spc="-225" dirty="0"/>
              <a:t> </a:t>
            </a:r>
            <a:r>
              <a:rPr spc="-10" dirty="0"/>
              <a:t>CLASSES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926846"/>
            <a:ext cx="625411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DEFINE</a:t>
            </a:r>
            <a:r>
              <a:rPr spc="-229" dirty="0"/>
              <a:t> </a:t>
            </a:r>
            <a:r>
              <a:rPr spc="-55" dirty="0"/>
              <a:t>YOUR</a:t>
            </a:r>
            <a:r>
              <a:rPr spc="-215" dirty="0"/>
              <a:t> </a:t>
            </a:r>
            <a:r>
              <a:rPr dirty="0"/>
              <a:t>OWN</a:t>
            </a:r>
            <a:r>
              <a:rPr spc="-240" dirty="0"/>
              <a:t> </a:t>
            </a:r>
            <a:r>
              <a:rPr spc="-10" dirty="0"/>
              <a:t>TYPES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0259" y="1824481"/>
            <a:ext cx="586676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9710" indent="-207010">
              <a:lnSpc>
                <a:spcPct val="100000"/>
              </a:lnSpc>
              <a:spcBef>
                <a:spcPts val="100"/>
              </a:spcBef>
              <a:buClr>
                <a:srgbClr val="585858"/>
              </a:buClr>
              <a:buFont typeface="Wingdings"/>
              <a:buChar char=""/>
              <a:tabLst>
                <a:tab pos="219710" algn="l"/>
              </a:tabLst>
            </a:pPr>
            <a:r>
              <a:rPr sz="2400" dirty="0">
                <a:latin typeface="Calibri"/>
                <a:cs typeface="Calibri"/>
              </a:rPr>
              <a:t>use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class</a:t>
            </a:r>
            <a:r>
              <a:rPr sz="2400" spc="-915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alibri"/>
                <a:cs typeface="Calibri"/>
              </a:rPr>
              <a:t>keyword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define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new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type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6952" y="2790825"/>
            <a:ext cx="1013460" cy="459105"/>
          </a:xfrm>
          <a:prstGeom prst="rect">
            <a:avLst/>
          </a:prstGeom>
          <a:ln w="16001">
            <a:solidFill>
              <a:srgbClr val="FF0000"/>
            </a:solidFill>
          </a:ln>
        </p:spPr>
        <p:txBody>
          <a:bodyPr vert="horz" wrap="square" lIns="0" tIns="67945" rIns="0" bIns="0" rtlCol="0">
            <a:spAutoFit/>
          </a:bodyPr>
          <a:lstStyle/>
          <a:p>
            <a:pPr marL="55880">
              <a:lnSpc>
                <a:spcPct val="100000"/>
              </a:lnSpc>
              <a:spcBef>
                <a:spcPts val="535"/>
              </a:spcBef>
            </a:pPr>
            <a:r>
              <a:rPr sz="2400" spc="-10" dirty="0">
                <a:latin typeface="Courier New"/>
                <a:cs typeface="Courier New"/>
              </a:rPr>
              <a:t>class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06016" y="2846070"/>
            <a:ext cx="34931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ourier New"/>
                <a:cs typeface="Courier New"/>
              </a:rPr>
              <a:t>Coordinate(object):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10259" y="3204819"/>
            <a:ext cx="7712075" cy="2936875"/>
          </a:xfrm>
          <a:prstGeom prst="rect">
            <a:avLst/>
          </a:prstGeom>
        </p:spPr>
        <p:txBody>
          <a:bodyPr vert="horz" wrap="square" lIns="0" tIns="153670" rIns="0" bIns="0" rtlCol="0">
            <a:spAutoFit/>
          </a:bodyPr>
          <a:lstStyle/>
          <a:p>
            <a:pPr marL="742315">
              <a:lnSpc>
                <a:spcPct val="100000"/>
              </a:lnSpc>
              <a:spcBef>
                <a:spcPts val="1210"/>
              </a:spcBef>
            </a:pPr>
            <a:r>
              <a:rPr sz="2400" dirty="0">
                <a:latin typeface="Courier New"/>
                <a:cs typeface="Courier New"/>
              </a:rPr>
              <a:t>#define</a:t>
            </a:r>
            <a:r>
              <a:rPr sz="2400" spc="-8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attributes</a:t>
            </a:r>
            <a:r>
              <a:rPr sz="2400" spc="-55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here</a:t>
            </a:r>
            <a:endParaRPr sz="2400">
              <a:latin typeface="Courier New"/>
              <a:cs typeface="Courier New"/>
            </a:endParaRPr>
          </a:p>
          <a:p>
            <a:pPr marL="104139" marR="5080" indent="-91440">
              <a:lnSpc>
                <a:spcPts val="2580"/>
              </a:lnSpc>
              <a:spcBef>
                <a:spcPts val="1445"/>
              </a:spcBef>
              <a:buClr>
                <a:srgbClr val="585858"/>
              </a:buClr>
              <a:buFont typeface="Wingdings"/>
              <a:buChar char=""/>
              <a:tabLst>
                <a:tab pos="104139" algn="l"/>
                <a:tab pos="219710" algn="l"/>
              </a:tabLst>
            </a:pPr>
            <a:r>
              <a:rPr sz="2400" dirty="0">
                <a:latin typeface="Calibri"/>
                <a:cs typeface="Calibri"/>
              </a:rPr>
              <a:t>	similar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ourier New"/>
                <a:cs typeface="Courier New"/>
              </a:rPr>
              <a:t>def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indent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code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indicate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statements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are </a:t>
            </a:r>
            <a:r>
              <a:rPr sz="2400" dirty="0">
                <a:latin typeface="Calibri"/>
                <a:cs typeface="Calibri"/>
              </a:rPr>
              <a:t>part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class</a:t>
            </a:r>
            <a:r>
              <a:rPr sz="2400" b="1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definition</a:t>
            </a:r>
            <a:endParaRPr sz="2400">
              <a:latin typeface="Calibri"/>
              <a:cs typeface="Calibri"/>
            </a:endParaRPr>
          </a:p>
          <a:p>
            <a:pPr marL="104139" marR="59055" indent="-91440">
              <a:lnSpc>
                <a:spcPts val="2580"/>
              </a:lnSpc>
              <a:spcBef>
                <a:spcPts val="1430"/>
              </a:spcBef>
              <a:buClr>
                <a:srgbClr val="585858"/>
              </a:buClr>
              <a:buFont typeface="Wingdings"/>
              <a:buChar char=""/>
              <a:tabLst>
                <a:tab pos="104139" algn="l"/>
                <a:tab pos="219710" algn="l"/>
              </a:tabLst>
            </a:pPr>
            <a:r>
              <a:rPr sz="2400" dirty="0">
                <a:latin typeface="Calibri"/>
                <a:cs typeface="Calibri"/>
              </a:rPr>
              <a:t>	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word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object</a:t>
            </a:r>
            <a:r>
              <a:rPr sz="2400" spc="-919" dirty="0">
                <a:latin typeface="Courier New"/>
                <a:cs typeface="Courier New"/>
              </a:rPr>
              <a:t> </a:t>
            </a:r>
            <a:r>
              <a:rPr sz="2400" dirty="0">
                <a:latin typeface="Calibri"/>
                <a:cs typeface="Calibri"/>
              </a:rPr>
              <a:t>means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Coordinate</a:t>
            </a:r>
            <a:r>
              <a:rPr sz="2400" spc="-915" dirty="0">
                <a:latin typeface="Courier New"/>
                <a:cs typeface="Courier New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Python </a:t>
            </a:r>
            <a:r>
              <a:rPr sz="2400" dirty="0">
                <a:latin typeface="Calibri"/>
                <a:cs typeface="Calibri"/>
              </a:rPr>
              <a:t>object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inherits</a:t>
            </a:r>
            <a:r>
              <a:rPr sz="2400" b="1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attributes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(inheritance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next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lecture)</a:t>
            </a:r>
            <a:endParaRPr sz="2400">
              <a:latin typeface="Calibri"/>
              <a:cs typeface="Calibri"/>
            </a:endParaRPr>
          </a:p>
          <a:p>
            <a:pPr marL="459740" lvl="1" indent="-246379">
              <a:lnSpc>
                <a:spcPct val="100000"/>
              </a:lnSpc>
              <a:spcBef>
                <a:spcPts val="125"/>
              </a:spcBef>
              <a:buClr>
                <a:srgbClr val="585858"/>
              </a:buClr>
              <a:buFont typeface="Arial MT"/>
              <a:buChar char="•"/>
              <a:tabLst>
                <a:tab pos="459740" algn="l"/>
              </a:tabLst>
            </a:pPr>
            <a:r>
              <a:rPr sz="2200" spc="-25" dirty="0">
                <a:latin typeface="Courier New"/>
                <a:cs typeface="Courier New"/>
              </a:rPr>
              <a:t>Coordinate</a:t>
            </a:r>
            <a:r>
              <a:rPr sz="2200" spc="-785" dirty="0">
                <a:latin typeface="Courier New"/>
                <a:cs typeface="Courier New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subclass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object</a:t>
            </a:r>
            <a:endParaRPr sz="2200">
              <a:latin typeface="Courier New"/>
              <a:cs typeface="Courier New"/>
            </a:endParaRPr>
          </a:p>
          <a:p>
            <a:pPr marL="459740" lvl="1" indent="-246379">
              <a:lnSpc>
                <a:spcPct val="100000"/>
              </a:lnSpc>
              <a:spcBef>
                <a:spcPts val="334"/>
              </a:spcBef>
              <a:buClr>
                <a:srgbClr val="585858"/>
              </a:buClr>
              <a:buFont typeface="Arial MT"/>
              <a:buChar char="•"/>
              <a:tabLst>
                <a:tab pos="459740" algn="l"/>
              </a:tabLst>
            </a:pPr>
            <a:r>
              <a:rPr sz="2200" spc="-25" dirty="0">
                <a:latin typeface="Courier New"/>
                <a:cs typeface="Courier New"/>
              </a:rPr>
              <a:t>object</a:t>
            </a:r>
            <a:r>
              <a:rPr sz="2200" spc="-785" dirty="0">
                <a:latin typeface="Courier New"/>
                <a:cs typeface="Courier New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superclass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 </a:t>
            </a:r>
            <a:r>
              <a:rPr sz="2200" spc="-10" dirty="0">
                <a:latin typeface="Courier New"/>
                <a:cs typeface="Courier New"/>
              </a:rPr>
              <a:t>Coordinate</a:t>
            </a:r>
            <a:endParaRPr sz="2200">
              <a:latin typeface="Courier New"/>
              <a:cs typeface="Courier New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047" y="3331845"/>
            <a:ext cx="1239443" cy="69570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20213" y="2183638"/>
            <a:ext cx="928496" cy="541274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836801" y="2790825"/>
            <a:ext cx="1938020" cy="459105"/>
          </a:xfrm>
          <a:custGeom>
            <a:avLst/>
            <a:gdLst/>
            <a:ahLst/>
            <a:cxnLst/>
            <a:rect l="l" t="t" r="r" b="b"/>
            <a:pathLst>
              <a:path w="1938020" h="459105">
                <a:moveTo>
                  <a:pt x="0" y="458724"/>
                </a:moveTo>
                <a:lnTo>
                  <a:pt x="1937766" y="458724"/>
                </a:lnTo>
                <a:lnTo>
                  <a:pt x="1937766" y="0"/>
                </a:lnTo>
                <a:lnTo>
                  <a:pt x="0" y="0"/>
                </a:lnTo>
                <a:lnTo>
                  <a:pt x="0" y="458724"/>
                </a:lnTo>
                <a:close/>
              </a:path>
            </a:pathLst>
          </a:custGeom>
          <a:ln w="160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3916679" y="2242057"/>
            <a:ext cx="1813560" cy="1016000"/>
            <a:chOff x="3916679" y="2242057"/>
            <a:chExt cx="1813560" cy="1016000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41519" y="2242057"/>
              <a:ext cx="688339" cy="55410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924680" y="2790824"/>
              <a:ext cx="1073150" cy="459105"/>
            </a:xfrm>
            <a:custGeom>
              <a:avLst/>
              <a:gdLst/>
              <a:ahLst/>
              <a:cxnLst/>
              <a:rect l="l" t="t" r="r" b="b"/>
              <a:pathLst>
                <a:path w="1073150" h="459105">
                  <a:moveTo>
                    <a:pt x="0" y="458724"/>
                  </a:moveTo>
                  <a:lnTo>
                    <a:pt x="1072896" y="458724"/>
                  </a:lnTo>
                  <a:lnTo>
                    <a:pt x="1072896" y="0"/>
                  </a:lnTo>
                  <a:lnTo>
                    <a:pt x="0" y="0"/>
                  </a:lnTo>
                  <a:lnTo>
                    <a:pt x="0" y="458724"/>
                  </a:lnTo>
                  <a:close/>
                </a:path>
              </a:pathLst>
            </a:custGeom>
            <a:ln w="1600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0" y="0"/>
            <a:ext cx="4231005" cy="287020"/>
          </a:xfrm>
          <a:custGeom>
            <a:avLst/>
            <a:gdLst/>
            <a:ahLst/>
            <a:cxnLst/>
            <a:rect l="l" t="t" r="r" b="b"/>
            <a:pathLst>
              <a:path w="4231005" h="287020">
                <a:moveTo>
                  <a:pt x="4182872" y="0"/>
                </a:moveTo>
                <a:lnTo>
                  <a:pt x="47752" y="0"/>
                </a:lnTo>
                <a:lnTo>
                  <a:pt x="29162" y="3746"/>
                </a:lnTo>
                <a:lnTo>
                  <a:pt x="13984" y="13969"/>
                </a:lnTo>
                <a:lnTo>
                  <a:pt x="3751" y="29146"/>
                </a:lnTo>
                <a:lnTo>
                  <a:pt x="0" y="47751"/>
                </a:lnTo>
                <a:lnTo>
                  <a:pt x="0" y="238759"/>
                </a:lnTo>
                <a:lnTo>
                  <a:pt x="3751" y="257365"/>
                </a:lnTo>
                <a:lnTo>
                  <a:pt x="13984" y="272541"/>
                </a:lnTo>
                <a:lnTo>
                  <a:pt x="29162" y="282765"/>
                </a:lnTo>
                <a:lnTo>
                  <a:pt x="47752" y="286511"/>
                </a:lnTo>
                <a:lnTo>
                  <a:pt x="4182872" y="286511"/>
                </a:lnTo>
                <a:lnTo>
                  <a:pt x="4201477" y="282765"/>
                </a:lnTo>
                <a:lnTo>
                  <a:pt x="4216654" y="272541"/>
                </a:lnTo>
                <a:lnTo>
                  <a:pt x="4226877" y="257365"/>
                </a:lnTo>
                <a:lnTo>
                  <a:pt x="4230624" y="238759"/>
                </a:lnTo>
                <a:lnTo>
                  <a:pt x="4230624" y="47751"/>
                </a:lnTo>
                <a:lnTo>
                  <a:pt x="4226877" y="29146"/>
                </a:lnTo>
                <a:lnTo>
                  <a:pt x="4216654" y="13969"/>
                </a:lnTo>
                <a:lnTo>
                  <a:pt x="4201477" y="3746"/>
                </a:lnTo>
                <a:lnTo>
                  <a:pt x="4182872" y="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026413" y="-21081"/>
            <a:ext cx="2176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Implementing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class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913377" y="1"/>
            <a:ext cx="4231005" cy="287020"/>
          </a:xfrm>
          <a:custGeom>
            <a:avLst/>
            <a:gdLst/>
            <a:ahLst/>
            <a:cxnLst/>
            <a:rect l="l" t="t" r="r" b="b"/>
            <a:pathLst>
              <a:path w="4231005" h="287020">
                <a:moveTo>
                  <a:pt x="4182872" y="0"/>
                </a:moveTo>
                <a:lnTo>
                  <a:pt x="47751" y="0"/>
                </a:lnTo>
                <a:lnTo>
                  <a:pt x="29146" y="3746"/>
                </a:lnTo>
                <a:lnTo>
                  <a:pt x="13970" y="13970"/>
                </a:lnTo>
                <a:lnTo>
                  <a:pt x="3746" y="29146"/>
                </a:lnTo>
                <a:lnTo>
                  <a:pt x="0" y="47752"/>
                </a:lnTo>
                <a:lnTo>
                  <a:pt x="0" y="238760"/>
                </a:lnTo>
                <a:lnTo>
                  <a:pt x="3746" y="257365"/>
                </a:lnTo>
                <a:lnTo>
                  <a:pt x="13970" y="272542"/>
                </a:lnTo>
                <a:lnTo>
                  <a:pt x="29146" y="282765"/>
                </a:lnTo>
                <a:lnTo>
                  <a:pt x="47751" y="286512"/>
                </a:lnTo>
                <a:lnTo>
                  <a:pt x="4182872" y="286512"/>
                </a:lnTo>
                <a:lnTo>
                  <a:pt x="4201477" y="282765"/>
                </a:lnTo>
                <a:lnTo>
                  <a:pt x="4216654" y="272542"/>
                </a:lnTo>
                <a:lnTo>
                  <a:pt x="4226877" y="257365"/>
                </a:lnTo>
                <a:lnTo>
                  <a:pt x="4230624" y="238760"/>
                </a:lnTo>
                <a:lnTo>
                  <a:pt x="4230624" y="47752"/>
                </a:lnTo>
                <a:lnTo>
                  <a:pt x="4226877" y="29146"/>
                </a:lnTo>
                <a:lnTo>
                  <a:pt x="4216654" y="13970"/>
                </a:lnTo>
                <a:lnTo>
                  <a:pt x="4201477" y="3746"/>
                </a:lnTo>
                <a:lnTo>
                  <a:pt x="4182872" y="0"/>
                </a:lnTo>
                <a:close/>
              </a:path>
            </a:pathLst>
          </a:custGeom>
          <a:solidFill>
            <a:srgbClr val="BFC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331711" y="-21081"/>
            <a:ext cx="13950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Using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class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25" dirty="0"/>
              <a:t>79</a:t>
            </a:fld>
            <a:endParaRPr spc="-25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50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5" dirty="0"/>
              <a:t>WHAT</a:t>
            </a:r>
            <a:r>
              <a:rPr spc="-130" dirty="0"/>
              <a:t> </a:t>
            </a:r>
            <a:r>
              <a:rPr dirty="0"/>
              <a:t>ARE</a:t>
            </a:r>
            <a:r>
              <a:rPr spc="-210" dirty="0"/>
              <a:t> </a:t>
            </a:r>
            <a:r>
              <a:rPr spc="-70" dirty="0"/>
              <a:t>ATTRIBUTES?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25" dirty="0"/>
              <a:t>80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810259" y="1679849"/>
            <a:ext cx="7798434" cy="429133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237490" indent="-224790">
              <a:lnSpc>
                <a:spcPct val="100000"/>
              </a:lnSpc>
              <a:spcBef>
                <a:spcPts val="1190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sz="2600" dirty="0">
                <a:latin typeface="Calibri"/>
                <a:cs typeface="Calibri"/>
              </a:rPr>
              <a:t>data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procedures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that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“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belong</a:t>
            </a:r>
            <a:r>
              <a:rPr sz="2600" dirty="0">
                <a:latin typeface="Calibri"/>
                <a:cs typeface="Calibri"/>
              </a:rPr>
              <a:t>”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class</a:t>
            </a:r>
            <a:endParaRPr sz="2600">
              <a:latin typeface="Calibri"/>
              <a:cs typeface="Calibri"/>
            </a:endParaRPr>
          </a:p>
          <a:p>
            <a:pPr marL="237490" indent="-224790">
              <a:lnSpc>
                <a:spcPct val="100000"/>
              </a:lnSpc>
              <a:spcBef>
                <a:spcPts val="1085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data</a:t>
            </a:r>
            <a:r>
              <a:rPr sz="2600" b="1" spc="-9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attributes</a:t>
            </a:r>
            <a:endParaRPr sz="2600">
              <a:latin typeface="Calibri"/>
              <a:cs typeface="Calibri"/>
            </a:endParaRPr>
          </a:p>
          <a:p>
            <a:pPr marL="464820" lvl="1" indent="-251460">
              <a:lnSpc>
                <a:spcPct val="100000"/>
              </a:lnSpc>
              <a:spcBef>
                <a:spcPts val="125"/>
              </a:spcBef>
              <a:buClr>
                <a:srgbClr val="585858"/>
              </a:buClr>
              <a:buFont typeface="Arial MT"/>
              <a:buChar char="•"/>
              <a:tabLst>
                <a:tab pos="464820" algn="l"/>
              </a:tabLst>
            </a:pPr>
            <a:r>
              <a:rPr sz="2400" dirty="0">
                <a:latin typeface="Calibri"/>
                <a:cs typeface="Calibri"/>
              </a:rPr>
              <a:t>think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other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objects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make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up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class</a:t>
            </a:r>
            <a:endParaRPr sz="2400">
              <a:latin typeface="Calibri"/>
              <a:cs typeface="Calibri"/>
            </a:endParaRPr>
          </a:p>
          <a:p>
            <a:pPr marL="464820" lvl="1" indent="-251460">
              <a:lnSpc>
                <a:spcPct val="100000"/>
              </a:lnSpc>
              <a:spcBef>
                <a:spcPts val="310"/>
              </a:spcBef>
              <a:buClr>
                <a:srgbClr val="585858"/>
              </a:buClr>
              <a:buFont typeface="Arial MT"/>
              <a:buChar char="•"/>
              <a:tabLst>
                <a:tab pos="464820" algn="l"/>
              </a:tabLst>
            </a:pPr>
            <a:r>
              <a:rPr sz="2400" i="1" dirty="0">
                <a:latin typeface="Calibri"/>
                <a:cs typeface="Calibri"/>
              </a:rPr>
              <a:t>for</a:t>
            </a:r>
            <a:r>
              <a:rPr sz="2400" i="1" spc="-40" dirty="0">
                <a:latin typeface="Calibri"/>
                <a:cs typeface="Calibri"/>
              </a:rPr>
              <a:t> </a:t>
            </a:r>
            <a:r>
              <a:rPr sz="2400" i="1" spc="-10" dirty="0">
                <a:latin typeface="Calibri"/>
                <a:cs typeface="Calibri"/>
              </a:rPr>
              <a:t>example,</a:t>
            </a:r>
            <a:r>
              <a:rPr sz="2400" i="1" spc="-4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a</a:t>
            </a:r>
            <a:r>
              <a:rPr sz="2400" i="1" spc="-40" dirty="0">
                <a:latin typeface="Calibri"/>
                <a:cs typeface="Calibri"/>
              </a:rPr>
              <a:t> </a:t>
            </a:r>
            <a:r>
              <a:rPr sz="2400" i="1" spc="-10" dirty="0">
                <a:latin typeface="Calibri"/>
                <a:cs typeface="Calibri"/>
              </a:rPr>
              <a:t>coordinate</a:t>
            </a:r>
            <a:r>
              <a:rPr sz="2400" i="1" spc="-3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is</a:t>
            </a:r>
            <a:r>
              <a:rPr sz="2400" i="1" spc="-4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made</a:t>
            </a:r>
            <a:r>
              <a:rPr sz="2400" i="1" spc="-4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up</a:t>
            </a:r>
            <a:r>
              <a:rPr sz="2400" i="1" spc="-4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of</a:t>
            </a:r>
            <a:r>
              <a:rPr sz="2400" i="1" spc="-4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two</a:t>
            </a:r>
            <a:r>
              <a:rPr sz="2400" i="1" spc="-45" dirty="0">
                <a:latin typeface="Calibri"/>
                <a:cs typeface="Calibri"/>
              </a:rPr>
              <a:t> </a:t>
            </a:r>
            <a:r>
              <a:rPr sz="2400" i="1" spc="-10" dirty="0">
                <a:latin typeface="Calibri"/>
                <a:cs typeface="Calibri"/>
              </a:rPr>
              <a:t>numbers</a:t>
            </a:r>
            <a:endParaRPr sz="2400">
              <a:latin typeface="Calibri"/>
              <a:cs typeface="Calibri"/>
            </a:endParaRPr>
          </a:p>
          <a:p>
            <a:pPr marL="237490" indent="-224790">
              <a:lnSpc>
                <a:spcPct val="100000"/>
              </a:lnSpc>
              <a:spcBef>
                <a:spcPts val="1275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methods</a:t>
            </a:r>
            <a:r>
              <a:rPr sz="2600" b="1" spc="-10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(procedural</a:t>
            </a:r>
            <a:r>
              <a:rPr sz="2600" spc="-10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attributes)</a:t>
            </a:r>
            <a:endParaRPr sz="2600">
              <a:latin typeface="Calibri"/>
              <a:cs typeface="Calibri"/>
            </a:endParaRPr>
          </a:p>
          <a:p>
            <a:pPr marL="464820" lvl="1" indent="-251460">
              <a:lnSpc>
                <a:spcPct val="100000"/>
              </a:lnSpc>
              <a:spcBef>
                <a:spcPts val="130"/>
              </a:spcBef>
              <a:buClr>
                <a:srgbClr val="585858"/>
              </a:buClr>
              <a:buFont typeface="Arial MT"/>
              <a:buChar char="•"/>
              <a:tabLst>
                <a:tab pos="464820" algn="l"/>
              </a:tabLst>
            </a:pPr>
            <a:r>
              <a:rPr sz="2400" dirty="0">
                <a:latin typeface="Calibri"/>
                <a:cs typeface="Calibri"/>
              </a:rPr>
              <a:t>think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methods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functions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only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work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class</a:t>
            </a:r>
            <a:endParaRPr sz="2400">
              <a:latin typeface="Calibri"/>
              <a:cs typeface="Calibri"/>
            </a:endParaRPr>
          </a:p>
          <a:p>
            <a:pPr marL="464820" lvl="1" indent="-251460">
              <a:lnSpc>
                <a:spcPct val="100000"/>
              </a:lnSpc>
              <a:spcBef>
                <a:spcPts val="310"/>
              </a:spcBef>
              <a:buClr>
                <a:srgbClr val="585858"/>
              </a:buClr>
              <a:buFont typeface="Arial MT"/>
              <a:buChar char="•"/>
              <a:tabLst>
                <a:tab pos="464820" algn="l"/>
              </a:tabLst>
            </a:pPr>
            <a:r>
              <a:rPr sz="2400" dirty="0">
                <a:latin typeface="Calibri"/>
                <a:cs typeface="Calibri"/>
              </a:rPr>
              <a:t>how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interact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object</a:t>
            </a:r>
            <a:endParaRPr sz="2400">
              <a:latin typeface="Calibri"/>
              <a:cs typeface="Calibri"/>
            </a:endParaRPr>
          </a:p>
          <a:p>
            <a:pPr marL="396240" marR="473709" lvl="1" indent="-182880">
              <a:lnSpc>
                <a:spcPts val="2590"/>
              </a:lnSpc>
              <a:spcBef>
                <a:spcPts val="645"/>
              </a:spcBef>
              <a:buChar char="•"/>
              <a:tabLst>
                <a:tab pos="396240" algn="l"/>
                <a:tab pos="464820" algn="l"/>
              </a:tabLst>
            </a:pPr>
            <a:r>
              <a:rPr sz="2400" dirty="0">
                <a:solidFill>
                  <a:srgbClr val="585858"/>
                </a:solidFill>
                <a:latin typeface="Arial MT"/>
                <a:cs typeface="Arial MT"/>
              </a:rPr>
              <a:t>	</a:t>
            </a:r>
            <a:r>
              <a:rPr sz="2400" i="1" dirty="0">
                <a:latin typeface="Calibri"/>
                <a:cs typeface="Calibri"/>
              </a:rPr>
              <a:t>for</a:t>
            </a:r>
            <a:r>
              <a:rPr sz="2400" i="1" spc="-70" dirty="0">
                <a:latin typeface="Calibri"/>
                <a:cs typeface="Calibri"/>
              </a:rPr>
              <a:t> </a:t>
            </a:r>
            <a:r>
              <a:rPr sz="2400" i="1" spc="-10" dirty="0">
                <a:latin typeface="Calibri"/>
                <a:cs typeface="Calibri"/>
              </a:rPr>
              <a:t>example</a:t>
            </a:r>
            <a:r>
              <a:rPr sz="2400" i="1" spc="-7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you</a:t>
            </a:r>
            <a:r>
              <a:rPr sz="2400" i="1" spc="-6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can</a:t>
            </a:r>
            <a:r>
              <a:rPr sz="2400" i="1" spc="-7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define</a:t>
            </a:r>
            <a:r>
              <a:rPr sz="2400" i="1" spc="-7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a</a:t>
            </a:r>
            <a:r>
              <a:rPr sz="2400" i="1" spc="-70" dirty="0">
                <a:latin typeface="Calibri"/>
                <a:cs typeface="Calibri"/>
              </a:rPr>
              <a:t> </a:t>
            </a:r>
            <a:r>
              <a:rPr sz="2400" i="1" spc="-10" dirty="0">
                <a:latin typeface="Calibri"/>
                <a:cs typeface="Calibri"/>
              </a:rPr>
              <a:t>distance</a:t>
            </a:r>
            <a:r>
              <a:rPr sz="2400" i="1" spc="-6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between</a:t>
            </a:r>
            <a:r>
              <a:rPr sz="2400" i="1" spc="-75" dirty="0">
                <a:latin typeface="Calibri"/>
                <a:cs typeface="Calibri"/>
              </a:rPr>
              <a:t> </a:t>
            </a:r>
            <a:r>
              <a:rPr sz="2400" i="1" spc="-25" dirty="0">
                <a:latin typeface="Calibri"/>
                <a:cs typeface="Calibri"/>
              </a:rPr>
              <a:t>two </a:t>
            </a:r>
            <a:r>
              <a:rPr sz="2400" i="1" spc="-10" dirty="0">
                <a:latin typeface="Calibri"/>
                <a:cs typeface="Calibri"/>
              </a:rPr>
              <a:t>coordinate</a:t>
            </a:r>
            <a:r>
              <a:rPr sz="2400" i="1" spc="-4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objects</a:t>
            </a:r>
            <a:r>
              <a:rPr sz="2400" i="1" spc="-4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but</a:t>
            </a:r>
            <a:r>
              <a:rPr sz="2400" i="1" spc="-5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there</a:t>
            </a:r>
            <a:r>
              <a:rPr sz="2400" i="1" spc="-5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is</a:t>
            </a:r>
            <a:r>
              <a:rPr sz="2400" i="1" spc="-5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no</a:t>
            </a:r>
            <a:r>
              <a:rPr sz="2400" i="1" spc="-5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meaning</a:t>
            </a:r>
            <a:r>
              <a:rPr sz="2400" i="1" spc="-4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to</a:t>
            </a:r>
            <a:r>
              <a:rPr sz="2400" i="1" spc="-5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a</a:t>
            </a:r>
            <a:r>
              <a:rPr sz="2400" i="1" spc="-55" dirty="0">
                <a:latin typeface="Calibri"/>
                <a:cs typeface="Calibri"/>
              </a:rPr>
              <a:t> </a:t>
            </a:r>
            <a:r>
              <a:rPr sz="2400" i="1" spc="-10" dirty="0">
                <a:latin typeface="Calibri"/>
                <a:cs typeface="Calibri"/>
              </a:rPr>
              <a:t>distance </a:t>
            </a:r>
            <a:r>
              <a:rPr sz="2400" i="1" dirty="0">
                <a:latin typeface="Calibri"/>
                <a:cs typeface="Calibri"/>
              </a:rPr>
              <a:t>between</a:t>
            </a:r>
            <a:r>
              <a:rPr sz="2400" i="1" spc="-7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two</a:t>
            </a:r>
            <a:r>
              <a:rPr sz="2400" i="1" spc="-7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list</a:t>
            </a:r>
            <a:r>
              <a:rPr sz="2400" i="1" spc="-70" dirty="0">
                <a:latin typeface="Calibri"/>
                <a:cs typeface="Calibri"/>
              </a:rPr>
              <a:t> </a:t>
            </a:r>
            <a:r>
              <a:rPr sz="2400" i="1" spc="-10" dirty="0">
                <a:latin typeface="Calibri"/>
                <a:cs typeface="Calibri"/>
              </a:rPr>
              <a:t>objects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291845"/>
            <a:ext cx="7381875" cy="1379220"/>
          </a:xfrm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12700" marR="5080">
              <a:lnSpc>
                <a:spcPts val="4900"/>
              </a:lnSpc>
              <a:spcBef>
                <a:spcPts val="980"/>
              </a:spcBef>
            </a:pPr>
            <a:r>
              <a:rPr spc="-60" dirty="0"/>
              <a:t>DEFINING</a:t>
            </a:r>
            <a:r>
              <a:rPr spc="-215" dirty="0"/>
              <a:t> </a:t>
            </a:r>
            <a:r>
              <a:rPr spc="-20" dirty="0"/>
              <a:t>HOW</a:t>
            </a:r>
            <a:r>
              <a:rPr spc="-225" dirty="0"/>
              <a:t> </a:t>
            </a:r>
            <a:r>
              <a:rPr spc="-50" dirty="0"/>
              <a:t>TO</a:t>
            </a:r>
            <a:r>
              <a:rPr spc="-204" dirty="0"/>
              <a:t> </a:t>
            </a:r>
            <a:r>
              <a:rPr spc="-125" dirty="0"/>
              <a:t>CREATE</a:t>
            </a:r>
            <a:r>
              <a:rPr spc="-145" dirty="0"/>
              <a:t> </a:t>
            </a:r>
            <a:r>
              <a:rPr spc="-25" dirty="0"/>
              <a:t>AN </a:t>
            </a:r>
            <a:r>
              <a:rPr spc="-110" dirty="0"/>
              <a:t>INSTANCE</a:t>
            </a:r>
            <a:r>
              <a:rPr spc="-140" dirty="0"/>
              <a:t> </a:t>
            </a:r>
            <a:r>
              <a:rPr dirty="0"/>
              <a:t>OF</a:t>
            </a:r>
            <a:r>
              <a:rPr spc="-135" dirty="0"/>
              <a:t> </a:t>
            </a:r>
            <a:r>
              <a:rPr dirty="0"/>
              <a:t>A</a:t>
            </a:r>
            <a:r>
              <a:rPr spc="-140" dirty="0"/>
              <a:t> </a:t>
            </a:r>
            <a:r>
              <a:rPr spc="-10" dirty="0"/>
              <a:t>CLASS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0259" y="1813051"/>
            <a:ext cx="7233284" cy="83756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04139" marR="5080" indent="-91440">
              <a:lnSpc>
                <a:spcPts val="3030"/>
              </a:lnSpc>
              <a:spcBef>
                <a:spcPts val="480"/>
              </a:spcBef>
              <a:buClr>
                <a:srgbClr val="585858"/>
              </a:buClr>
              <a:buFont typeface="Wingdings"/>
              <a:buChar char=""/>
              <a:tabLst>
                <a:tab pos="104139" algn="l"/>
                <a:tab pos="255270" algn="l"/>
              </a:tabLst>
            </a:pPr>
            <a:r>
              <a:rPr sz="2800" dirty="0">
                <a:latin typeface="Calibri"/>
                <a:cs typeface="Calibri"/>
              </a:rPr>
              <a:t>	first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have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define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C00000"/>
                </a:solidFill>
                <a:latin typeface="Calibri"/>
                <a:cs typeface="Calibri"/>
              </a:rPr>
              <a:t>how</a:t>
            </a:r>
            <a:r>
              <a:rPr sz="2800" b="1" spc="-8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C00000"/>
                </a:solidFill>
                <a:latin typeface="Calibri"/>
                <a:cs typeface="Calibri"/>
              </a:rPr>
              <a:t>to</a:t>
            </a:r>
            <a:r>
              <a:rPr sz="2800" b="1" spc="-6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C00000"/>
                </a:solidFill>
                <a:latin typeface="Calibri"/>
                <a:cs typeface="Calibri"/>
              </a:rPr>
              <a:t>create</a:t>
            </a:r>
            <a:r>
              <a:rPr sz="2800" b="1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C00000"/>
                </a:solidFill>
                <a:latin typeface="Calibri"/>
                <a:cs typeface="Calibri"/>
              </a:rPr>
              <a:t>an</a:t>
            </a:r>
            <a:r>
              <a:rPr sz="2800" b="1" spc="-6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C00000"/>
                </a:solidFill>
                <a:latin typeface="Calibri"/>
                <a:cs typeface="Calibri"/>
              </a:rPr>
              <a:t>instance</a:t>
            </a:r>
            <a:r>
              <a:rPr sz="2800" b="1" spc="-6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of </a:t>
            </a:r>
            <a:r>
              <a:rPr sz="2800" spc="-10" dirty="0">
                <a:latin typeface="Calibri"/>
                <a:cs typeface="Calibri"/>
              </a:rPr>
              <a:t>object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185003" y="3219154"/>
            <a:ext cx="427355" cy="0"/>
          </a:xfrm>
          <a:custGeom>
            <a:avLst/>
            <a:gdLst/>
            <a:ahLst/>
            <a:cxnLst/>
            <a:rect l="l" t="t" r="r" b="b"/>
            <a:pathLst>
              <a:path w="427354">
                <a:moveTo>
                  <a:pt x="0" y="0"/>
                </a:moveTo>
                <a:lnTo>
                  <a:pt x="427024" y="0"/>
                </a:lnTo>
              </a:path>
            </a:pathLst>
          </a:custGeom>
          <a:ln w="35585">
            <a:solidFill>
              <a:srgbClr val="B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463943" y="3219154"/>
            <a:ext cx="425450" cy="0"/>
          </a:xfrm>
          <a:custGeom>
            <a:avLst/>
            <a:gdLst/>
            <a:ahLst/>
            <a:cxnLst/>
            <a:rect l="l" t="t" r="r" b="b"/>
            <a:pathLst>
              <a:path w="425450">
                <a:moveTo>
                  <a:pt x="0" y="0"/>
                </a:moveTo>
                <a:lnTo>
                  <a:pt x="424889" y="0"/>
                </a:lnTo>
              </a:path>
            </a:pathLst>
          </a:custGeom>
          <a:ln w="35585">
            <a:solidFill>
              <a:srgbClr val="B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599328" y="2761636"/>
            <a:ext cx="181102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99870" algn="l"/>
              </a:tabLst>
            </a:pPr>
            <a:r>
              <a:rPr sz="2800" b="1" spc="-20" dirty="0">
                <a:solidFill>
                  <a:srgbClr val="C00000"/>
                </a:solidFill>
                <a:latin typeface="Courier New"/>
                <a:cs typeface="Courier New"/>
              </a:rPr>
              <a:t>init</a:t>
            </a:r>
            <a:r>
              <a:rPr sz="2800" b="1" dirty="0">
                <a:solidFill>
                  <a:srgbClr val="C00000"/>
                </a:solidFill>
                <a:latin typeface="Courier New"/>
                <a:cs typeface="Courier New"/>
              </a:rPr>
              <a:t>	</a:t>
            </a:r>
            <a:r>
              <a:rPr sz="2800" spc="-25" dirty="0">
                <a:latin typeface="Calibri"/>
                <a:cs typeface="Calibri"/>
              </a:rPr>
              <a:t>to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10245" y="2761636"/>
            <a:ext cx="4386580" cy="1327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5270" indent="-242570">
              <a:lnSpc>
                <a:spcPts val="3185"/>
              </a:lnSpc>
              <a:spcBef>
                <a:spcPts val="100"/>
              </a:spcBef>
              <a:buClr>
                <a:srgbClr val="585858"/>
              </a:buClr>
              <a:buFont typeface="Wingdings"/>
              <a:buChar char=""/>
              <a:tabLst>
                <a:tab pos="255270" algn="l"/>
              </a:tabLst>
            </a:pPr>
            <a:r>
              <a:rPr sz="2800" dirty="0">
                <a:latin typeface="Calibri"/>
                <a:cs typeface="Calibri"/>
              </a:rPr>
              <a:t>use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C00000"/>
                </a:solidFill>
                <a:latin typeface="Calibri"/>
                <a:cs typeface="Calibri"/>
              </a:rPr>
              <a:t>special</a:t>
            </a:r>
            <a:r>
              <a:rPr sz="2800" b="1" spc="-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C00000"/>
                </a:solidFill>
                <a:latin typeface="Calibri"/>
                <a:cs typeface="Calibri"/>
              </a:rPr>
              <a:t>method</a:t>
            </a:r>
            <a:r>
              <a:rPr sz="2800" b="1" spc="-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C00000"/>
                </a:solidFill>
                <a:latin typeface="Calibri"/>
                <a:cs typeface="Calibri"/>
              </a:rPr>
              <a:t>called</a:t>
            </a:r>
            <a:endParaRPr sz="2800">
              <a:latin typeface="Calibri"/>
              <a:cs typeface="Calibri"/>
            </a:endParaRPr>
          </a:p>
          <a:p>
            <a:pPr marL="104139">
              <a:lnSpc>
                <a:spcPts val="3185"/>
              </a:lnSpc>
            </a:pPr>
            <a:r>
              <a:rPr sz="2800" dirty="0">
                <a:latin typeface="Calibri"/>
                <a:cs typeface="Calibri"/>
              </a:rPr>
              <a:t>initialize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some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attributes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40"/>
              </a:spcBef>
            </a:pPr>
            <a:r>
              <a:rPr sz="2200" dirty="0">
                <a:latin typeface="Courier New"/>
                <a:cs typeface="Courier New"/>
              </a:rPr>
              <a:t>class</a:t>
            </a:r>
            <a:r>
              <a:rPr sz="2200" spc="-7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Coordinate(object):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83107" y="4207031"/>
            <a:ext cx="42297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latin typeface="Courier New"/>
                <a:cs typeface="Courier New"/>
              </a:rPr>
              <a:t>def</a:t>
            </a:r>
            <a:r>
              <a:rPr sz="2200" spc="-25" dirty="0">
                <a:latin typeface="Courier New"/>
                <a:cs typeface="Courier New"/>
              </a:rPr>
              <a:t> </a:t>
            </a:r>
            <a:r>
              <a:rPr sz="2200" u="sng" spc="-3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init</a:t>
            </a:r>
            <a:r>
              <a:rPr sz="2200" u="sng" spc="-4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(self,</a:t>
            </a:r>
            <a:r>
              <a:rPr sz="2200" spc="-2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x,</a:t>
            </a:r>
            <a:r>
              <a:rPr sz="2200" spc="-25" dirty="0">
                <a:latin typeface="Courier New"/>
                <a:cs typeface="Courier New"/>
              </a:rPr>
              <a:t> y):</a:t>
            </a:r>
            <a:endParaRPr sz="2200">
              <a:latin typeface="Courier New"/>
              <a:cs typeface="Courier New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2137155" y="4746387"/>
          <a:ext cx="1744980" cy="7956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45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6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8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8145">
                <a:tc>
                  <a:txBody>
                    <a:bodyPr/>
                    <a:lstStyle/>
                    <a:p>
                      <a:pPr marR="45085" algn="ctr">
                        <a:lnSpc>
                          <a:spcPts val="2275"/>
                        </a:lnSpc>
                      </a:pPr>
                      <a:r>
                        <a:rPr sz="2200" spc="-10" dirty="0">
                          <a:latin typeface="Courier New"/>
                          <a:cs typeface="Courier New"/>
                        </a:rPr>
                        <a:t>self.x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75"/>
                        </a:lnSpc>
                      </a:pPr>
                      <a:r>
                        <a:rPr sz="2200" spc="-50" dirty="0">
                          <a:latin typeface="Courier New"/>
                          <a:cs typeface="Courier New"/>
                        </a:rPr>
                        <a:t>=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2705" algn="ctr">
                        <a:lnSpc>
                          <a:spcPts val="2275"/>
                        </a:lnSpc>
                      </a:pPr>
                      <a:r>
                        <a:rPr sz="2200" spc="-50" dirty="0">
                          <a:latin typeface="Courier New"/>
                          <a:cs typeface="Courier New"/>
                        </a:rPr>
                        <a:t>x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7510">
                <a:tc>
                  <a:txBody>
                    <a:bodyPr/>
                    <a:lstStyle/>
                    <a:p>
                      <a:pPr marR="4445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200" spc="-10" dirty="0">
                          <a:latin typeface="Courier New"/>
                          <a:cs typeface="Courier New"/>
                        </a:rPr>
                        <a:t>self.y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200" spc="-50" dirty="0">
                          <a:latin typeface="Courier New"/>
                          <a:cs typeface="Courier New"/>
                        </a:rPr>
                        <a:t>=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 marL="52069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200" spc="-50" dirty="0">
                          <a:latin typeface="Courier New"/>
                          <a:cs typeface="Courier New"/>
                        </a:rPr>
                        <a:t>y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3429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648" y="4628260"/>
            <a:ext cx="1644345" cy="1547025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3692270" y="4192142"/>
            <a:ext cx="655320" cy="458470"/>
          </a:xfrm>
          <a:custGeom>
            <a:avLst/>
            <a:gdLst/>
            <a:ahLst/>
            <a:cxnLst/>
            <a:rect l="l" t="t" r="r" b="b"/>
            <a:pathLst>
              <a:path w="655320" h="458470">
                <a:moveTo>
                  <a:pt x="0" y="457962"/>
                </a:moveTo>
                <a:lnTo>
                  <a:pt x="655320" y="457962"/>
                </a:lnTo>
                <a:lnTo>
                  <a:pt x="655320" y="0"/>
                </a:lnTo>
                <a:lnTo>
                  <a:pt x="0" y="0"/>
                </a:lnTo>
                <a:lnTo>
                  <a:pt x="0" y="457962"/>
                </a:lnTo>
                <a:close/>
              </a:path>
            </a:pathLst>
          </a:custGeom>
          <a:ln w="160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78074" y="3321939"/>
            <a:ext cx="4899659" cy="3224923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89932" y="5302897"/>
            <a:ext cx="533908" cy="346709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1841753" y="4184141"/>
            <a:ext cx="1735455" cy="700405"/>
            <a:chOff x="1841753" y="4184141"/>
            <a:chExt cx="1735455" cy="700405"/>
          </a:xfrm>
        </p:grpSpPr>
        <p:sp>
          <p:nvSpPr>
            <p:cNvPr id="15" name="object 15"/>
            <p:cNvSpPr/>
            <p:nvPr/>
          </p:nvSpPr>
          <p:spPr>
            <a:xfrm>
              <a:off x="2109596" y="4192142"/>
              <a:ext cx="1459230" cy="458470"/>
            </a:xfrm>
            <a:custGeom>
              <a:avLst/>
              <a:gdLst/>
              <a:ahLst/>
              <a:cxnLst/>
              <a:rect l="l" t="t" r="r" b="b"/>
              <a:pathLst>
                <a:path w="1459229" h="458470">
                  <a:moveTo>
                    <a:pt x="0" y="457962"/>
                  </a:moveTo>
                  <a:lnTo>
                    <a:pt x="1459230" y="457962"/>
                  </a:lnTo>
                  <a:lnTo>
                    <a:pt x="1459230" y="0"/>
                  </a:lnTo>
                  <a:lnTo>
                    <a:pt x="0" y="0"/>
                  </a:lnTo>
                  <a:lnTo>
                    <a:pt x="0" y="457962"/>
                  </a:lnTo>
                  <a:close/>
                </a:path>
              </a:pathLst>
            </a:custGeom>
            <a:ln w="1600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41753" y="4690490"/>
              <a:ext cx="226059" cy="193675"/>
            </a:xfrm>
            <a:prstGeom prst="rect">
              <a:avLst/>
            </a:prstGeom>
          </p:spPr>
        </p:pic>
      </p:grpSp>
      <p:sp>
        <p:nvSpPr>
          <p:cNvPr id="17" name="object 17"/>
          <p:cNvSpPr/>
          <p:nvPr/>
        </p:nvSpPr>
        <p:spPr>
          <a:xfrm>
            <a:off x="0" y="0"/>
            <a:ext cx="4231005" cy="287020"/>
          </a:xfrm>
          <a:custGeom>
            <a:avLst/>
            <a:gdLst/>
            <a:ahLst/>
            <a:cxnLst/>
            <a:rect l="l" t="t" r="r" b="b"/>
            <a:pathLst>
              <a:path w="4231005" h="287020">
                <a:moveTo>
                  <a:pt x="4182872" y="0"/>
                </a:moveTo>
                <a:lnTo>
                  <a:pt x="47752" y="0"/>
                </a:lnTo>
                <a:lnTo>
                  <a:pt x="29162" y="3746"/>
                </a:lnTo>
                <a:lnTo>
                  <a:pt x="13984" y="13969"/>
                </a:lnTo>
                <a:lnTo>
                  <a:pt x="3751" y="29146"/>
                </a:lnTo>
                <a:lnTo>
                  <a:pt x="0" y="47751"/>
                </a:lnTo>
                <a:lnTo>
                  <a:pt x="0" y="238759"/>
                </a:lnTo>
                <a:lnTo>
                  <a:pt x="3751" y="257365"/>
                </a:lnTo>
                <a:lnTo>
                  <a:pt x="13984" y="272541"/>
                </a:lnTo>
                <a:lnTo>
                  <a:pt x="29162" y="282765"/>
                </a:lnTo>
                <a:lnTo>
                  <a:pt x="47752" y="286511"/>
                </a:lnTo>
                <a:lnTo>
                  <a:pt x="4182872" y="286511"/>
                </a:lnTo>
                <a:lnTo>
                  <a:pt x="4201477" y="282765"/>
                </a:lnTo>
                <a:lnTo>
                  <a:pt x="4216654" y="272541"/>
                </a:lnTo>
                <a:lnTo>
                  <a:pt x="4226877" y="257365"/>
                </a:lnTo>
                <a:lnTo>
                  <a:pt x="4230624" y="238759"/>
                </a:lnTo>
                <a:lnTo>
                  <a:pt x="4230624" y="47751"/>
                </a:lnTo>
                <a:lnTo>
                  <a:pt x="4226877" y="29146"/>
                </a:lnTo>
                <a:lnTo>
                  <a:pt x="4216654" y="13969"/>
                </a:lnTo>
                <a:lnTo>
                  <a:pt x="4201477" y="3746"/>
                </a:lnTo>
                <a:lnTo>
                  <a:pt x="4182872" y="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913377" y="1"/>
            <a:ext cx="4231005" cy="287020"/>
          </a:xfrm>
          <a:custGeom>
            <a:avLst/>
            <a:gdLst/>
            <a:ahLst/>
            <a:cxnLst/>
            <a:rect l="l" t="t" r="r" b="b"/>
            <a:pathLst>
              <a:path w="4231005" h="287020">
                <a:moveTo>
                  <a:pt x="4182872" y="0"/>
                </a:moveTo>
                <a:lnTo>
                  <a:pt x="47751" y="0"/>
                </a:lnTo>
                <a:lnTo>
                  <a:pt x="29146" y="3746"/>
                </a:lnTo>
                <a:lnTo>
                  <a:pt x="13970" y="13970"/>
                </a:lnTo>
                <a:lnTo>
                  <a:pt x="3746" y="29146"/>
                </a:lnTo>
                <a:lnTo>
                  <a:pt x="0" y="47752"/>
                </a:lnTo>
                <a:lnTo>
                  <a:pt x="0" y="238760"/>
                </a:lnTo>
                <a:lnTo>
                  <a:pt x="3746" y="257365"/>
                </a:lnTo>
                <a:lnTo>
                  <a:pt x="13970" y="272542"/>
                </a:lnTo>
                <a:lnTo>
                  <a:pt x="29146" y="282765"/>
                </a:lnTo>
                <a:lnTo>
                  <a:pt x="47751" y="286512"/>
                </a:lnTo>
                <a:lnTo>
                  <a:pt x="4182872" y="286512"/>
                </a:lnTo>
                <a:lnTo>
                  <a:pt x="4201477" y="282765"/>
                </a:lnTo>
                <a:lnTo>
                  <a:pt x="4216654" y="272542"/>
                </a:lnTo>
                <a:lnTo>
                  <a:pt x="4226877" y="257365"/>
                </a:lnTo>
                <a:lnTo>
                  <a:pt x="4230624" y="238760"/>
                </a:lnTo>
                <a:lnTo>
                  <a:pt x="4230624" y="47752"/>
                </a:lnTo>
                <a:lnTo>
                  <a:pt x="4226877" y="29146"/>
                </a:lnTo>
                <a:lnTo>
                  <a:pt x="4216654" y="13970"/>
                </a:lnTo>
                <a:lnTo>
                  <a:pt x="4201477" y="3746"/>
                </a:lnTo>
                <a:lnTo>
                  <a:pt x="4182872" y="0"/>
                </a:lnTo>
                <a:close/>
              </a:path>
            </a:pathLst>
          </a:custGeom>
          <a:solidFill>
            <a:srgbClr val="BFC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026413" y="-21081"/>
            <a:ext cx="669988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317490" algn="l"/>
              </a:tabLst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Implementing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class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	Using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class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25" dirty="0"/>
              <a:t>81</a:t>
            </a:fld>
            <a:endParaRPr spc="-25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12700" marR="5080">
              <a:lnSpc>
                <a:spcPts val="4900"/>
              </a:lnSpc>
              <a:spcBef>
                <a:spcPts val="980"/>
              </a:spcBef>
            </a:pPr>
            <a:r>
              <a:rPr spc="-110" dirty="0"/>
              <a:t>ACTUALLY</a:t>
            </a:r>
            <a:r>
              <a:rPr spc="-120" dirty="0"/>
              <a:t> CREATING</a:t>
            </a:r>
            <a:r>
              <a:rPr spc="-130" dirty="0"/>
              <a:t> </a:t>
            </a:r>
            <a:r>
              <a:rPr spc="-25" dirty="0"/>
              <a:t>AN </a:t>
            </a:r>
            <a:r>
              <a:rPr spc="-110" dirty="0"/>
              <a:t>INSTANCE</a:t>
            </a:r>
            <a:r>
              <a:rPr spc="-140" dirty="0"/>
              <a:t> </a:t>
            </a:r>
            <a:r>
              <a:rPr dirty="0"/>
              <a:t>OF</a:t>
            </a:r>
            <a:r>
              <a:rPr spc="-135" dirty="0"/>
              <a:t> </a:t>
            </a:r>
            <a:r>
              <a:rPr dirty="0"/>
              <a:t>A</a:t>
            </a:r>
            <a:r>
              <a:rPr spc="-140" dirty="0"/>
              <a:t> </a:t>
            </a:r>
            <a:r>
              <a:rPr spc="-10" dirty="0"/>
              <a:t>CLASS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0259" y="2600705"/>
            <a:ext cx="53022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latin typeface="Courier New"/>
                <a:cs typeface="Courier New"/>
              </a:rPr>
              <a:t>c</a:t>
            </a:r>
            <a:r>
              <a:rPr sz="2200" spc="-10" dirty="0">
                <a:latin typeface="Courier New"/>
                <a:cs typeface="Courier New"/>
              </a:rPr>
              <a:t> </a:t>
            </a:r>
            <a:r>
              <a:rPr sz="2200" spc="-50" dirty="0">
                <a:latin typeface="Courier New"/>
                <a:cs typeface="Courier New"/>
              </a:rPr>
              <a:t>=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79601" y="2600325"/>
            <a:ext cx="5468620" cy="478155"/>
          </a:xfrm>
          <a:prstGeom prst="rect">
            <a:avLst/>
          </a:prstGeom>
          <a:ln w="16001">
            <a:solidFill>
              <a:srgbClr val="FF0000"/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115570">
              <a:lnSpc>
                <a:spcPct val="100000"/>
              </a:lnSpc>
              <a:spcBef>
                <a:spcPts val="105"/>
              </a:spcBef>
            </a:pPr>
            <a:r>
              <a:rPr sz="2200" spc="-10" dirty="0">
                <a:latin typeface="Courier New"/>
                <a:cs typeface="Courier New"/>
              </a:rPr>
              <a:t>Coordinate(3,4)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10259" y="2936290"/>
            <a:ext cx="4059554" cy="850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2900"/>
              </a:lnSpc>
              <a:spcBef>
                <a:spcPts val="100"/>
              </a:spcBef>
            </a:pPr>
            <a:r>
              <a:rPr sz="2200" dirty="0">
                <a:latin typeface="Courier New"/>
                <a:cs typeface="Courier New"/>
              </a:rPr>
              <a:t>origin</a:t>
            </a:r>
            <a:r>
              <a:rPr sz="2200" spc="-5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=</a:t>
            </a:r>
            <a:r>
              <a:rPr sz="2200" spc="-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Coordinate(0,0) print(c.x)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10259" y="3838175"/>
            <a:ext cx="7156450" cy="22599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10" dirty="0">
                <a:latin typeface="Courier New"/>
                <a:cs typeface="Courier New"/>
              </a:rPr>
              <a:t>print(origin.x)</a:t>
            </a:r>
            <a:endParaRPr sz="2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310"/>
              </a:spcBef>
            </a:pPr>
            <a:endParaRPr sz="2200">
              <a:latin typeface="Courier New"/>
              <a:cs typeface="Courier New"/>
            </a:endParaRPr>
          </a:p>
          <a:p>
            <a:pPr marL="104139" marR="398780" indent="-91440">
              <a:lnSpc>
                <a:spcPct val="70100"/>
              </a:lnSpc>
              <a:spcBef>
                <a:spcPts val="5"/>
              </a:spcBef>
              <a:buClr>
                <a:srgbClr val="585858"/>
              </a:buClr>
              <a:buFont typeface="Wingdings"/>
              <a:buChar char=""/>
              <a:tabLst>
                <a:tab pos="104139" algn="l"/>
                <a:tab pos="237490" algn="l"/>
              </a:tabLst>
            </a:pPr>
            <a:r>
              <a:rPr sz="2600" dirty="0">
                <a:latin typeface="Calibri"/>
                <a:cs typeface="Calibri"/>
              </a:rPr>
              <a:t>	data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attributes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instance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are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called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instance variables</a:t>
            </a:r>
            <a:endParaRPr sz="2600">
              <a:latin typeface="Calibri"/>
              <a:cs typeface="Calibri"/>
            </a:endParaRPr>
          </a:p>
          <a:p>
            <a:pPr marL="103505" marR="5080" indent="-91440">
              <a:lnSpc>
                <a:spcPct val="70000"/>
              </a:lnSpc>
              <a:spcBef>
                <a:spcPts val="1400"/>
              </a:spcBef>
              <a:buClr>
                <a:srgbClr val="585858"/>
              </a:buClr>
              <a:buFont typeface="Wingdings"/>
              <a:buChar char=""/>
              <a:tabLst>
                <a:tab pos="103505" algn="l"/>
                <a:tab pos="236854" algn="l"/>
              </a:tabLst>
            </a:pPr>
            <a:r>
              <a:rPr sz="2600" dirty="0">
                <a:latin typeface="Calibri"/>
                <a:cs typeface="Calibri"/>
              </a:rPr>
              <a:t>	don’t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provide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argument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ourier New"/>
                <a:cs typeface="Courier New"/>
              </a:rPr>
              <a:t>self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Python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does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this </a:t>
            </a:r>
            <a:r>
              <a:rPr sz="2600" spc="-10" dirty="0">
                <a:latin typeface="Calibri"/>
                <a:cs typeface="Calibri"/>
              </a:rPr>
              <a:t>automatically</a:t>
            </a:r>
            <a:endParaRPr sz="26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79970" y="2348992"/>
            <a:ext cx="1847595" cy="1889505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1808225" y="3390900"/>
            <a:ext cx="4832985" cy="1386840"/>
            <a:chOff x="1808225" y="3390900"/>
            <a:chExt cx="4832985" cy="1386840"/>
          </a:xfrm>
        </p:grpSpPr>
        <p:sp>
          <p:nvSpPr>
            <p:cNvPr id="9" name="object 9"/>
            <p:cNvSpPr/>
            <p:nvPr/>
          </p:nvSpPr>
          <p:spPr>
            <a:xfrm>
              <a:off x="1816226" y="3398900"/>
              <a:ext cx="3510279" cy="477520"/>
            </a:xfrm>
            <a:custGeom>
              <a:avLst/>
              <a:gdLst/>
              <a:ahLst/>
              <a:cxnLst/>
              <a:rect l="l" t="t" r="r" b="b"/>
              <a:pathLst>
                <a:path w="3510279" h="477520">
                  <a:moveTo>
                    <a:pt x="0" y="477012"/>
                  </a:moveTo>
                  <a:lnTo>
                    <a:pt x="3509772" y="477012"/>
                  </a:lnTo>
                  <a:lnTo>
                    <a:pt x="3509772" y="0"/>
                  </a:lnTo>
                  <a:lnTo>
                    <a:pt x="0" y="0"/>
                  </a:lnTo>
                  <a:lnTo>
                    <a:pt x="0" y="477012"/>
                  </a:lnTo>
                  <a:close/>
                </a:path>
              </a:pathLst>
            </a:custGeom>
            <a:ln w="1600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42077" y="3639438"/>
              <a:ext cx="1698752" cy="1137793"/>
            </a:xfrm>
            <a:prstGeom prst="rect">
              <a:avLst/>
            </a:prstGeom>
          </p:spPr>
        </p:pic>
      </p:grpSp>
      <p:sp>
        <p:nvSpPr>
          <p:cNvPr id="11" name="object 11"/>
          <p:cNvSpPr/>
          <p:nvPr/>
        </p:nvSpPr>
        <p:spPr>
          <a:xfrm>
            <a:off x="-1" y="1"/>
            <a:ext cx="4231005" cy="287020"/>
          </a:xfrm>
          <a:custGeom>
            <a:avLst/>
            <a:gdLst/>
            <a:ahLst/>
            <a:cxnLst/>
            <a:rect l="l" t="t" r="r" b="b"/>
            <a:pathLst>
              <a:path w="4231005" h="287020">
                <a:moveTo>
                  <a:pt x="4182872" y="0"/>
                </a:moveTo>
                <a:lnTo>
                  <a:pt x="47751" y="0"/>
                </a:lnTo>
                <a:lnTo>
                  <a:pt x="29162" y="3746"/>
                </a:lnTo>
                <a:lnTo>
                  <a:pt x="13984" y="13970"/>
                </a:lnTo>
                <a:lnTo>
                  <a:pt x="3751" y="29146"/>
                </a:lnTo>
                <a:lnTo>
                  <a:pt x="0" y="47752"/>
                </a:lnTo>
                <a:lnTo>
                  <a:pt x="0" y="238760"/>
                </a:lnTo>
                <a:lnTo>
                  <a:pt x="3751" y="257365"/>
                </a:lnTo>
                <a:lnTo>
                  <a:pt x="13984" y="272542"/>
                </a:lnTo>
                <a:lnTo>
                  <a:pt x="29162" y="282765"/>
                </a:lnTo>
                <a:lnTo>
                  <a:pt x="47751" y="286512"/>
                </a:lnTo>
                <a:lnTo>
                  <a:pt x="4182872" y="286512"/>
                </a:lnTo>
                <a:lnTo>
                  <a:pt x="4201477" y="282765"/>
                </a:lnTo>
                <a:lnTo>
                  <a:pt x="4216654" y="272542"/>
                </a:lnTo>
                <a:lnTo>
                  <a:pt x="4226877" y="257365"/>
                </a:lnTo>
                <a:lnTo>
                  <a:pt x="4230624" y="238760"/>
                </a:lnTo>
                <a:lnTo>
                  <a:pt x="4230624" y="47752"/>
                </a:lnTo>
                <a:lnTo>
                  <a:pt x="4226877" y="29146"/>
                </a:lnTo>
                <a:lnTo>
                  <a:pt x="4216654" y="13970"/>
                </a:lnTo>
                <a:lnTo>
                  <a:pt x="4201477" y="3746"/>
                </a:lnTo>
                <a:lnTo>
                  <a:pt x="4182872" y="0"/>
                </a:lnTo>
                <a:close/>
              </a:path>
            </a:pathLst>
          </a:custGeom>
          <a:solidFill>
            <a:srgbClr val="BFC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913376" y="0"/>
            <a:ext cx="4231005" cy="287020"/>
          </a:xfrm>
          <a:custGeom>
            <a:avLst/>
            <a:gdLst/>
            <a:ahLst/>
            <a:cxnLst/>
            <a:rect l="l" t="t" r="r" b="b"/>
            <a:pathLst>
              <a:path w="4231005" h="287020">
                <a:moveTo>
                  <a:pt x="4182872" y="0"/>
                </a:moveTo>
                <a:lnTo>
                  <a:pt x="47752" y="0"/>
                </a:lnTo>
                <a:lnTo>
                  <a:pt x="29146" y="3746"/>
                </a:lnTo>
                <a:lnTo>
                  <a:pt x="13970" y="13969"/>
                </a:lnTo>
                <a:lnTo>
                  <a:pt x="3746" y="29146"/>
                </a:lnTo>
                <a:lnTo>
                  <a:pt x="0" y="47751"/>
                </a:lnTo>
                <a:lnTo>
                  <a:pt x="0" y="238759"/>
                </a:lnTo>
                <a:lnTo>
                  <a:pt x="3746" y="257365"/>
                </a:lnTo>
                <a:lnTo>
                  <a:pt x="13970" y="272541"/>
                </a:lnTo>
                <a:lnTo>
                  <a:pt x="29146" y="282765"/>
                </a:lnTo>
                <a:lnTo>
                  <a:pt x="47752" y="286511"/>
                </a:lnTo>
                <a:lnTo>
                  <a:pt x="4182872" y="286511"/>
                </a:lnTo>
                <a:lnTo>
                  <a:pt x="4201477" y="282765"/>
                </a:lnTo>
                <a:lnTo>
                  <a:pt x="4216654" y="272541"/>
                </a:lnTo>
                <a:lnTo>
                  <a:pt x="4226877" y="257365"/>
                </a:lnTo>
                <a:lnTo>
                  <a:pt x="4230624" y="238759"/>
                </a:lnTo>
                <a:lnTo>
                  <a:pt x="4230624" y="47751"/>
                </a:lnTo>
                <a:lnTo>
                  <a:pt x="4226877" y="29146"/>
                </a:lnTo>
                <a:lnTo>
                  <a:pt x="4216654" y="13969"/>
                </a:lnTo>
                <a:lnTo>
                  <a:pt x="4201477" y="3746"/>
                </a:lnTo>
                <a:lnTo>
                  <a:pt x="4182872" y="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026413" y="-21081"/>
            <a:ext cx="669988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317490" algn="l"/>
              </a:tabLst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Implementing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class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	Using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class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25" dirty="0"/>
              <a:t>82</a:t>
            </a:fld>
            <a:endParaRPr spc="-25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50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5" dirty="0"/>
              <a:t>WHAT</a:t>
            </a:r>
            <a:r>
              <a:rPr spc="-130" dirty="0"/>
              <a:t> </a:t>
            </a:r>
            <a:r>
              <a:rPr dirty="0"/>
              <a:t>IS</a:t>
            </a:r>
            <a:r>
              <a:rPr spc="-125" dirty="0"/>
              <a:t> </a:t>
            </a:r>
            <a:r>
              <a:rPr dirty="0"/>
              <a:t>A</a:t>
            </a:r>
            <a:r>
              <a:rPr spc="-130" dirty="0"/>
              <a:t> </a:t>
            </a:r>
            <a:r>
              <a:rPr spc="-30" dirty="0"/>
              <a:t>METHOD?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25" dirty="0"/>
              <a:t>83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810259" y="1818385"/>
            <a:ext cx="7431405" cy="3369310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04139" marR="196850" indent="-91440">
              <a:lnSpc>
                <a:spcPts val="2810"/>
              </a:lnSpc>
              <a:spcBef>
                <a:spcPts val="450"/>
              </a:spcBef>
              <a:buClr>
                <a:srgbClr val="585858"/>
              </a:buClr>
              <a:buFont typeface="Wingdings"/>
              <a:buChar char=""/>
              <a:tabLst>
                <a:tab pos="104139" algn="l"/>
                <a:tab pos="237490" algn="l"/>
              </a:tabLst>
            </a:pPr>
            <a:r>
              <a:rPr sz="2600" dirty="0">
                <a:latin typeface="Calibri"/>
                <a:cs typeface="Calibri"/>
              </a:rPr>
              <a:t>	procedural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attribute,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like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function</a:t>
            </a:r>
            <a:r>
              <a:rPr sz="2600" b="1" spc="-8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that</a:t>
            </a:r>
            <a:r>
              <a:rPr sz="2600" b="1" spc="-8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works</a:t>
            </a:r>
            <a:r>
              <a:rPr sz="2600" b="1" spc="-9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spc="-20" dirty="0">
                <a:solidFill>
                  <a:srgbClr val="C00000"/>
                </a:solidFill>
                <a:latin typeface="Calibri"/>
                <a:cs typeface="Calibri"/>
              </a:rPr>
              <a:t>only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with</a:t>
            </a:r>
            <a:r>
              <a:rPr sz="2600" b="1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this</a:t>
            </a:r>
            <a:r>
              <a:rPr sz="2600" b="1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class</a:t>
            </a:r>
            <a:endParaRPr sz="2600">
              <a:latin typeface="Calibri"/>
              <a:cs typeface="Calibri"/>
            </a:endParaRPr>
          </a:p>
          <a:p>
            <a:pPr marL="237490" indent="-224790">
              <a:lnSpc>
                <a:spcPct val="100000"/>
              </a:lnSpc>
              <a:spcBef>
                <a:spcPts val="1045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sz="2600" dirty="0">
                <a:latin typeface="Calibri"/>
                <a:cs typeface="Calibri"/>
              </a:rPr>
              <a:t>Python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always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passes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object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first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argument</a:t>
            </a:r>
            <a:endParaRPr sz="2600">
              <a:latin typeface="Calibri"/>
              <a:cs typeface="Calibri"/>
            </a:endParaRPr>
          </a:p>
          <a:p>
            <a:pPr marL="396240" marR="755650" lvl="1" indent="-182880">
              <a:lnSpc>
                <a:spcPts val="2570"/>
              </a:lnSpc>
              <a:spcBef>
                <a:spcPts val="484"/>
              </a:spcBef>
              <a:buChar char="•"/>
              <a:tabLst>
                <a:tab pos="396240" algn="l"/>
                <a:tab pos="464820" algn="l"/>
              </a:tabLst>
            </a:pPr>
            <a:r>
              <a:rPr sz="2400" dirty="0">
                <a:solidFill>
                  <a:srgbClr val="585858"/>
                </a:solidFill>
                <a:latin typeface="Arial MT"/>
                <a:cs typeface="Arial MT"/>
              </a:rPr>
              <a:t>	</a:t>
            </a:r>
            <a:r>
              <a:rPr sz="2400" spc="-10" dirty="0">
                <a:latin typeface="Calibri"/>
                <a:cs typeface="Calibri"/>
              </a:rPr>
              <a:t>convention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C00000"/>
                </a:solidFill>
                <a:latin typeface="Courier New"/>
                <a:cs typeface="Courier New"/>
              </a:rPr>
              <a:t>self</a:t>
            </a:r>
            <a:r>
              <a:rPr sz="2400" b="1" spc="-91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name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first </a:t>
            </a:r>
            <a:r>
              <a:rPr sz="2400" dirty="0">
                <a:latin typeface="Calibri"/>
                <a:cs typeface="Calibri"/>
              </a:rPr>
              <a:t>argument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methods</a:t>
            </a:r>
            <a:endParaRPr sz="2400">
              <a:latin typeface="Calibri"/>
              <a:cs typeface="Calibri"/>
            </a:endParaRPr>
          </a:p>
          <a:p>
            <a:pPr marL="237490" indent="-224790">
              <a:lnSpc>
                <a:spcPct val="100000"/>
              </a:lnSpc>
              <a:spcBef>
                <a:spcPts val="1245"/>
              </a:spcBef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sz="2600" dirty="0">
                <a:latin typeface="Calibri"/>
                <a:cs typeface="Calibri"/>
              </a:rPr>
              <a:t>the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“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.</a:t>
            </a:r>
            <a:r>
              <a:rPr sz="2600" dirty="0">
                <a:latin typeface="Calibri"/>
                <a:cs typeface="Calibri"/>
              </a:rPr>
              <a:t>”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operator</a:t>
            </a:r>
            <a:r>
              <a:rPr sz="2600" b="1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used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access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any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attribute</a:t>
            </a:r>
            <a:endParaRPr sz="2600">
              <a:latin typeface="Calibri"/>
              <a:cs typeface="Calibri"/>
            </a:endParaRPr>
          </a:p>
          <a:p>
            <a:pPr marL="464820" lvl="1" indent="-251460">
              <a:lnSpc>
                <a:spcPct val="100000"/>
              </a:lnSpc>
              <a:spcBef>
                <a:spcPts val="130"/>
              </a:spcBef>
              <a:buClr>
                <a:srgbClr val="585858"/>
              </a:buClr>
              <a:buFont typeface="Arial MT"/>
              <a:buChar char="•"/>
              <a:tabLst>
                <a:tab pos="464820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attribute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object</a:t>
            </a:r>
            <a:endParaRPr sz="2400">
              <a:latin typeface="Calibri"/>
              <a:cs typeface="Calibri"/>
            </a:endParaRPr>
          </a:p>
          <a:p>
            <a:pPr marL="464820" lvl="1" indent="-251460">
              <a:lnSpc>
                <a:spcPct val="100000"/>
              </a:lnSpc>
              <a:spcBef>
                <a:spcPts val="310"/>
              </a:spcBef>
              <a:buClr>
                <a:srgbClr val="585858"/>
              </a:buClr>
              <a:buFont typeface="Arial MT"/>
              <a:buChar char="•"/>
              <a:tabLst>
                <a:tab pos="464820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method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object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5330"/>
              </a:lnSpc>
              <a:spcBef>
                <a:spcPts val="100"/>
              </a:spcBef>
            </a:pPr>
            <a:r>
              <a:rPr spc="-45" dirty="0"/>
              <a:t>DEFINE</a:t>
            </a:r>
            <a:r>
              <a:rPr spc="-195" dirty="0"/>
              <a:t> </a:t>
            </a:r>
            <a:r>
              <a:rPr dirty="0"/>
              <a:t>A</a:t>
            </a:r>
            <a:r>
              <a:rPr spc="-195" dirty="0"/>
              <a:t> </a:t>
            </a:r>
            <a:r>
              <a:rPr spc="-30" dirty="0"/>
              <a:t>METHOD</a:t>
            </a:r>
            <a:r>
              <a:rPr spc="-200" dirty="0"/>
              <a:t> </a:t>
            </a:r>
            <a:r>
              <a:rPr spc="-10" dirty="0"/>
              <a:t>FOR</a:t>
            </a:r>
            <a:r>
              <a:rPr spc="-204" dirty="0"/>
              <a:t> </a:t>
            </a:r>
            <a:r>
              <a:rPr spc="-25" dirty="0"/>
              <a:t>THE</a:t>
            </a:r>
          </a:p>
          <a:p>
            <a:pPr marL="12700">
              <a:lnSpc>
                <a:spcPts val="5330"/>
              </a:lnSpc>
            </a:pPr>
            <a:r>
              <a:rPr spc="-55" dirty="0">
                <a:latin typeface="Courier New"/>
                <a:cs typeface="Courier New"/>
              </a:rPr>
              <a:t>Coordinate</a:t>
            </a:r>
            <a:r>
              <a:rPr spc="-1875" dirty="0">
                <a:latin typeface="Courier New"/>
                <a:cs typeface="Courier New"/>
              </a:rPr>
              <a:t> </a:t>
            </a:r>
            <a:r>
              <a:rPr spc="-10" dirty="0"/>
              <a:t>CLASS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0259" y="2226909"/>
            <a:ext cx="7833995" cy="421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22300" marR="3391535" indent="-610235">
              <a:lnSpc>
                <a:spcPct val="130000"/>
              </a:lnSpc>
              <a:spcBef>
                <a:spcPts val="100"/>
              </a:spcBef>
            </a:pPr>
            <a:r>
              <a:rPr sz="2000" dirty="0">
                <a:latin typeface="Courier New"/>
                <a:cs typeface="Courier New"/>
              </a:rPr>
              <a:t>class</a:t>
            </a:r>
            <a:r>
              <a:rPr sz="2000" spc="-6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Coordinate(object):</a:t>
            </a:r>
            <a:r>
              <a:rPr sz="2000" spc="50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def</a:t>
            </a:r>
            <a:r>
              <a:rPr sz="2000" spc="-30" dirty="0">
                <a:latin typeface="Courier New"/>
                <a:cs typeface="Courier New"/>
              </a:rPr>
              <a:t> </a:t>
            </a:r>
            <a:r>
              <a:rPr sz="2000" u="sng" spc="-3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 </a:t>
            </a:r>
            <a:r>
              <a:rPr sz="2000" dirty="0">
                <a:latin typeface="Courier New"/>
                <a:cs typeface="Courier New"/>
              </a:rPr>
              <a:t>init</a:t>
            </a:r>
            <a:r>
              <a:rPr sz="2000" u="sng" spc="-3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 </a:t>
            </a:r>
            <a:r>
              <a:rPr sz="2000" dirty="0">
                <a:latin typeface="Courier New"/>
                <a:cs typeface="Courier New"/>
              </a:rPr>
              <a:t>(self,</a:t>
            </a:r>
            <a:r>
              <a:rPr sz="2000" spc="-2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x,</a:t>
            </a:r>
            <a:r>
              <a:rPr sz="2000" spc="-25" dirty="0">
                <a:latin typeface="Courier New"/>
                <a:cs typeface="Courier New"/>
              </a:rPr>
              <a:t> y):</a:t>
            </a:r>
            <a:endParaRPr sz="2000">
              <a:latin typeface="Courier New"/>
              <a:cs typeface="Courier New"/>
            </a:endParaRPr>
          </a:p>
          <a:p>
            <a:pPr marL="1231900" marR="5069840">
              <a:lnSpc>
                <a:spcPct val="130000"/>
              </a:lnSpc>
            </a:pPr>
            <a:r>
              <a:rPr sz="2000" dirty="0">
                <a:latin typeface="Courier New"/>
                <a:cs typeface="Courier New"/>
              </a:rPr>
              <a:t>self.x</a:t>
            </a:r>
            <a:r>
              <a:rPr sz="2000" spc="-5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=</a:t>
            </a:r>
            <a:r>
              <a:rPr sz="2000" spc="-40" dirty="0">
                <a:latin typeface="Courier New"/>
                <a:cs typeface="Courier New"/>
              </a:rPr>
              <a:t> </a:t>
            </a:r>
            <a:r>
              <a:rPr sz="2000" spc="-50" dirty="0">
                <a:latin typeface="Courier New"/>
                <a:cs typeface="Courier New"/>
              </a:rPr>
              <a:t>x </a:t>
            </a:r>
            <a:r>
              <a:rPr sz="2000" dirty="0">
                <a:latin typeface="Courier New"/>
                <a:cs typeface="Courier New"/>
              </a:rPr>
              <a:t>self.y</a:t>
            </a:r>
            <a:r>
              <a:rPr sz="2000" spc="-5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=</a:t>
            </a:r>
            <a:r>
              <a:rPr sz="2000" spc="-40" dirty="0">
                <a:latin typeface="Courier New"/>
                <a:cs typeface="Courier New"/>
              </a:rPr>
              <a:t> </a:t>
            </a:r>
            <a:r>
              <a:rPr sz="2000" spc="-50" dirty="0">
                <a:latin typeface="Courier New"/>
                <a:cs typeface="Courier New"/>
              </a:rPr>
              <a:t>y</a:t>
            </a:r>
            <a:endParaRPr sz="2000">
              <a:latin typeface="Courier New"/>
              <a:cs typeface="Courier New"/>
            </a:endParaRPr>
          </a:p>
          <a:p>
            <a:pPr marL="1231900" marR="1869439" indent="-610235">
              <a:lnSpc>
                <a:spcPct val="129900"/>
              </a:lnSpc>
              <a:spcBef>
                <a:spcPts val="5"/>
              </a:spcBef>
            </a:pPr>
            <a:r>
              <a:rPr sz="2000" dirty="0">
                <a:latin typeface="Courier New"/>
                <a:cs typeface="Courier New"/>
              </a:rPr>
              <a:t>def</a:t>
            </a:r>
            <a:r>
              <a:rPr sz="2000" spc="-11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distance(self,</a:t>
            </a:r>
            <a:r>
              <a:rPr sz="2000" spc="-10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other): </a:t>
            </a:r>
            <a:r>
              <a:rPr sz="2000" dirty="0">
                <a:latin typeface="Courier New"/>
                <a:cs typeface="Courier New"/>
              </a:rPr>
              <a:t>x_diff_sq</a:t>
            </a:r>
            <a:r>
              <a:rPr sz="2000" spc="-4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=</a:t>
            </a:r>
            <a:r>
              <a:rPr sz="2000" spc="-3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(self.x-</a:t>
            </a:r>
            <a:r>
              <a:rPr sz="2000" spc="-10" dirty="0">
                <a:latin typeface="Courier New"/>
                <a:cs typeface="Courier New"/>
              </a:rPr>
              <a:t>other.x)**2 </a:t>
            </a:r>
            <a:r>
              <a:rPr sz="2000" dirty="0">
                <a:latin typeface="Courier New"/>
                <a:cs typeface="Courier New"/>
              </a:rPr>
              <a:t>y_diff_sq</a:t>
            </a:r>
            <a:r>
              <a:rPr sz="2000" spc="-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=</a:t>
            </a:r>
            <a:r>
              <a:rPr sz="2000" spc="-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(self.y-other.y)**2</a:t>
            </a:r>
            <a:endParaRPr sz="2000">
              <a:latin typeface="Courier New"/>
              <a:cs typeface="Courier New"/>
            </a:endParaRPr>
          </a:p>
          <a:p>
            <a:pPr marL="1231900">
              <a:lnSpc>
                <a:spcPct val="100000"/>
              </a:lnSpc>
              <a:spcBef>
                <a:spcPts val="720"/>
              </a:spcBef>
            </a:pPr>
            <a:r>
              <a:rPr sz="2000" dirty="0">
                <a:latin typeface="Courier New"/>
                <a:cs typeface="Courier New"/>
              </a:rPr>
              <a:t>return</a:t>
            </a:r>
            <a:r>
              <a:rPr sz="2000" spc="-7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(x_diff_sq</a:t>
            </a:r>
            <a:r>
              <a:rPr sz="2000" spc="-8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+</a:t>
            </a:r>
            <a:r>
              <a:rPr sz="2000" spc="-6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y_diff_sq)**0.5</a:t>
            </a:r>
            <a:endParaRPr sz="2000">
              <a:latin typeface="Courier New"/>
              <a:cs typeface="Courier New"/>
            </a:endParaRPr>
          </a:p>
          <a:p>
            <a:pPr marL="103505" marR="5080" indent="-91440">
              <a:lnSpc>
                <a:spcPts val="4060"/>
              </a:lnSpc>
              <a:buClr>
                <a:srgbClr val="585858"/>
              </a:buClr>
              <a:buFont typeface="Wingdings"/>
              <a:buChar char=""/>
              <a:tabLst>
                <a:tab pos="103505" algn="l"/>
                <a:tab pos="236854" algn="l"/>
              </a:tabLst>
            </a:pPr>
            <a:r>
              <a:rPr sz="2600" dirty="0">
                <a:latin typeface="Calibri"/>
                <a:cs typeface="Calibri"/>
              </a:rPr>
              <a:t>	other</a:t>
            </a:r>
            <a:r>
              <a:rPr sz="2600" spc="-1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than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25" dirty="0">
                <a:latin typeface="Courier New"/>
                <a:cs typeface="Courier New"/>
              </a:rPr>
              <a:t>self</a:t>
            </a:r>
            <a:r>
              <a:rPr sz="2600" spc="-965" dirty="0">
                <a:latin typeface="Courier New"/>
                <a:cs typeface="Courier New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dot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notation,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methods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behave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just </a:t>
            </a:r>
            <a:r>
              <a:rPr sz="2600" dirty="0">
                <a:latin typeface="Calibri"/>
                <a:cs typeface="Calibri"/>
              </a:rPr>
              <a:t>like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functions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(take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params,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operations,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return)</a:t>
            </a:r>
            <a:endParaRPr sz="26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410711" y="2525395"/>
            <a:ext cx="5324475" cy="1758314"/>
            <a:chOff x="3410711" y="2525395"/>
            <a:chExt cx="5324475" cy="1758314"/>
          </a:xfrm>
        </p:grpSpPr>
        <p:sp>
          <p:nvSpPr>
            <p:cNvPr id="5" name="object 5"/>
            <p:cNvSpPr/>
            <p:nvPr/>
          </p:nvSpPr>
          <p:spPr>
            <a:xfrm>
              <a:off x="3418712" y="3904869"/>
              <a:ext cx="623570" cy="363855"/>
            </a:xfrm>
            <a:custGeom>
              <a:avLst/>
              <a:gdLst/>
              <a:ahLst/>
              <a:cxnLst/>
              <a:rect l="l" t="t" r="r" b="b"/>
              <a:pathLst>
                <a:path w="623570" h="363854">
                  <a:moveTo>
                    <a:pt x="0" y="363474"/>
                  </a:moveTo>
                  <a:lnTo>
                    <a:pt x="623316" y="363474"/>
                  </a:lnTo>
                  <a:lnTo>
                    <a:pt x="623316" y="0"/>
                  </a:lnTo>
                  <a:lnTo>
                    <a:pt x="0" y="0"/>
                  </a:lnTo>
                  <a:lnTo>
                    <a:pt x="0" y="363474"/>
                  </a:lnTo>
                  <a:close/>
                </a:path>
              </a:pathLst>
            </a:custGeom>
            <a:ln w="1600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270628" y="3911727"/>
              <a:ext cx="834390" cy="363855"/>
            </a:xfrm>
            <a:custGeom>
              <a:avLst/>
              <a:gdLst/>
              <a:ahLst/>
              <a:cxnLst/>
              <a:rect l="l" t="t" r="r" b="b"/>
              <a:pathLst>
                <a:path w="834389" h="363854">
                  <a:moveTo>
                    <a:pt x="0" y="363473"/>
                  </a:moveTo>
                  <a:lnTo>
                    <a:pt x="834390" y="363473"/>
                  </a:lnTo>
                  <a:lnTo>
                    <a:pt x="834390" y="0"/>
                  </a:lnTo>
                  <a:lnTo>
                    <a:pt x="0" y="0"/>
                  </a:lnTo>
                  <a:lnTo>
                    <a:pt x="0" y="363473"/>
                  </a:lnTo>
                  <a:close/>
                </a:path>
              </a:pathLst>
            </a:custGeom>
            <a:ln w="1600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10532" y="2525395"/>
              <a:ext cx="4724653" cy="1733549"/>
            </a:xfrm>
            <a:prstGeom prst="rect">
              <a:avLst/>
            </a:prstGeom>
          </p:spPr>
        </p:pic>
      </p:grpSp>
      <p:sp>
        <p:nvSpPr>
          <p:cNvPr id="8" name="object 8"/>
          <p:cNvSpPr/>
          <p:nvPr/>
        </p:nvSpPr>
        <p:spPr>
          <a:xfrm>
            <a:off x="4661535" y="4342257"/>
            <a:ext cx="319405" cy="363855"/>
          </a:xfrm>
          <a:custGeom>
            <a:avLst/>
            <a:gdLst/>
            <a:ahLst/>
            <a:cxnLst/>
            <a:rect l="l" t="t" r="r" b="b"/>
            <a:pathLst>
              <a:path w="319404" h="363854">
                <a:moveTo>
                  <a:pt x="0" y="363474"/>
                </a:moveTo>
                <a:lnTo>
                  <a:pt x="319278" y="363474"/>
                </a:lnTo>
                <a:lnTo>
                  <a:pt x="319278" y="0"/>
                </a:lnTo>
                <a:lnTo>
                  <a:pt x="0" y="0"/>
                </a:lnTo>
                <a:lnTo>
                  <a:pt x="0" y="363474"/>
                </a:lnTo>
                <a:close/>
              </a:path>
            </a:pathLst>
          </a:custGeom>
          <a:ln w="160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0" y="0"/>
            <a:ext cx="4231005" cy="287020"/>
          </a:xfrm>
          <a:custGeom>
            <a:avLst/>
            <a:gdLst/>
            <a:ahLst/>
            <a:cxnLst/>
            <a:rect l="l" t="t" r="r" b="b"/>
            <a:pathLst>
              <a:path w="4231005" h="287020">
                <a:moveTo>
                  <a:pt x="4182872" y="0"/>
                </a:moveTo>
                <a:lnTo>
                  <a:pt x="47752" y="0"/>
                </a:lnTo>
                <a:lnTo>
                  <a:pt x="29162" y="3746"/>
                </a:lnTo>
                <a:lnTo>
                  <a:pt x="13984" y="13969"/>
                </a:lnTo>
                <a:lnTo>
                  <a:pt x="3751" y="29146"/>
                </a:lnTo>
                <a:lnTo>
                  <a:pt x="0" y="47751"/>
                </a:lnTo>
                <a:lnTo>
                  <a:pt x="0" y="238759"/>
                </a:lnTo>
                <a:lnTo>
                  <a:pt x="3751" y="257365"/>
                </a:lnTo>
                <a:lnTo>
                  <a:pt x="13984" y="272541"/>
                </a:lnTo>
                <a:lnTo>
                  <a:pt x="29162" y="282765"/>
                </a:lnTo>
                <a:lnTo>
                  <a:pt x="47752" y="286511"/>
                </a:lnTo>
                <a:lnTo>
                  <a:pt x="4182872" y="286511"/>
                </a:lnTo>
                <a:lnTo>
                  <a:pt x="4201477" y="282765"/>
                </a:lnTo>
                <a:lnTo>
                  <a:pt x="4216654" y="272541"/>
                </a:lnTo>
                <a:lnTo>
                  <a:pt x="4226877" y="257365"/>
                </a:lnTo>
                <a:lnTo>
                  <a:pt x="4230624" y="238759"/>
                </a:lnTo>
                <a:lnTo>
                  <a:pt x="4230624" y="47751"/>
                </a:lnTo>
                <a:lnTo>
                  <a:pt x="4226877" y="29146"/>
                </a:lnTo>
                <a:lnTo>
                  <a:pt x="4216654" y="13969"/>
                </a:lnTo>
                <a:lnTo>
                  <a:pt x="4201477" y="3746"/>
                </a:lnTo>
                <a:lnTo>
                  <a:pt x="4182872" y="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913377" y="1"/>
            <a:ext cx="4231005" cy="287020"/>
          </a:xfrm>
          <a:custGeom>
            <a:avLst/>
            <a:gdLst/>
            <a:ahLst/>
            <a:cxnLst/>
            <a:rect l="l" t="t" r="r" b="b"/>
            <a:pathLst>
              <a:path w="4231005" h="287020">
                <a:moveTo>
                  <a:pt x="4182872" y="0"/>
                </a:moveTo>
                <a:lnTo>
                  <a:pt x="47751" y="0"/>
                </a:lnTo>
                <a:lnTo>
                  <a:pt x="29146" y="3746"/>
                </a:lnTo>
                <a:lnTo>
                  <a:pt x="13970" y="13970"/>
                </a:lnTo>
                <a:lnTo>
                  <a:pt x="3746" y="29146"/>
                </a:lnTo>
                <a:lnTo>
                  <a:pt x="0" y="47752"/>
                </a:lnTo>
                <a:lnTo>
                  <a:pt x="0" y="238760"/>
                </a:lnTo>
                <a:lnTo>
                  <a:pt x="3746" y="257365"/>
                </a:lnTo>
                <a:lnTo>
                  <a:pt x="13970" y="272542"/>
                </a:lnTo>
                <a:lnTo>
                  <a:pt x="29146" y="282765"/>
                </a:lnTo>
                <a:lnTo>
                  <a:pt x="47751" y="286512"/>
                </a:lnTo>
                <a:lnTo>
                  <a:pt x="4182872" y="286512"/>
                </a:lnTo>
                <a:lnTo>
                  <a:pt x="4201477" y="282765"/>
                </a:lnTo>
                <a:lnTo>
                  <a:pt x="4216654" y="272542"/>
                </a:lnTo>
                <a:lnTo>
                  <a:pt x="4226877" y="257365"/>
                </a:lnTo>
                <a:lnTo>
                  <a:pt x="4230624" y="238760"/>
                </a:lnTo>
                <a:lnTo>
                  <a:pt x="4230624" y="47752"/>
                </a:lnTo>
                <a:lnTo>
                  <a:pt x="4226877" y="29146"/>
                </a:lnTo>
                <a:lnTo>
                  <a:pt x="4216654" y="13970"/>
                </a:lnTo>
                <a:lnTo>
                  <a:pt x="4201477" y="3746"/>
                </a:lnTo>
                <a:lnTo>
                  <a:pt x="4182872" y="0"/>
                </a:lnTo>
                <a:close/>
              </a:path>
            </a:pathLst>
          </a:custGeom>
          <a:solidFill>
            <a:srgbClr val="BFC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026413" y="-21081"/>
            <a:ext cx="669988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317490" algn="l"/>
              </a:tabLst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Implementing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class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	Using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class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25" dirty="0"/>
              <a:t>84</a:t>
            </a:fld>
            <a:endParaRPr spc="-25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850646"/>
            <a:ext cx="600011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HOW</a:t>
            </a:r>
            <a:r>
              <a:rPr spc="-210" dirty="0"/>
              <a:t> </a:t>
            </a:r>
            <a:r>
              <a:rPr spc="-50" dirty="0"/>
              <a:t>TO</a:t>
            </a:r>
            <a:r>
              <a:rPr spc="-215" dirty="0"/>
              <a:t> </a:t>
            </a:r>
            <a:r>
              <a:rPr dirty="0"/>
              <a:t>USE</a:t>
            </a:r>
            <a:r>
              <a:rPr spc="-200" dirty="0"/>
              <a:t> </a:t>
            </a:r>
            <a:r>
              <a:rPr dirty="0"/>
              <a:t>A</a:t>
            </a:r>
            <a:r>
              <a:rPr spc="-210" dirty="0"/>
              <a:t> </a:t>
            </a:r>
            <a:r>
              <a:rPr spc="-30" dirty="0"/>
              <a:t>METHOD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3364" y="1842897"/>
            <a:ext cx="4198620" cy="764540"/>
          </a:xfrm>
          <a:prstGeom prst="rect">
            <a:avLst/>
          </a:prstGeom>
          <a:ln w="16001">
            <a:solidFill>
              <a:srgbClr val="FF0000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15"/>
              </a:spcBef>
            </a:pPr>
            <a:r>
              <a:rPr sz="2000" dirty="0">
                <a:latin typeface="Courier New"/>
                <a:cs typeface="Courier New"/>
              </a:rPr>
              <a:t>def</a:t>
            </a:r>
            <a:r>
              <a:rPr sz="2000" spc="-5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distance(self,</a:t>
            </a:r>
            <a:r>
              <a:rPr sz="2000" spc="-4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other):</a:t>
            </a:r>
            <a:endParaRPr sz="2000">
              <a:latin typeface="Courier New"/>
              <a:cs typeface="Courier New"/>
            </a:endParaRPr>
          </a:p>
          <a:p>
            <a:pPr marL="701675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#</a:t>
            </a:r>
            <a:r>
              <a:rPr sz="2000" spc="-4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code</a:t>
            </a:r>
            <a:r>
              <a:rPr sz="2000" spc="-3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here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2740" y="2772918"/>
            <a:ext cx="3030855" cy="1604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dirty="0">
                <a:latin typeface="Calibri"/>
                <a:cs typeface="Calibri"/>
              </a:rPr>
              <a:t>Using the</a:t>
            </a:r>
            <a:r>
              <a:rPr sz="2600" spc="-10" dirty="0">
                <a:latin typeface="Calibri"/>
                <a:cs typeface="Calibri"/>
              </a:rPr>
              <a:t> class:</a:t>
            </a:r>
            <a:endParaRPr sz="2600">
              <a:latin typeface="Calibri"/>
              <a:cs typeface="Calibri"/>
            </a:endParaRPr>
          </a:p>
          <a:p>
            <a:pPr marL="237490" indent="-224790">
              <a:lnSpc>
                <a:spcPct val="100000"/>
              </a:lnSpc>
              <a:buClr>
                <a:srgbClr val="585858"/>
              </a:buClr>
              <a:buFont typeface="Wingdings"/>
              <a:buChar char=""/>
              <a:tabLst>
                <a:tab pos="237490" algn="l"/>
              </a:tabLst>
            </a:pPr>
            <a:r>
              <a:rPr sz="2600" spc="-10" dirty="0">
                <a:latin typeface="Calibri"/>
                <a:cs typeface="Calibri"/>
              </a:rPr>
              <a:t>conventional</a:t>
            </a:r>
            <a:r>
              <a:rPr sz="2600" spc="-114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way</a:t>
            </a:r>
            <a:endParaRPr sz="2600">
              <a:latin typeface="Calibri"/>
              <a:cs typeface="Calibri"/>
            </a:endParaRPr>
          </a:p>
          <a:p>
            <a:pPr marL="12700" marR="5080">
              <a:lnSpc>
                <a:spcPts val="3240"/>
              </a:lnSpc>
            </a:pPr>
            <a:r>
              <a:rPr sz="1800" dirty="0">
                <a:latin typeface="Courier New"/>
                <a:cs typeface="Courier New"/>
              </a:rPr>
              <a:t>c</a:t>
            </a:r>
            <a:r>
              <a:rPr sz="1800" spc="-1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1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Coordinate(3,4) </a:t>
            </a:r>
            <a:r>
              <a:rPr sz="1800" dirty="0">
                <a:latin typeface="Courier New"/>
                <a:cs typeface="Courier New"/>
              </a:rPr>
              <a:t>zero</a:t>
            </a:r>
            <a:r>
              <a:rPr sz="1800" spc="-3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2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Coordinate(0,0)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2740" y="4488942"/>
            <a:ext cx="31673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ourier New"/>
                <a:cs typeface="Courier New"/>
              </a:rPr>
              <a:t>print(c.distance(zero))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159382" y="4528184"/>
            <a:ext cx="167640" cy="363855"/>
          </a:xfrm>
          <a:custGeom>
            <a:avLst/>
            <a:gdLst/>
            <a:ahLst/>
            <a:cxnLst/>
            <a:rect l="l" t="t" r="r" b="b"/>
            <a:pathLst>
              <a:path w="167640" h="363854">
                <a:moveTo>
                  <a:pt x="0" y="363474"/>
                </a:moveTo>
                <a:lnTo>
                  <a:pt x="167640" y="363474"/>
                </a:lnTo>
                <a:lnTo>
                  <a:pt x="167640" y="0"/>
                </a:lnTo>
                <a:lnTo>
                  <a:pt x="0" y="0"/>
                </a:lnTo>
                <a:lnTo>
                  <a:pt x="0" y="363474"/>
                </a:lnTo>
                <a:close/>
              </a:path>
            </a:pathLst>
          </a:custGeom>
          <a:ln w="160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5968" y="4951348"/>
            <a:ext cx="1070889" cy="903439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432941" y="4521327"/>
            <a:ext cx="1144905" cy="363855"/>
          </a:xfrm>
          <a:custGeom>
            <a:avLst/>
            <a:gdLst/>
            <a:ahLst/>
            <a:cxnLst/>
            <a:rect l="l" t="t" r="r" b="b"/>
            <a:pathLst>
              <a:path w="1144905" h="363854">
                <a:moveTo>
                  <a:pt x="0" y="363473"/>
                </a:moveTo>
                <a:lnTo>
                  <a:pt x="1144524" y="363473"/>
                </a:lnTo>
                <a:lnTo>
                  <a:pt x="1144524" y="0"/>
                </a:lnTo>
                <a:lnTo>
                  <a:pt x="0" y="0"/>
                </a:lnTo>
                <a:lnTo>
                  <a:pt x="0" y="363473"/>
                </a:lnTo>
                <a:close/>
              </a:path>
            </a:pathLst>
          </a:custGeom>
          <a:ln w="160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29639" y="5068951"/>
            <a:ext cx="793368" cy="720686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2658998" y="4528184"/>
            <a:ext cx="565150" cy="363855"/>
          </a:xfrm>
          <a:custGeom>
            <a:avLst/>
            <a:gdLst/>
            <a:ahLst/>
            <a:cxnLst/>
            <a:rect l="l" t="t" r="r" b="b"/>
            <a:pathLst>
              <a:path w="565150" h="363854">
                <a:moveTo>
                  <a:pt x="0" y="363474"/>
                </a:moveTo>
                <a:lnTo>
                  <a:pt x="564642" y="363474"/>
                </a:lnTo>
                <a:lnTo>
                  <a:pt x="564642" y="0"/>
                </a:lnTo>
                <a:lnTo>
                  <a:pt x="0" y="0"/>
                </a:lnTo>
                <a:lnTo>
                  <a:pt x="0" y="363474"/>
                </a:lnTo>
                <a:close/>
              </a:path>
            </a:pathLst>
          </a:custGeom>
          <a:ln w="160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266184" y="3155442"/>
            <a:ext cx="3030855" cy="1270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297815" algn="l"/>
              </a:tabLst>
            </a:pPr>
            <a:r>
              <a:rPr sz="2600" dirty="0">
                <a:latin typeface="Calibri"/>
                <a:cs typeface="Calibri"/>
              </a:rPr>
              <a:t>equivalent</a:t>
            </a:r>
            <a:r>
              <a:rPr sz="2600" spc="-12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to</a:t>
            </a:r>
            <a:endParaRPr sz="2600">
              <a:latin typeface="Calibri"/>
              <a:cs typeface="Calibri"/>
            </a:endParaRPr>
          </a:p>
          <a:p>
            <a:pPr marL="12700" marR="5080">
              <a:lnSpc>
                <a:spcPct val="150000"/>
              </a:lnSpc>
              <a:spcBef>
                <a:spcPts val="200"/>
              </a:spcBef>
            </a:pPr>
            <a:r>
              <a:rPr sz="1800" dirty="0">
                <a:latin typeface="Courier New"/>
                <a:cs typeface="Courier New"/>
              </a:rPr>
              <a:t>c</a:t>
            </a:r>
            <a:r>
              <a:rPr sz="1800" spc="-1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1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Coordinate(3,4) </a:t>
            </a:r>
            <a:r>
              <a:rPr sz="1800" dirty="0">
                <a:latin typeface="Courier New"/>
                <a:cs typeface="Courier New"/>
              </a:rPr>
              <a:t>zero</a:t>
            </a:r>
            <a:r>
              <a:rPr sz="1800" spc="-3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2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Coordinate(0,0)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66412" y="4536947"/>
            <a:ext cx="48056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urier New"/>
                <a:cs typeface="Courier New"/>
              </a:rPr>
              <a:t>print(Coordinate.distance(c,</a:t>
            </a:r>
            <a:r>
              <a:rPr sz="1800" spc="-26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zero))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101846" y="2798445"/>
            <a:ext cx="5002530" cy="3746500"/>
            <a:chOff x="4101846" y="2798445"/>
            <a:chExt cx="5002530" cy="3746500"/>
          </a:xfrm>
        </p:grpSpPr>
        <p:sp>
          <p:nvSpPr>
            <p:cNvPr id="14" name="object 14"/>
            <p:cNvSpPr/>
            <p:nvPr/>
          </p:nvSpPr>
          <p:spPr>
            <a:xfrm>
              <a:off x="4108323" y="2798445"/>
              <a:ext cx="0" cy="2192020"/>
            </a:xfrm>
            <a:custGeom>
              <a:avLst/>
              <a:gdLst/>
              <a:ahLst/>
              <a:cxnLst/>
              <a:rect l="l" t="t" r="r" b="b"/>
              <a:pathLst>
                <a:path h="2192020">
                  <a:moveTo>
                    <a:pt x="0" y="0"/>
                  </a:moveTo>
                  <a:lnTo>
                    <a:pt x="0" y="2191512"/>
                  </a:lnTo>
                </a:path>
              </a:pathLst>
            </a:custGeom>
            <a:ln w="12954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060061" y="4521327"/>
              <a:ext cx="1402080" cy="363855"/>
            </a:xfrm>
            <a:custGeom>
              <a:avLst/>
              <a:gdLst/>
              <a:ahLst/>
              <a:cxnLst/>
              <a:rect l="l" t="t" r="r" b="b"/>
              <a:pathLst>
                <a:path w="1402079" h="363854">
                  <a:moveTo>
                    <a:pt x="0" y="363473"/>
                  </a:moveTo>
                  <a:lnTo>
                    <a:pt x="1402080" y="363473"/>
                  </a:lnTo>
                  <a:lnTo>
                    <a:pt x="1402080" y="0"/>
                  </a:lnTo>
                  <a:lnTo>
                    <a:pt x="0" y="0"/>
                  </a:lnTo>
                  <a:lnTo>
                    <a:pt x="0" y="363473"/>
                  </a:lnTo>
                  <a:close/>
                </a:path>
              </a:pathLst>
            </a:custGeom>
            <a:ln w="1600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33925" y="5056377"/>
              <a:ext cx="691261" cy="712393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6560439" y="4521327"/>
              <a:ext cx="1144270" cy="363855"/>
            </a:xfrm>
            <a:custGeom>
              <a:avLst/>
              <a:gdLst/>
              <a:ahLst/>
              <a:cxnLst/>
              <a:rect l="l" t="t" r="r" b="b"/>
              <a:pathLst>
                <a:path w="1144270" h="363854">
                  <a:moveTo>
                    <a:pt x="0" y="363473"/>
                  </a:moveTo>
                  <a:lnTo>
                    <a:pt x="1143762" y="363473"/>
                  </a:lnTo>
                  <a:lnTo>
                    <a:pt x="1143762" y="0"/>
                  </a:lnTo>
                  <a:lnTo>
                    <a:pt x="0" y="0"/>
                  </a:lnTo>
                  <a:lnTo>
                    <a:pt x="0" y="363473"/>
                  </a:lnTo>
                  <a:close/>
                </a:path>
              </a:pathLst>
            </a:custGeom>
            <a:ln w="1600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05067" y="5056377"/>
              <a:ext cx="793369" cy="720623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7802498" y="4517517"/>
              <a:ext cx="1004569" cy="363855"/>
            </a:xfrm>
            <a:custGeom>
              <a:avLst/>
              <a:gdLst/>
              <a:ahLst/>
              <a:cxnLst/>
              <a:rect l="l" t="t" r="r" b="b"/>
              <a:pathLst>
                <a:path w="1004570" h="363854">
                  <a:moveTo>
                    <a:pt x="0" y="363474"/>
                  </a:moveTo>
                  <a:lnTo>
                    <a:pt x="1004316" y="363474"/>
                  </a:lnTo>
                  <a:lnTo>
                    <a:pt x="1004316" y="0"/>
                  </a:lnTo>
                  <a:lnTo>
                    <a:pt x="0" y="0"/>
                  </a:lnTo>
                  <a:lnTo>
                    <a:pt x="0" y="363474"/>
                  </a:lnTo>
                  <a:close/>
                </a:path>
              </a:pathLst>
            </a:custGeom>
            <a:ln w="1600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76669" y="4958333"/>
              <a:ext cx="2227452" cy="1586534"/>
            </a:xfrm>
            <a:prstGeom prst="rect">
              <a:avLst/>
            </a:prstGeom>
          </p:spPr>
        </p:pic>
      </p:grpSp>
      <p:sp>
        <p:nvSpPr>
          <p:cNvPr id="21" name="object 21"/>
          <p:cNvSpPr/>
          <p:nvPr/>
        </p:nvSpPr>
        <p:spPr>
          <a:xfrm>
            <a:off x="0" y="1"/>
            <a:ext cx="4231005" cy="287020"/>
          </a:xfrm>
          <a:custGeom>
            <a:avLst/>
            <a:gdLst/>
            <a:ahLst/>
            <a:cxnLst/>
            <a:rect l="l" t="t" r="r" b="b"/>
            <a:pathLst>
              <a:path w="4231005" h="287020">
                <a:moveTo>
                  <a:pt x="4182872" y="0"/>
                </a:moveTo>
                <a:lnTo>
                  <a:pt x="47751" y="0"/>
                </a:lnTo>
                <a:lnTo>
                  <a:pt x="29162" y="3746"/>
                </a:lnTo>
                <a:lnTo>
                  <a:pt x="13984" y="13970"/>
                </a:lnTo>
                <a:lnTo>
                  <a:pt x="3751" y="29146"/>
                </a:lnTo>
                <a:lnTo>
                  <a:pt x="0" y="47752"/>
                </a:lnTo>
                <a:lnTo>
                  <a:pt x="0" y="238760"/>
                </a:lnTo>
                <a:lnTo>
                  <a:pt x="3751" y="257365"/>
                </a:lnTo>
                <a:lnTo>
                  <a:pt x="13984" y="272542"/>
                </a:lnTo>
                <a:lnTo>
                  <a:pt x="29162" y="282765"/>
                </a:lnTo>
                <a:lnTo>
                  <a:pt x="47751" y="286512"/>
                </a:lnTo>
                <a:lnTo>
                  <a:pt x="4182872" y="286512"/>
                </a:lnTo>
                <a:lnTo>
                  <a:pt x="4201477" y="282765"/>
                </a:lnTo>
                <a:lnTo>
                  <a:pt x="4216654" y="272542"/>
                </a:lnTo>
                <a:lnTo>
                  <a:pt x="4226877" y="257365"/>
                </a:lnTo>
                <a:lnTo>
                  <a:pt x="4230624" y="238760"/>
                </a:lnTo>
                <a:lnTo>
                  <a:pt x="4230624" y="47752"/>
                </a:lnTo>
                <a:lnTo>
                  <a:pt x="4226877" y="29146"/>
                </a:lnTo>
                <a:lnTo>
                  <a:pt x="4216654" y="13970"/>
                </a:lnTo>
                <a:lnTo>
                  <a:pt x="4201477" y="3746"/>
                </a:lnTo>
                <a:lnTo>
                  <a:pt x="4182872" y="0"/>
                </a:lnTo>
                <a:close/>
              </a:path>
            </a:pathLst>
          </a:custGeom>
          <a:solidFill>
            <a:srgbClr val="BFC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1026413" y="-21081"/>
            <a:ext cx="2176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Implementing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class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913376" y="0"/>
            <a:ext cx="4231005" cy="287020"/>
          </a:xfrm>
          <a:custGeom>
            <a:avLst/>
            <a:gdLst/>
            <a:ahLst/>
            <a:cxnLst/>
            <a:rect l="l" t="t" r="r" b="b"/>
            <a:pathLst>
              <a:path w="4231005" h="287020">
                <a:moveTo>
                  <a:pt x="4182872" y="0"/>
                </a:moveTo>
                <a:lnTo>
                  <a:pt x="47752" y="0"/>
                </a:lnTo>
                <a:lnTo>
                  <a:pt x="29146" y="3746"/>
                </a:lnTo>
                <a:lnTo>
                  <a:pt x="13970" y="13969"/>
                </a:lnTo>
                <a:lnTo>
                  <a:pt x="3746" y="29146"/>
                </a:lnTo>
                <a:lnTo>
                  <a:pt x="0" y="47751"/>
                </a:lnTo>
                <a:lnTo>
                  <a:pt x="0" y="238759"/>
                </a:lnTo>
                <a:lnTo>
                  <a:pt x="3746" y="257365"/>
                </a:lnTo>
                <a:lnTo>
                  <a:pt x="13970" y="272541"/>
                </a:lnTo>
                <a:lnTo>
                  <a:pt x="29146" y="282765"/>
                </a:lnTo>
                <a:lnTo>
                  <a:pt x="47752" y="286511"/>
                </a:lnTo>
                <a:lnTo>
                  <a:pt x="4182872" y="286511"/>
                </a:lnTo>
                <a:lnTo>
                  <a:pt x="4201477" y="282765"/>
                </a:lnTo>
                <a:lnTo>
                  <a:pt x="4216654" y="272541"/>
                </a:lnTo>
                <a:lnTo>
                  <a:pt x="4226877" y="257365"/>
                </a:lnTo>
                <a:lnTo>
                  <a:pt x="4230624" y="238759"/>
                </a:lnTo>
                <a:lnTo>
                  <a:pt x="4230624" y="47751"/>
                </a:lnTo>
                <a:lnTo>
                  <a:pt x="4226877" y="29146"/>
                </a:lnTo>
                <a:lnTo>
                  <a:pt x="4216654" y="13969"/>
                </a:lnTo>
                <a:lnTo>
                  <a:pt x="4201477" y="3746"/>
                </a:lnTo>
                <a:lnTo>
                  <a:pt x="4182872" y="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6331711" y="-21081"/>
            <a:ext cx="13950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Using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class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4541139" y="1971294"/>
            <a:ext cx="975994" cy="617855"/>
            <a:chOff x="4541139" y="1971294"/>
            <a:chExt cx="975994" cy="617855"/>
          </a:xfrm>
        </p:grpSpPr>
        <p:pic>
          <p:nvPicPr>
            <p:cNvPr id="26" name="object 2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41139" y="2138552"/>
              <a:ext cx="669036" cy="450088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5251323" y="1971294"/>
              <a:ext cx="265430" cy="255270"/>
            </a:xfrm>
            <a:custGeom>
              <a:avLst/>
              <a:gdLst/>
              <a:ahLst/>
              <a:cxnLst/>
              <a:rect l="l" t="t" r="r" b="b"/>
              <a:pathLst>
                <a:path w="265429" h="255269">
                  <a:moveTo>
                    <a:pt x="44577" y="147320"/>
                  </a:moveTo>
                  <a:lnTo>
                    <a:pt x="33655" y="147320"/>
                  </a:lnTo>
                  <a:lnTo>
                    <a:pt x="28193" y="148590"/>
                  </a:lnTo>
                  <a:lnTo>
                    <a:pt x="22986" y="151130"/>
                  </a:lnTo>
                  <a:lnTo>
                    <a:pt x="16637" y="154940"/>
                  </a:lnTo>
                  <a:lnTo>
                    <a:pt x="11684" y="158750"/>
                  </a:lnTo>
                  <a:lnTo>
                    <a:pt x="8128" y="163830"/>
                  </a:lnTo>
                  <a:lnTo>
                    <a:pt x="4444" y="167640"/>
                  </a:lnTo>
                  <a:lnTo>
                    <a:pt x="2158" y="173990"/>
                  </a:lnTo>
                  <a:lnTo>
                    <a:pt x="1016" y="179070"/>
                  </a:lnTo>
                  <a:lnTo>
                    <a:pt x="0" y="185420"/>
                  </a:lnTo>
                  <a:lnTo>
                    <a:pt x="50" y="186690"/>
                  </a:lnTo>
                  <a:lnTo>
                    <a:pt x="152" y="189230"/>
                  </a:lnTo>
                  <a:lnTo>
                    <a:pt x="253" y="191770"/>
                  </a:lnTo>
                  <a:lnTo>
                    <a:pt x="16891" y="233680"/>
                  </a:lnTo>
                  <a:lnTo>
                    <a:pt x="45847" y="255270"/>
                  </a:lnTo>
                  <a:lnTo>
                    <a:pt x="57658" y="255270"/>
                  </a:lnTo>
                  <a:lnTo>
                    <a:pt x="63881" y="254000"/>
                  </a:lnTo>
                  <a:lnTo>
                    <a:pt x="76581" y="247650"/>
                  </a:lnTo>
                  <a:lnTo>
                    <a:pt x="81407" y="243840"/>
                  </a:lnTo>
                  <a:lnTo>
                    <a:pt x="85090" y="238760"/>
                  </a:lnTo>
                  <a:lnTo>
                    <a:pt x="57911" y="238760"/>
                  </a:lnTo>
                  <a:lnTo>
                    <a:pt x="53975" y="237490"/>
                  </a:lnTo>
                  <a:lnTo>
                    <a:pt x="50165" y="237490"/>
                  </a:lnTo>
                  <a:lnTo>
                    <a:pt x="46482" y="236220"/>
                  </a:lnTo>
                  <a:lnTo>
                    <a:pt x="39624" y="231140"/>
                  </a:lnTo>
                  <a:lnTo>
                    <a:pt x="36449" y="227330"/>
                  </a:lnTo>
                  <a:lnTo>
                    <a:pt x="33655" y="223520"/>
                  </a:lnTo>
                  <a:lnTo>
                    <a:pt x="30734" y="219710"/>
                  </a:lnTo>
                  <a:lnTo>
                    <a:pt x="28193" y="215900"/>
                  </a:lnTo>
                  <a:lnTo>
                    <a:pt x="25908" y="210820"/>
                  </a:lnTo>
                  <a:lnTo>
                    <a:pt x="23749" y="207010"/>
                  </a:lnTo>
                  <a:lnTo>
                    <a:pt x="22098" y="201930"/>
                  </a:lnTo>
                  <a:lnTo>
                    <a:pt x="20827" y="198120"/>
                  </a:lnTo>
                  <a:lnTo>
                    <a:pt x="19558" y="193040"/>
                  </a:lnTo>
                  <a:lnTo>
                    <a:pt x="19050" y="189230"/>
                  </a:lnTo>
                  <a:lnTo>
                    <a:pt x="19176" y="184150"/>
                  </a:lnTo>
                  <a:lnTo>
                    <a:pt x="19261" y="182880"/>
                  </a:lnTo>
                  <a:lnTo>
                    <a:pt x="19346" y="181610"/>
                  </a:lnTo>
                  <a:lnTo>
                    <a:pt x="31496" y="165100"/>
                  </a:lnTo>
                  <a:lnTo>
                    <a:pt x="36068" y="162560"/>
                  </a:lnTo>
                  <a:lnTo>
                    <a:pt x="41148" y="161290"/>
                  </a:lnTo>
                  <a:lnTo>
                    <a:pt x="83066" y="161290"/>
                  </a:lnTo>
                  <a:lnTo>
                    <a:pt x="77967" y="151130"/>
                  </a:lnTo>
                  <a:lnTo>
                    <a:pt x="57150" y="151130"/>
                  </a:lnTo>
                  <a:lnTo>
                    <a:pt x="50673" y="148590"/>
                  </a:lnTo>
                  <a:lnTo>
                    <a:pt x="44577" y="147320"/>
                  </a:lnTo>
                  <a:close/>
                </a:path>
                <a:path w="265429" h="255269">
                  <a:moveTo>
                    <a:pt x="83066" y="161290"/>
                  </a:moveTo>
                  <a:lnTo>
                    <a:pt x="41148" y="161290"/>
                  </a:lnTo>
                  <a:lnTo>
                    <a:pt x="52324" y="163830"/>
                  </a:lnTo>
                  <a:lnTo>
                    <a:pt x="58674" y="165100"/>
                  </a:lnTo>
                  <a:lnTo>
                    <a:pt x="65913" y="168910"/>
                  </a:lnTo>
                  <a:lnTo>
                    <a:pt x="84074" y="204470"/>
                  </a:lnTo>
                  <a:lnTo>
                    <a:pt x="83185" y="209550"/>
                  </a:lnTo>
                  <a:lnTo>
                    <a:pt x="80899" y="217170"/>
                  </a:lnTo>
                  <a:lnTo>
                    <a:pt x="79629" y="219710"/>
                  </a:lnTo>
                  <a:lnTo>
                    <a:pt x="78359" y="223520"/>
                  </a:lnTo>
                  <a:lnTo>
                    <a:pt x="76962" y="224790"/>
                  </a:lnTo>
                  <a:lnTo>
                    <a:pt x="73914" y="229870"/>
                  </a:lnTo>
                  <a:lnTo>
                    <a:pt x="72136" y="231140"/>
                  </a:lnTo>
                  <a:lnTo>
                    <a:pt x="70485" y="233680"/>
                  </a:lnTo>
                  <a:lnTo>
                    <a:pt x="68453" y="234950"/>
                  </a:lnTo>
                  <a:lnTo>
                    <a:pt x="66294" y="236220"/>
                  </a:lnTo>
                  <a:lnTo>
                    <a:pt x="61976" y="237490"/>
                  </a:lnTo>
                  <a:lnTo>
                    <a:pt x="57911" y="238760"/>
                  </a:lnTo>
                  <a:lnTo>
                    <a:pt x="85090" y="238760"/>
                  </a:lnTo>
                  <a:lnTo>
                    <a:pt x="88646" y="232410"/>
                  </a:lnTo>
                  <a:lnTo>
                    <a:pt x="91567" y="226060"/>
                  </a:lnTo>
                  <a:lnTo>
                    <a:pt x="93726" y="218440"/>
                  </a:lnTo>
                  <a:lnTo>
                    <a:pt x="111750" y="218440"/>
                  </a:lnTo>
                  <a:lnTo>
                    <a:pt x="83066" y="161290"/>
                  </a:lnTo>
                  <a:close/>
                </a:path>
                <a:path w="265429" h="255269">
                  <a:moveTo>
                    <a:pt x="111750" y="218440"/>
                  </a:moveTo>
                  <a:lnTo>
                    <a:pt x="93726" y="218440"/>
                  </a:lnTo>
                  <a:lnTo>
                    <a:pt x="99695" y="231140"/>
                  </a:lnTo>
                  <a:lnTo>
                    <a:pt x="100838" y="232410"/>
                  </a:lnTo>
                  <a:lnTo>
                    <a:pt x="102616" y="232410"/>
                  </a:lnTo>
                  <a:lnTo>
                    <a:pt x="105155" y="231140"/>
                  </a:lnTo>
                  <a:lnTo>
                    <a:pt x="107314" y="231140"/>
                  </a:lnTo>
                  <a:lnTo>
                    <a:pt x="108712" y="229870"/>
                  </a:lnTo>
                  <a:lnTo>
                    <a:pt x="110109" y="229870"/>
                  </a:lnTo>
                  <a:lnTo>
                    <a:pt x="111125" y="228600"/>
                  </a:lnTo>
                  <a:lnTo>
                    <a:pt x="112014" y="228600"/>
                  </a:lnTo>
                  <a:lnTo>
                    <a:pt x="113919" y="226060"/>
                  </a:lnTo>
                  <a:lnTo>
                    <a:pt x="114680" y="224790"/>
                  </a:lnTo>
                  <a:lnTo>
                    <a:pt x="114300" y="223520"/>
                  </a:lnTo>
                  <a:lnTo>
                    <a:pt x="111750" y="218440"/>
                  </a:lnTo>
                  <a:close/>
                </a:path>
                <a:path w="265429" h="255269">
                  <a:moveTo>
                    <a:pt x="160274" y="88900"/>
                  </a:moveTo>
                  <a:lnTo>
                    <a:pt x="122555" y="102870"/>
                  </a:lnTo>
                  <a:lnTo>
                    <a:pt x="118491" y="107950"/>
                  </a:lnTo>
                  <a:lnTo>
                    <a:pt x="114300" y="113030"/>
                  </a:lnTo>
                  <a:lnTo>
                    <a:pt x="111379" y="118110"/>
                  </a:lnTo>
                  <a:lnTo>
                    <a:pt x="109855" y="124460"/>
                  </a:lnTo>
                  <a:lnTo>
                    <a:pt x="108204" y="130810"/>
                  </a:lnTo>
                  <a:lnTo>
                    <a:pt x="120650" y="173990"/>
                  </a:lnTo>
                  <a:lnTo>
                    <a:pt x="130302" y="186690"/>
                  </a:lnTo>
                  <a:lnTo>
                    <a:pt x="135255" y="191770"/>
                  </a:lnTo>
                  <a:lnTo>
                    <a:pt x="140716" y="195580"/>
                  </a:lnTo>
                  <a:lnTo>
                    <a:pt x="146558" y="196850"/>
                  </a:lnTo>
                  <a:lnTo>
                    <a:pt x="152273" y="199390"/>
                  </a:lnTo>
                  <a:lnTo>
                    <a:pt x="158496" y="200660"/>
                  </a:lnTo>
                  <a:lnTo>
                    <a:pt x="171704" y="198120"/>
                  </a:lnTo>
                  <a:lnTo>
                    <a:pt x="178689" y="196850"/>
                  </a:lnTo>
                  <a:lnTo>
                    <a:pt x="190373" y="190500"/>
                  </a:lnTo>
                  <a:lnTo>
                    <a:pt x="194183" y="187960"/>
                  </a:lnTo>
                  <a:lnTo>
                    <a:pt x="199326" y="184150"/>
                  </a:lnTo>
                  <a:lnTo>
                    <a:pt x="161544" y="184150"/>
                  </a:lnTo>
                  <a:lnTo>
                    <a:pt x="157353" y="182880"/>
                  </a:lnTo>
                  <a:lnTo>
                    <a:pt x="135128" y="161290"/>
                  </a:lnTo>
                  <a:lnTo>
                    <a:pt x="159734" y="148590"/>
                  </a:lnTo>
                  <a:lnTo>
                    <a:pt x="129032" y="148590"/>
                  </a:lnTo>
                  <a:lnTo>
                    <a:pt x="127254" y="144780"/>
                  </a:lnTo>
                  <a:lnTo>
                    <a:pt x="126111" y="140970"/>
                  </a:lnTo>
                  <a:lnTo>
                    <a:pt x="125095" y="133350"/>
                  </a:lnTo>
                  <a:lnTo>
                    <a:pt x="125179" y="130810"/>
                  </a:lnTo>
                  <a:lnTo>
                    <a:pt x="125222" y="129540"/>
                  </a:lnTo>
                  <a:lnTo>
                    <a:pt x="148209" y="104140"/>
                  </a:lnTo>
                  <a:lnTo>
                    <a:pt x="186617" y="104140"/>
                  </a:lnTo>
                  <a:lnTo>
                    <a:pt x="180721" y="97790"/>
                  </a:lnTo>
                  <a:lnTo>
                    <a:pt x="176149" y="93980"/>
                  </a:lnTo>
                  <a:lnTo>
                    <a:pt x="171069" y="92710"/>
                  </a:lnTo>
                  <a:lnTo>
                    <a:pt x="165989" y="90170"/>
                  </a:lnTo>
                  <a:lnTo>
                    <a:pt x="160274" y="88900"/>
                  </a:lnTo>
                  <a:close/>
                </a:path>
                <a:path w="265429" h="255269">
                  <a:moveTo>
                    <a:pt x="208534" y="156210"/>
                  </a:moveTo>
                  <a:lnTo>
                    <a:pt x="207136" y="157480"/>
                  </a:lnTo>
                  <a:lnTo>
                    <a:pt x="206248" y="157480"/>
                  </a:lnTo>
                  <a:lnTo>
                    <a:pt x="205232" y="158750"/>
                  </a:lnTo>
                  <a:lnTo>
                    <a:pt x="204089" y="160020"/>
                  </a:lnTo>
                  <a:lnTo>
                    <a:pt x="202819" y="161290"/>
                  </a:lnTo>
                  <a:lnTo>
                    <a:pt x="201295" y="162560"/>
                  </a:lnTo>
                  <a:lnTo>
                    <a:pt x="197231" y="167640"/>
                  </a:lnTo>
                  <a:lnTo>
                    <a:pt x="194691" y="168910"/>
                  </a:lnTo>
                  <a:lnTo>
                    <a:pt x="191770" y="171450"/>
                  </a:lnTo>
                  <a:lnTo>
                    <a:pt x="188722" y="173990"/>
                  </a:lnTo>
                  <a:lnTo>
                    <a:pt x="185166" y="176530"/>
                  </a:lnTo>
                  <a:lnTo>
                    <a:pt x="175514" y="181610"/>
                  </a:lnTo>
                  <a:lnTo>
                    <a:pt x="170561" y="182880"/>
                  </a:lnTo>
                  <a:lnTo>
                    <a:pt x="161544" y="184150"/>
                  </a:lnTo>
                  <a:lnTo>
                    <a:pt x="199326" y="184150"/>
                  </a:lnTo>
                  <a:lnTo>
                    <a:pt x="201041" y="182880"/>
                  </a:lnTo>
                  <a:lnTo>
                    <a:pt x="203961" y="180340"/>
                  </a:lnTo>
                  <a:lnTo>
                    <a:pt x="208915" y="176530"/>
                  </a:lnTo>
                  <a:lnTo>
                    <a:pt x="210820" y="173990"/>
                  </a:lnTo>
                  <a:lnTo>
                    <a:pt x="213614" y="171450"/>
                  </a:lnTo>
                  <a:lnTo>
                    <a:pt x="214376" y="170180"/>
                  </a:lnTo>
                  <a:lnTo>
                    <a:pt x="214503" y="168910"/>
                  </a:lnTo>
                  <a:lnTo>
                    <a:pt x="214884" y="167640"/>
                  </a:lnTo>
                  <a:lnTo>
                    <a:pt x="214629" y="166370"/>
                  </a:lnTo>
                  <a:lnTo>
                    <a:pt x="213995" y="163830"/>
                  </a:lnTo>
                  <a:lnTo>
                    <a:pt x="212979" y="161290"/>
                  </a:lnTo>
                  <a:lnTo>
                    <a:pt x="211328" y="158750"/>
                  </a:lnTo>
                  <a:lnTo>
                    <a:pt x="208534" y="156210"/>
                  </a:lnTo>
                  <a:close/>
                </a:path>
                <a:path w="265429" h="255269">
                  <a:moveTo>
                    <a:pt x="253237" y="156210"/>
                  </a:moveTo>
                  <a:lnTo>
                    <a:pt x="249682" y="156210"/>
                  </a:lnTo>
                  <a:lnTo>
                    <a:pt x="251460" y="157480"/>
                  </a:lnTo>
                  <a:lnTo>
                    <a:pt x="252222" y="157480"/>
                  </a:lnTo>
                  <a:lnTo>
                    <a:pt x="253237" y="156210"/>
                  </a:lnTo>
                  <a:close/>
                </a:path>
                <a:path w="265429" h="255269">
                  <a:moveTo>
                    <a:pt x="229913" y="77470"/>
                  </a:moveTo>
                  <a:lnTo>
                    <a:pt x="208915" y="77470"/>
                  </a:lnTo>
                  <a:lnTo>
                    <a:pt x="248665" y="156210"/>
                  </a:lnTo>
                  <a:lnTo>
                    <a:pt x="255523" y="156210"/>
                  </a:lnTo>
                  <a:lnTo>
                    <a:pt x="256794" y="154940"/>
                  </a:lnTo>
                  <a:lnTo>
                    <a:pt x="258445" y="154940"/>
                  </a:lnTo>
                  <a:lnTo>
                    <a:pt x="259969" y="153670"/>
                  </a:lnTo>
                  <a:lnTo>
                    <a:pt x="261365" y="153670"/>
                  </a:lnTo>
                  <a:lnTo>
                    <a:pt x="262382" y="152400"/>
                  </a:lnTo>
                  <a:lnTo>
                    <a:pt x="264541" y="149860"/>
                  </a:lnTo>
                  <a:lnTo>
                    <a:pt x="265430" y="148590"/>
                  </a:lnTo>
                  <a:lnTo>
                    <a:pt x="265176" y="147320"/>
                  </a:lnTo>
                  <a:lnTo>
                    <a:pt x="229913" y="77470"/>
                  </a:lnTo>
                  <a:close/>
                </a:path>
                <a:path w="265429" h="255269">
                  <a:moveTo>
                    <a:pt x="47371" y="90170"/>
                  </a:moveTo>
                  <a:lnTo>
                    <a:pt x="40386" y="90170"/>
                  </a:lnTo>
                  <a:lnTo>
                    <a:pt x="38989" y="91440"/>
                  </a:lnTo>
                  <a:lnTo>
                    <a:pt x="37338" y="91440"/>
                  </a:lnTo>
                  <a:lnTo>
                    <a:pt x="35814" y="92710"/>
                  </a:lnTo>
                  <a:lnTo>
                    <a:pt x="33527" y="93980"/>
                  </a:lnTo>
                  <a:lnTo>
                    <a:pt x="31368" y="95250"/>
                  </a:lnTo>
                  <a:lnTo>
                    <a:pt x="30480" y="97790"/>
                  </a:lnTo>
                  <a:lnTo>
                    <a:pt x="30860" y="99060"/>
                  </a:lnTo>
                  <a:lnTo>
                    <a:pt x="57150" y="151130"/>
                  </a:lnTo>
                  <a:lnTo>
                    <a:pt x="77967" y="151130"/>
                  </a:lnTo>
                  <a:lnTo>
                    <a:pt x="47371" y="90170"/>
                  </a:lnTo>
                  <a:close/>
                </a:path>
                <a:path w="265429" h="255269">
                  <a:moveTo>
                    <a:pt x="186617" y="104140"/>
                  </a:moveTo>
                  <a:lnTo>
                    <a:pt x="155448" y="104140"/>
                  </a:lnTo>
                  <a:lnTo>
                    <a:pt x="168402" y="109220"/>
                  </a:lnTo>
                  <a:lnTo>
                    <a:pt x="173736" y="115570"/>
                  </a:lnTo>
                  <a:lnTo>
                    <a:pt x="177927" y="124460"/>
                  </a:lnTo>
                  <a:lnTo>
                    <a:pt x="129032" y="148590"/>
                  </a:lnTo>
                  <a:lnTo>
                    <a:pt x="159734" y="148590"/>
                  </a:lnTo>
                  <a:lnTo>
                    <a:pt x="194183" y="130810"/>
                  </a:lnTo>
                  <a:lnTo>
                    <a:pt x="195834" y="130810"/>
                  </a:lnTo>
                  <a:lnTo>
                    <a:pt x="196977" y="128270"/>
                  </a:lnTo>
                  <a:lnTo>
                    <a:pt x="198501" y="125730"/>
                  </a:lnTo>
                  <a:lnTo>
                    <a:pt x="198374" y="124460"/>
                  </a:lnTo>
                  <a:lnTo>
                    <a:pt x="198247" y="123190"/>
                  </a:lnTo>
                  <a:lnTo>
                    <a:pt x="196977" y="120650"/>
                  </a:lnTo>
                  <a:lnTo>
                    <a:pt x="195453" y="118110"/>
                  </a:lnTo>
                  <a:lnTo>
                    <a:pt x="192532" y="111760"/>
                  </a:lnTo>
                  <a:lnTo>
                    <a:pt x="188976" y="106680"/>
                  </a:lnTo>
                  <a:lnTo>
                    <a:pt x="186617" y="104140"/>
                  </a:lnTo>
                  <a:close/>
                </a:path>
                <a:path w="265429" h="255269">
                  <a:moveTo>
                    <a:pt x="44450" y="88900"/>
                  </a:moveTo>
                  <a:lnTo>
                    <a:pt x="41656" y="90170"/>
                  </a:lnTo>
                  <a:lnTo>
                    <a:pt x="46227" y="90170"/>
                  </a:lnTo>
                  <a:lnTo>
                    <a:pt x="44450" y="88900"/>
                  </a:lnTo>
                  <a:close/>
                </a:path>
                <a:path w="265429" h="255269">
                  <a:moveTo>
                    <a:pt x="224282" y="0"/>
                  </a:moveTo>
                  <a:lnTo>
                    <a:pt x="217932" y="0"/>
                  </a:lnTo>
                  <a:lnTo>
                    <a:pt x="213106" y="2540"/>
                  </a:lnTo>
                  <a:lnTo>
                    <a:pt x="210693" y="2540"/>
                  </a:lnTo>
                  <a:lnTo>
                    <a:pt x="208407" y="3810"/>
                  </a:lnTo>
                  <a:lnTo>
                    <a:pt x="203454" y="6350"/>
                  </a:lnTo>
                  <a:lnTo>
                    <a:pt x="199517" y="8890"/>
                  </a:lnTo>
                  <a:lnTo>
                    <a:pt x="196596" y="12700"/>
                  </a:lnTo>
                  <a:lnTo>
                    <a:pt x="193675" y="15240"/>
                  </a:lnTo>
                  <a:lnTo>
                    <a:pt x="191770" y="19050"/>
                  </a:lnTo>
                  <a:lnTo>
                    <a:pt x="190754" y="22860"/>
                  </a:lnTo>
                  <a:lnTo>
                    <a:pt x="189865" y="27940"/>
                  </a:lnTo>
                  <a:lnTo>
                    <a:pt x="189865" y="31750"/>
                  </a:lnTo>
                  <a:lnTo>
                    <a:pt x="192151" y="41910"/>
                  </a:lnTo>
                  <a:lnTo>
                    <a:pt x="194183" y="48260"/>
                  </a:lnTo>
                  <a:lnTo>
                    <a:pt x="197358" y="54610"/>
                  </a:lnTo>
                  <a:lnTo>
                    <a:pt x="202057" y="63500"/>
                  </a:lnTo>
                  <a:lnTo>
                    <a:pt x="189357" y="69850"/>
                  </a:lnTo>
                  <a:lnTo>
                    <a:pt x="188214" y="71120"/>
                  </a:lnTo>
                  <a:lnTo>
                    <a:pt x="187833" y="72390"/>
                  </a:lnTo>
                  <a:lnTo>
                    <a:pt x="188214" y="74930"/>
                  </a:lnTo>
                  <a:lnTo>
                    <a:pt x="188976" y="77470"/>
                  </a:lnTo>
                  <a:lnTo>
                    <a:pt x="190881" y="81280"/>
                  </a:lnTo>
                  <a:lnTo>
                    <a:pt x="192024" y="82550"/>
                  </a:lnTo>
                  <a:lnTo>
                    <a:pt x="193040" y="82550"/>
                  </a:lnTo>
                  <a:lnTo>
                    <a:pt x="196215" y="83820"/>
                  </a:lnTo>
                  <a:lnTo>
                    <a:pt x="208915" y="77470"/>
                  </a:lnTo>
                  <a:lnTo>
                    <a:pt x="229913" y="77470"/>
                  </a:lnTo>
                  <a:lnTo>
                    <a:pt x="225425" y="68580"/>
                  </a:lnTo>
                  <a:lnTo>
                    <a:pt x="246507" y="58420"/>
                  </a:lnTo>
                  <a:lnTo>
                    <a:pt x="247015" y="57150"/>
                  </a:lnTo>
                  <a:lnTo>
                    <a:pt x="247142" y="55880"/>
                  </a:lnTo>
                  <a:lnTo>
                    <a:pt x="247142" y="54610"/>
                  </a:lnTo>
                  <a:lnTo>
                    <a:pt x="218567" y="54610"/>
                  </a:lnTo>
                  <a:lnTo>
                    <a:pt x="213614" y="45720"/>
                  </a:lnTo>
                  <a:lnTo>
                    <a:pt x="211709" y="41910"/>
                  </a:lnTo>
                  <a:lnTo>
                    <a:pt x="210312" y="38100"/>
                  </a:lnTo>
                  <a:lnTo>
                    <a:pt x="208534" y="31750"/>
                  </a:lnTo>
                  <a:lnTo>
                    <a:pt x="208153" y="29210"/>
                  </a:lnTo>
                  <a:lnTo>
                    <a:pt x="208407" y="27940"/>
                  </a:lnTo>
                  <a:lnTo>
                    <a:pt x="208534" y="25400"/>
                  </a:lnTo>
                  <a:lnTo>
                    <a:pt x="209296" y="22860"/>
                  </a:lnTo>
                  <a:lnTo>
                    <a:pt x="210693" y="21590"/>
                  </a:lnTo>
                  <a:lnTo>
                    <a:pt x="211962" y="20320"/>
                  </a:lnTo>
                  <a:lnTo>
                    <a:pt x="213868" y="17780"/>
                  </a:lnTo>
                  <a:lnTo>
                    <a:pt x="216408" y="17780"/>
                  </a:lnTo>
                  <a:lnTo>
                    <a:pt x="218186" y="16510"/>
                  </a:lnTo>
                  <a:lnTo>
                    <a:pt x="219837" y="15240"/>
                  </a:lnTo>
                  <a:lnTo>
                    <a:pt x="222885" y="15240"/>
                  </a:lnTo>
                  <a:lnTo>
                    <a:pt x="224154" y="13970"/>
                  </a:lnTo>
                  <a:lnTo>
                    <a:pt x="230378" y="13970"/>
                  </a:lnTo>
                  <a:lnTo>
                    <a:pt x="231267" y="12700"/>
                  </a:lnTo>
                  <a:lnTo>
                    <a:pt x="231394" y="11430"/>
                  </a:lnTo>
                  <a:lnTo>
                    <a:pt x="230886" y="10160"/>
                  </a:lnTo>
                  <a:lnTo>
                    <a:pt x="229615" y="6350"/>
                  </a:lnTo>
                  <a:lnTo>
                    <a:pt x="228346" y="3810"/>
                  </a:lnTo>
                  <a:lnTo>
                    <a:pt x="227837" y="3810"/>
                  </a:lnTo>
                  <a:lnTo>
                    <a:pt x="226060" y="1270"/>
                  </a:lnTo>
                  <a:lnTo>
                    <a:pt x="224282" y="0"/>
                  </a:lnTo>
                  <a:close/>
                </a:path>
                <a:path w="265429" h="255269">
                  <a:moveTo>
                    <a:pt x="240157" y="44450"/>
                  </a:moveTo>
                  <a:lnTo>
                    <a:pt x="238633" y="44450"/>
                  </a:lnTo>
                  <a:lnTo>
                    <a:pt x="218567" y="54610"/>
                  </a:lnTo>
                  <a:lnTo>
                    <a:pt x="247142" y="54610"/>
                  </a:lnTo>
                  <a:lnTo>
                    <a:pt x="246634" y="52070"/>
                  </a:lnTo>
                  <a:lnTo>
                    <a:pt x="244729" y="48260"/>
                  </a:lnTo>
                  <a:lnTo>
                    <a:pt x="244094" y="48260"/>
                  </a:lnTo>
                  <a:lnTo>
                    <a:pt x="243459" y="46990"/>
                  </a:lnTo>
                  <a:lnTo>
                    <a:pt x="241681" y="45720"/>
                  </a:lnTo>
                  <a:lnTo>
                    <a:pt x="240157" y="4445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25" dirty="0"/>
              <a:t>85</a:t>
            </a:fld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9303</TotalTime>
  <Words>5999</Words>
  <Application>Microsoft Office PowerPoint</Application>
  <PresentationFormat>On-screen Show (4:3)</PresentationFormat>
  <Paragraphs>1266</Paragraphs>
  <Slides>85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85</vt:i4>
      </vt:variant>
    </vt:vector>
  </HeadingPairs>
  <TitlesOfParts>
    <vt:vector size="93" baseType="lpstr">
      <vt:lpstr>Aptos</vt:lpstr>
      <vt:lpstr>Arial MT</vt:lpstr>
      <vt:lpstr>Calibri</vt:lpstr>
      <vt:lpstr>Calibri Light</vt:lpstr>
      <vt:lpstr>Courier New</vt:lpstr>
      <vt:lpstr>Times New Roman</vt:lpstr>
      <vt:lpstr>Wingdings</vt:lpstr>
      <vt:lpstr>Office Theme</vt:lpstr>
      <vt:lpstr>Introduction to Python</vt:lpstr>
      <vt:lpstr>PowerPoint Presentation</vt:lpstr>
      <vt:lpstr>STRINGS</vt:lpstr>
      <vt:lpstr>INPUT/OUTPUT: print</vt:lpstr>
      <vt:lpstr>INPUT/OUTPUT: input("")</vt:lpstr>
      <vt:lpstr>COMPARISON OPERATORS ON int, float, string</vt:lpstr>
      <vt:lpstr>LOGIC OPERATORS ON bools</vt:lpstr>
      <vt:lpstr>COMPARISON EXAMPLE</vt:lpstr>
      <vt:lpstr>CONTROL FLOW - BRANCHING</vt:lpstr>
      <vt:lpstr>INDENTATION</vt:lpstr>
      <vt:lpstr>= vs ==</vt:lpstr>
      <vt:lpstr>CONTROL FLOW: while LOOPS</vt:lpstr>
      <vt:lpstr>while LOOP EXAMPLE</vt:lpstr>
      <vt:lpstr>CONTROL FLOW: while and for LOOPS</vt:lpstr>
      <vt:lpstr>CONTROL FLOW: for LOOPS</vt:lpstr>
      <vt:lpstr>range(start,stop,step)</vt:lpstr>
      <vt:lpstr>break STATEMENT</vt:lpstr>
      <vt:lpstr>break STATEMENT</vt:lpstr>
      <vt:lpstr>for</vt:lpstr>
      <vt:lpstr>STRINGS</vt:lpstr>
      <vt:lpstr>STRINGS</vt:lpstr>
      <vt:lpstr>STRINGS</vt:lpstr>
      <vt:lpstr>STRINGS</vt:lpstr>
      <vt:lpstr>for LOOPS RECAP</vt:lpstr>
      <vt:lpstr>STRINGS AND LOOPS</vt:lpstr>
      <vt:lpstr>FUNCTIONS</vt:lpstr>
      <vt:lpstr>HOW TO WRITE and CALL/INVOKE A FUNCTION</vt:lpstr>
      <vt:lpstr>IN THE FUNCTION BODY</vt:lpstr>
      <vt:lpstr>VARIABLE SCOPE</vt:lpstr>
      <vt:lpstr>VARIABLE SCOPE</vt:lpstr>
      <vt:lpstr>VARIABLE SCOPE</vt:lpstr>
      <vt:lpstr>VARIABLE SCOPE</vt:lpstr>
      <vt:lpstr>VARIABLE SCOPE</vt:lpstr>
      <vt:lpstr>ONE WARNING IF NO return STATEMENT</vt:lpstr>
      <vt:lpstr>return vs. print</vt:lpstr>
      <vt:lpstr>FUNCTIONS AS ARGUMENTS</vt:lpstr>
      <vt:lpstr>FUNCTIONS AS ARGUMENTS</vt:lpstr>
      <vt:lpstr>FUNCTIONS AS ARGUMENTS</vt:lpstr>
      <vt:lpstr>FUNCTIONS AS ARGUMENTS</vt:lpstr>
      <vt:lpstr>SCOPE EXAMPLE</vt:lpstr>
      <vt:lpstr>SCOPE EXAMPLE</vt:lpstr>
      <vt:lpstr>SCOPE DETAILS</vt:lpstr>
      <vt:lpstr>SCOPE DETAILS</vt:lpstr>
      <vt:lpstr>SCOPE DETAILS</vt:lpstr>
      <vt:lpstr>SCOPE DETAILS</vt:lpstr>
      <vt:lpstr>SCOPE DETAILS</vt:lpstr>
      <vt:lpstr>SCOPE DETAILS</vt:lpstr>
      <vt:lpstr>TUPLES</vt:lpstr>
      <vt:lpstr>TUPLES</vt:lpstr>
      <vt:lpstr>MANIPULATING TUPLES</vt:lpstr>
      <vt:lpstr>LISTS</vt:lpstr>
      <vt:lpstr>INDICES AND ORDERING</vt:lpstr>
      <vt:lpstr>CHANGING ELEMENTS</vt:lpstr>
      <vt:lpstr>ITERATING OVER A LIST</vt:lpstr>
      <vt:lpstr>OPERATIONS ON LISTS - ADD</vt:lpstr>
      <vt:lpstr>OPERATIONS ON LISTS - ADD</vt:lpstr>
      <vt:lpstr>OPERATIONS ON LISTS - REMOVE</vt:lpstr>
      <vt:lpstr>CONVERT LISTS TO STRINGS AND BACK</vt:lpstr>
      <vt:lpstr>ALIASES</vt:lpstr>
      <vt:lpstr>CLONING A LIST</vt:lpstr>
      <vt:lpstr>SORTING LISTS</vt:lpstr>
      <vt:lpstr>LISTS OF LISTS OF LISTS OF….</vt:lpstr>
      <vt:lpstr>DICTIONARIES</vt:lpstr>
      <vt:lpstr>HOW TO STORE STUDENT INFO</vt:lpstr>
      <vt:lpstr>HOW TO UPDATE/RETRIEVE STUDENT INFO</vt:lpstr>
      <vt:lpstr>A BETTER AND CLEANER WAY – A DICTIONARY</vt:lpstr>
      <vt:lpstr>A PYTHON DICTIONARY</vt:lpstr>
      <vt:lpstr>DICTIONARY LOOKUP</vt:lpstr>
      <vt:lpstr>PowerPoint Presentation</vt:lpstr>
      <vt:lpstr>PowerPoint Presentation</vt:lpstr>
      <vt:lpstr>DICTIONARY KEYS and VALUES</vt:lpstr>
      <vt:lpstr>list vs</vt:lpstr>
      <vt:lpstr>OBJECTS</vt:lpstr>
      <vt:lpstr>OBJECT ORIENTED PROGRAMMING (OOP)</vt:lpstr>
      <vt:lpstr>WHAT ARE OBJECTS?</vt:lpstr>
      <vt:lpstr>EXAMPLE: [1,2,3,4] has type list</vt:lpstr>
      <vt:lpstr>ADVANTAGES OF OOP</vt:lpstr>
      <vt:lpstr>CREATING AND USING YOUR OWN TYPES WITH CLASSES</vt:lpstr>
      <vt:lpstr>DEFINE YOUR OWN TYPES</vt:lpstr>
      <vt:lpstr>WHAT ARE ATTRIBUTES?</vt:lpstr>
      <vt:lpstr>DEFINING HOW TO CREATE AN INSTANCE OF A CLASS</vt:lpstr>
      <vt:lpstr>ACTUALLY CREATING AN INSTANCE OF A CLASS</vt:lpstr>
      <vt:lpstr>WHAT IS A METHOD?</vt:lpstr>
      <vt:lpstr>DEFINE A METHOD FOR THE Coordinate CLASS</vt:lpstr>
      <vt:lpstr>HOW TO USE A METHOD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MIT6_0001F16_Branching, Iteration</dc:title>
  <cp:lastModifiedBy>Muhammad Waqar</cp:lastModifiedBy>
  <cp:revision>4</cp:revision>
  <dcterms:created xsi:type="dcterms:W3CDTF">2025-06-05T11:45:56Z</dcterms:created>
  <dcterms:modified xsi:type="dcterms:W3CDTF">2025-06-23T11:56:07Z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2016-11-23T00:00:00Z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2025-06-05T00:00:00Z</vt:filetime>
  </property>
  <property fmtid="{D5CDD505-2E9C-101B-9397-08002B2CF9AE}" pid="5" name="Producer">
    <vt:lpwstr>Microsoft® PowerPoint® 2013</vt:lpwstr>
  </property>
</Properties>
</file>